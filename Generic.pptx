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8" r:id="rId4"/>
    <p:sldId id="279" r:id="rId5"/>
    <p:sldId id="280" r:id="rId6"/>
    <p:sldId id="281" r:id="rId7"/>
    <p:sldId id="282" r:id="rId8"/>
    <p:sldId id="284" r:id="rId9"/>
    <p:sldId id="283" r:id="rId10"/>
    <p:sldId id="277" r:id="rId11"/>
    <p:sldId id="274" r:id="rId12"/>
    <p:sldId id="275" r:id="rId13"/>
    <p:sldId id="258" r:id="rId14"/>
    <p:sldId id="276" r:id="rId15"/>
    <p:sldId id="259" r:id="rId16"/>
    <p:sldId id="260" r:id="rId17"/>
    <p:sldId id="261" r:id="rId18"/>
    <p:sldId id="262" r:id="rId19"/>
    <p:sldId id="272" r:id="rId20"/>
    <p:sldId id="263" r:id="rId21"/>
    <p:sldId id="264" r:id="rId22"/>
    <p:sldId id="265" r:id="rId23"/>
    <p:sldId id="266" r:id="rId24"/>
    <p:sldId id="267" r:id="rId25"/>
    <p:sldId id="268" r:id="rId26"/>
    <p:sldId id="269" r:id="rId27"/>
    <p:sldId id="270" r:id="rId28"/>
    <p:sldId id="271" r:id="rId29"/>
    <p:sldId id="27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2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64A09C1-EA5E-4B92-B099-9151957BFD47}"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3193810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4A09C1-EA5E-4B92-B099-9151957BFD47}"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1334249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4A09C1-EA5E-4B92-B099-9151957BFD47}"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2911869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64A09C1-EA5E-4B92-B099-9151957BFD47}"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2483815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64A09C1-EA5E-4B92-B099-9151957BFD47}"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1788999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64A09C1-EA5E-4B92-B099-9151957BFD47}"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3416003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A09C1-EA5E-4B92-B099-9151957BFD47}"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2406020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4A09C1-EA5E-4B92-B099-9151957BFD47}"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2483372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4A09C1-EA5E-4B92-B099-9151957BFD47}"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3615406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4A09C1-EA5E-4B92-B099-9151957BFD47}"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1236503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4A09C1-EA5E-4B92-B099-9151957BFD47}"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76722-41D5-4CF6-A112-0C06E897DFE0}" type="slidenum">
              <a:rPr lang="en-US" smtClean="0"/>
              <a:t>‹#›</a:t>
            </a:fld>
            <a:endParaRPr lang="en-US"/>
          </a:p>
        </p:txBody>
      </p:sp>
    </p:spTree>
    <p:extLst>
      <p:ext uri="{BB962C8B-B14F-4D97-AF65-F5344CB8AC3E}">
        <p14:creationId xmlns:p14="http://schemas.microsoft.com/office/powerpoint/2010/main" val="556421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4A09C1-EA5E-4B92-B099-9151957BFD47}" type="datetimeFigureOut">
              <a:rPr lang="en-US" smtClean="0"/>
              <a:t>4/18/2026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376722-41D5-4CF6-A112-0C06E897DFE0}" type="slidenum">
              <a:rPr lang="en-US" smtClean="0"/>
              <a:t>‹#›</a:t>
            </a:fld>
            <a:endParaRPr lang="en-US"/>
          </a:p>
        </p:txBody>
      </p:sp>
    </p:spTree>
    <p:extLst>
      <p:ext uri="{BB962C8B-B14F-4D97-AF65-F5344CB8AC3E}">
        <p14:creationId xmlns:p14="http://schemas.microsoft.com/office/powerpoint/2010/main" val="1950408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smtClean="0"/>
              <a:t>Generic</a:t>
            </a:r>
            <a:endParaRPr lang="en-US" dirty="0"/>
          </a:p>
        </p:txBody>
      </p:sp>
    </p:spTree>
    <p:extLst>
      <p:ext uri="{BB962C8B-B14F-4D97-AF65-F5344CB8AC3E}">
        <p14:creationId xmlns:p14="http://schemas.microsoft.com/office/powerpoint/2010/main" val="568924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153" y="176270"/>
            <a:ext cx="11898216" cy="6544019"/>
          </a:xfrm>
        </p:spPr>
        <p:txBody>
          <a:bodyPr>
            <a:normAutofit fontScale="92500" lnSpcReduction="10000"/>
          </a:bodyPr>
          <a:lstStyle/>
          <a:p>
            <a:pPr marL="0" indent="0">
              <a:buNone/>
            </a:pPr>
            <a:r>
              <a:rPr lang="en-US" i="1" dirty="0" err="1"/>
              <a:t>Yazılım</a:t>
            </a:r>
            <a:r>
              <a:rPr lang="en-US" i="1" dirty="0"/>
              <a:t> </a:t>
            </a:r>
            <a:r>
              <a:rPr lang="en-US" i="1" dirty="0" err="1"/>
              <a:t>geliştirme</a:t>
            </a:r>
            <a:r>
              <a:rPr lang="en-US" i="1" dirty="0"/>
              <a:t> </a:t>
            </a:r>
            <a:r>
              <a:rPr lang="en-US" i="1" dirty="0" err="1"/>
              <a:t>sürecinde</a:t>
            </a:r>
            <a:r>
              <a:rPr lang="en-US" i="1" dirty="0"/>
              <a:t> </a:t>
            </a:r>
            <a:r>
              <a:rPr lang="en-US" i="1" dirty="0" err="1"/>
              <a:t>sorumluluklarımızdan</a:t>
            </a:r>
            <a:r>
              <a:rPr lang="en-US" i="1" dirty="0"/>
              <a:t> </a:t>
            </a:r>
            <a:r>
              <a:rPr lang="en-US" i="1" dirty="0" err="1"/>
              <a:t>biri</a:t>
            </a:r>
            <a:r>
              <a:rPr lang="en-US" i="1" dirty="0"/>
              <a:t> de </a:t>
            </a:r>
            <a:r>
              <a:rPr lang="en-US" i="1" dirty="0" err="1"/>
              <a:t>hatalarla</a:t>
            </a:r>
            <a:r>
              <a:rPr lang="en-US" i="1" dirty="0"/>
              <a:t> </a:t>
            </a:r>
            <a:r>
              <a:rPr lang="en-US" i="1" dirty="0" err="1"/>
              <a:t>uğraşmak</a:t>
            </a:r>
            <a:r>
              <a:rPr lang="en-US" i="1" dirty="0"/>
              <a:t> </a:t>
            </a:r>
            <a:r>
              <a:rPr lang="en-US" i="1" dirty="0" err="1"/>
              <a:t>ve</a:t>
            </a:r>
            <a:r>
              <a:rPr lang="en-US" i="1" dirty="0"/>
              <a:t> </a:t>
            </a:r>
            <a:r>
              <a:rPr lang="en-US" i="1" dirty="0" err="1"/>
              <a:t>hataları</a:t>
            </a:r>
            <a:r>
              <a:rPr lang="en-US" i="1" dirty="0"/>
              <a:t> </a:t>
            </a:r>
            <a:r>
              <a:rPr lang="en-US" i="1" dirty="0" err="1"/>
              <a:t>çözmeye</a:t>
            </a:r>
            <a:r>
              <a:rPr lang="en-US" i="1" dirty="0"/>
              <a:t> </a:t>
            </a:r>
            <a:r>
              <a:rPr lang="en-US" i="1" dirty="0" err="1"/>
              <a:t>çalışmaktır</a:t>
            </a:r>
            <a:r>
              <a:rPr lang="en-US" i="1" dirty="0"/>
              <a:t>. Her ne </a:t>
            </a:r>
            <a:r>
              <a:rPr lang="en-US" i="1" dirty="0" err="1"/>
              <a:t>kadar</a:t>
            </a:r>
            <a:r>
              <a:rPr lang="en-US" i="1" dirty="0"/>
              <a:t> </a:t>
            </a:r>
            <a:r>
              <a:rPr lang="en-US" i="1" dirty="0" err="1"/>
              <a:t>prensiplere</a:t>
            </a:r>
            <a:r>
              <a:rPr lang="en-US" i="1" dirty="0"/>
              <a:t> </a:t>
            </a:r>
            <a:r>
              <a:rPr lang="en-US" i="1" dirty="0" err="1"/>
              <a:t>uygun</a:t>
            </a:r>
            <a:r>
              <a:rPr lang="en-US" i="1" dirty="0"/>
              <a:t> </a:t>
            </a:r>
            <a:r>
              <a:rPr lang="en-US" i="1" dirty="0" err="1"/>
              <a:t>kod</a:t>
            </a:r>
            <a:r>
              <a:rPr lang="en-US" i="1" dirty="0"/>
              <a:t> </a:t>
            </a:r>
            <a:r>
              <a:rPr lang="en-US" i="1" dirty="0" err="1"/>
              <a:t>yazdığımızı</a:t>
            </a:r>
            <a:r>
              <a:rPr lang="en-US" i="1" dirty="0"/>
              <a:t> </a:t>
            </a:r>
            <a:r>
              <a:rPr lang="en-US" i="1" dirty="0" err="1"/>
              <a:t>ve</a:t>
            </a:r>
            <a:r>
              <a:rPr lang="en-US" i="1" dirty="0"/>
              <a:t> </a:t>
            </a:r>
            <a:r>
              <a:rPr lang="en-US" i="1" dirty="0" err="1"/>
              <a:t>sağlam</a:t>
            </a:r>
            <a:r>
              <a:rPr lang="en-US" i="1" dirty="0"/>
              <a:t> bir </a:t>
            </a:r>
            <a:r>
              <a:rPr lang="en-US" i="1" dirty="0" err="1"/>
              <a:t>uygulama</a:t>
            </a:r>
            <a:r>
              <a:rPr lang="en-US" i="1" dirty="0"/>
              <a:t> </a:t>
            </a:r>
            <a:r>
              <a:rPr lang="en-US" i="1" dirty="0" err="1"/>
              <a:t>geliştirdiğimizi</a:t>
            </a:r>
            <a:r>
              <a:rPr lang="en-US" i="1" dirty="0"/>
              <a:t> </a:t>
            </a:r>
            <a:r>
              <a:rPr lang="en-US" i="1" dirty="0" err="1"/>
              <a:t>düşünsek</a:t>
            </a:r>
            <a:r>
              <a:rPr lang="en-US" i="1" dirty="0"/>
              <a:t> de, </a:t>
            </a:r>
            <a:r>
              <a:rPr lang="en-US" i="1" dirty="0" err="1"/>
              <a:t>sürekli</a:t>
            </a:r>
            <a:r>
              <a:rPr lang="en-US" i="1" dirty="0"/>
              <a:t> </a:t>
            </a:r>
            <a:r>
              <a:rPr lang="en-US" i="1" dirty="0" err="1"/>
              <a:t>gelişen</a:t>
            </a:r>
            <a:r>
              <a:rPr lang="en-US" i="1" dirty="0"/>
              <a:t> </a:t>
            </a:r>
            <a:r>
              <a:rPr lang="en-US" i="1" dirty="0" err="1"/>
              <a:t>sistemlerde</a:t>
            </a:r>
            <a:r>
              <a:rPr lang="en-US" i="1" dirty="0"/>
              <a:t> </a:t>
            </a:r>
            <a:r>
              <a:rPr lang="en-US" i="1" dirty="0" err="1"/>
              <a:t>muhakkak</a:t>
            </a:r>
            <a:r>
              <a:rPr lang="en-US" i="1" dirty="0"/>
              <a:t> bir </a:t>
            </a:r>
            <a:r>
              <a:rPr lang="en-US" i="1" dirty="0" err="1"/>
              <a:t>süre</a:t>
            </a:r>
            <a:r>
              <a:rPr lang="en-US" i="1" dirty="0"/>
              <a:t> </a:t>
            </a:r>
            <a:r>
              <a:rPr lang="en-US" i="1" dirty="0" err="1"/>
              <a:t>sonra</a:t>
            </a:r>
            <a:r>
              <a:rPr lang="en-US" i="1" dirty="0"/>
              <a:t> </a:t>
            </a:r>
            <a:r>
              <a:rPr lang="en-US" i="1" dirty="0" err="1"/>
              <a:t>hatalar</a:t>
            </a:r>
            <a:r>
              <a:rPr lang="en-US" i="1" dirty="0"/>
              <a:t> </a:t>
            </a:r>
            <a:r>
              <a:rPr lang="en-US" i="1" dirty="0" err="1"/>
              <a:t>meydana</a:t>
            </a:r>
            <a:r>
              <a:rPr lang="en-US" i="1" dirty="0"/>
              <a:t> </a:t>
            </a:r>
            <a:r>
              <a:rPr lang="en-US" i="1" dirty="0" err="1"/>
              <a:t>gelmektedir</a:t>
            </a:r>
            <a:r>
              <a:rPr lang="en-US" i="1" dirty="0"/>
              <a:t>.</a:t>
            </a:r>
          </a:p>
          <a:p>
            <a:pPr marL="0" indent="0">
              <a:buNone/>
            </a:pPr>
            <a:r>
              <a:rPr lang="en-US" i="1" dirty="0"/>
              <a:t>Bu </a:t>
            </a:r>
            <a:r>
              <a:rPr lang="en-US" i="1" dirty="0" err="1"/>
              <a:t>tür</a:t>
            </a:r>
            <a:r>
              <a:rPr lang="en-US" i="1" dirty="0"/>
              <a:t> </a:t>
            </a:r>
            <a:r>
              <a:rPr lang="en-US" i="1" dirty="0" err="1"/>
              <a:t>hataları</a:t>
            </a:r>
            <a:r>
              <a:rPr lang="en-US" i="1" dirty="0"/>
              <a:t> </a:t>
            </a:r>
            <a:r>
              <a:rPr lang="en-US" i="1" dirty="0" err="1"/>
              <a:t>engellemek</a:t>
            </a:r>
            <a:r>
              <a:rPr lang="en-US" i="1" dirty="0"/>
              <a:t> </a:t>
            </a:r>
            <a:r>
              <a:rPr lang="en-US" i="1" dirty="0" err="1"/>
              <a:t>için</a:t>
            </a:r>
            <a:r>
              <a:rPr lang="en-US" i="1" dirty="0"/>
              <a:t> </a:t>
            </a:r>
            <a:r>
              <a:rPr lang="en-US" i="1" dirty="0" err="1"/>
              <a:t>kullandığmız</a:t>
            </a:r>
            <a:r>
              <a:rPr lang="en-US" i="1" dirty="0"/>
              <a:t> </a:t>
            </a:r>
            <a:r>
              <a:rPr lang="en-US" i="1" dirty="0" err="1"/>
              <a:t>programlama</a:t>
            </a:r>
            <a:r>
              <a:rPr lang="en-US" i="1" dirty="0"/>
              <a:t> </a:t>
            </a:r>
            <a:r>
              <a:rPr lang="en-US" i="1" dirty="0" err="1"/>
              <a:t>dilleri</a:t>
            </a:r>
            <a:r>
              <a:rPr lang="en-US" i="1" dirty="0"/>
              <a:t> </a:t>
            </a:r>
            <a:r>
              <a:rPr lang="en-US" i="1" dirty="0" err="1"/>
              <a:t>bizlere</a:t>
            </a:r>
            <a:r>
              <a:rPr lang="en-US" i="1" dirty="0"/>
              <a:t> </a:t>
            </a:r>
            <a:r>
              <a:rPr lang="en-US" i="1" dirty="0" err="1"/>
              <a:t>bazı</a:t>
            </a:r>
            <a:r>
              <a:rPr lang="en-US" i="1" dirty="0"/>
              <a:t> </a:t>
            </a:r>
            <a:r>
              <a:rPr lang="en-US" i="1" dirty="0" err="1"/>
              <a:t>özellikler</a:t>
            </a:r>
            <a:r>
              <a:rPr lang="en-US" i="1" dirty="0"/>
              <a:t> </a:t>
            </a:r>
            <a:r>
              <a:rPr lang="en-US" i="1" dirty="0" err="1"/>
              <a:t>sunmaktadır</a:t>
            </a:r>
            <a:r>
              <a:rPr lang="en-US" i="1" dirty="0"/>
              <a:t>. </a:t>
            </a:r>
            <a:r>
              <a:rPr lang="en-US" i="1" dirty="0" err="1"/>
              <a:t>Java’da</a:t>
            </a:r>
            <a:r>
              <a:rPr lang="en-US" i="1" dirty="0"/>
              <a:t> </a:t>
            </a:r>
            <a:r>
              <a:rPr lang="en-US" i="1" dirty="0" err="1"/>
              <a:t>kendi</a:t>
            </a:r>
            <a:r>
              <a:rPr lang="en-US" i="1" dirty="0"/>
              <a:t> </a:t>
            </a:r>
            <a:r>
              <a:rPr lang="en-US" i="1" dirty="0" err="1"/>
              <a:t>ekosistemindeki</a:t>
            </a:r>
            <a:r>
              <a:rPr lang="en-US" i="1" dirty="0"/>
              <a:t> </a:t>
            </a:r>
            <a:r>
              <a:rPr lang="en-US" i="1" dirty="0" err="1"/>
              <a:t>geliştiricelere</a:t>
            </a:r>
            <a:r>
              <a:rPr lang="en-US" i="1" dirty="0"/>
              <a:t> bir </a:t>
            </a:r>
            <a:r>
              <a:rPr lang="en-US" i="1" dirty="0" err="1"/>
              <a:t>çok</a:t>
            </a:r>
            <a:r>
              <a:rPr lang="en-US" i="1" dirty="0"/>
              <a:t> </a:t>
            </a:r>
            <a:r>
              <a:rPr lang="en-US" i="1" dirty="0" err="1"/>
              <a:t>kolaylık</a:t>
            </a:r>
            <a:r>
              <a:rPr lang="en-US" i="1" dirty="0"/>
              <a:t> </a:t>
            </a:r>
            <a:r>
              <a:rPr lang="en-US" i="1" dirty="0" err="1"/>
              <a:t>sağlamaktadır</a:t>
            </a:r>
            <a:r>
              <a:rPr lang="en-US" i="1" dirty="0"/>
              <a:t>. </a:t>
            </a:r>
            <a:r>
              <a:rPr lang="en-US" i="1" dirty="0" err="1"/>
              <a:t>Bunlardan</a:t>
            </a:r>
            <a:r>
              <a:rPr lang="en-US" i="1" dirty="0"/>
              <a:t> </a:t>
            </a:r>
            <a:r>
              <a:rPr lang="en-US" i="1" dirty="0" err="1"/>
              <a:t>birisi</a:t>
            </a:r>
            <a:r>
              <a:rPr lang="en-US" i="1" dirty="0"/>
              <a:t> de </a:t>
            </a:r>
            <a:r>
              <a:rPr lang="en-US" i="1" dirty="0" err="1"/>
              <a:t>yazımızın</a:t>
            </a:r>
            <a:r>
              <a:rPr lang="en-US" i="1" dirty="0"/>
              <a:t> </a:t>
            </a:r>
            <a:r>
              <a:rPr lang="en-US" i="1" dirty="0" err="1"/>
              <a:t>konusu</a:t>
            </a:r>
            <a:r>
              <a:rPr lang="en-US" i="1" dirty="0"/>
              <a:t> </a:t>
            </a:r>
            <a:r>
              <a:rPr lang="en-US" i="1" dirty="0" err="1"/>
              <a:t>olan</a:t>
            </a:r>
            <a:r>
              <a:rPr lang="en-US" i="1" dirty="0"/>
              <a:t> </a:t>
            </a:r>
            <a:r>
              <a:rPr lang="en-US" b="1" i="1" dirty="0"/>
              <a:t>Generic</a:t>
            </a:r>
            <a:r>
              <a:rPr lang="en-US" i="1" dirty="0"/>
              <a:t> </a:t>
            </a:r>
            <a:r>
              <a:rPr lang="en-US" i="1" dirty="0" err="1"/>
              <a:t>tiplerdir</a:t>
            </a:r>
            <a:r>
              <a:rPr lang="en-US" i="1" dirty="0" smtClean="0"/>
              <a:t>.</a:t>
            </a:r>
            <a:endParaRPr lang="tr-TR" i="1" dirty="0"/>
          </a:p>
          <a:p>
            <a:pPr marL="0" indent="0">
              <a:buNone/>
            </a:pPr>
            <a:r>
              <a:rPr lang="en-US" b="1" dirty="0" err="1" smtClean="0"/>
              <a:t>Kısaca</a:t>
            </a:r>
            <a:r>
              <a:rPr lang="en-US" b="1" dirty="0" smtClean="0"/>
              <a:t> </a:t>
            </a:r>
            <a:r>
              <a:rPr lang="en-US" b="1" dirty="0"/>
              <a:t>Generics </a:t>
            </a:r>
            <a:r>
              <a:rPr lang="en-US" b="1" dirty="0" err="1"/>
              <a:t>Nedir</a:t>
            </a:r>
            <a:r>
              <a:rPr lang="en-US" b="1" dirty="0"/>
              <a:t>?</a:t>
            </a:r>
          </a:p>
          <a:p>
            <a:pPr marL="0" indent="0">
              <a:buNone/>
            </a:pPr>
            <a:r>
              <a:rPr lang="en-US" b="1" dirty="0"/>
              <a:t>Generics</a:t>
            </a:r>
            <a:r>
              <a:rPr lang="en-US" dirty="0"/>
              <a:t>, </a:t>
            </a:r>
            <a:r>
              <a:rPr lang="en-US" dirty="0" err="1"/>
              <a:t>farklı</a:t>
            </a:r>
            <a:r>
              <a:rPr lang="en-US" dirty="0"/>
              <a:t> </a:t>
            </a:r>
            <a:r>
              <a:rPr lang="en-US" dirty="0" err="1"/>
              <a:t>referans</a:t>
            </a:r>
            <a:r>
              <a:rPr lang="en-US" dirty="0"/>
              <a:t> </a:t>
            </a:r>
            <a:r>
              <a:rPr lang="en-US" dirty="0" err="1"/>
              <a:t>veri</a:t>
            </a:r>
            <a:r>
              <a:rPr lang="en-US" dirty="0"/>
              <a:t> </a:t>
            </a:r>
            <a:r>
              <a:rPr lang="en-US" dirty="0" err="1"/>
              <a:t>tiplerini</a:t>
            </a:r>
            <a:r>
              <a:rPr lang="en-US" dirty="0"/>
              <a:t> </a:t>
            </a:r>
            <a:r>
              <a:rPr lang="en-US" dirty="0" err="1"/>
              <a:t>alan</a:t>
            </a:r>
            <a:r>
              <a:rPr lang="en-US" dirty="0"/>
              <a:t>, </a:t>
            </a:r>
            <a:r>
              <a:rPr lang="en-US" dirty="0" err="1"/>
              <a:t>hangi</a:t>
            </a:r>
            <a:r>
              <a:rPr lang="en-US" dirty="0"/>
              <a:t> </a:t>
            </a:r>
            <a:r>
              <a:rPr lang="en-US" dirty="0" err="1"/>
              <a:t>referans</a:t>
            </a:r>
            <a:r>
              <a:rPr lang="en-US" dirty="0"/>
              <a:t> </a:t>
            </a:r>
            <a:r>
              <a:rPr lang="en-US" dirty="0" err="1"/>
              <a:t>tipini</a:t>
            </a:r>
            <a:r>
              <a:rPr lang="en-US" dirty="0"/>
              <a:t> </a:t>
            </a:r>
            <a:r>
              <a:rPr lang="en-US" dirty="0" err="1"/>
              <a:t>alacağına</a:t>
            </a:r>
            <a:r>
              <a:rPr lang="en-US" dirty="0"/>
              <a:t> </a:t>
            </a:r>
            <a:r>
              <a:rPr lang="en-US" dirty="0" err="1"/>
              <a:t>karar</a:t>
            </a:r>
            <a:r>
              <a:rPr lang="en-US" dirty="0"/>
              <a:t> </a:t>
            </a:r>
            <a:r>
              <a:rPr lang="en-US" dirty="0" err="1"/>
              <a:t>verebileceğimiz</a:t>
            </a:r>
            <a:r>
              <a:rPr lang="en-US" dirty="0"/>
              <a:t> </a:t>
            </a:r>
            <a:r>
              <a:rPr lang="en-US" dirty="0" err="1"/>
              <a:t>ve</a:t>
            </a:r>
            <a:r>
              <a:rPr lang="en-US" dirty="0"/>
              <a:t> </a:t>
            </a:r>
            <a:r>
              <a:rPr lang="en-US" dirty="0" err="1"/>
              <a:t>üzerinde</a:t>
            </a:r>
            <a:r>
              <a:rPr lang="en-US" dirty="0"/>
              <a:t> </a:t>
            </a:r>
            <a:r>
              <a:rPr lang="en-US" dirty="0" err="1"/>
              <a:t>benzer</a:t>
            </a:r>
            <a:r>
              <a:rPr lang="en-US" dirty="0"/>
              <a:t> </a:t>
            </a:r>
            <a:r>
              <a:rPr lang="en-US" dirty="0" err="1"/>
              <a:t>işlemler</a:t>
            </a:r>
            <a:r>
              <a:rPr lang="en-US" dirty="0"/>
              <a:t> </a:t>
            </a:r>
            <a:r>
              <a:rPr lang="en-US" dirty="0" err="1"/>
              <a:t>yapabileceğimiz</a:t>
            </a:r>
            <a:r>
              <a:rPr lang="en-US" dirty="0"/>
              <a:t> bir </a:t>
            </a:r>
            <a:r>
              <a:rPr lang="en-US" dirty="0" err="1"/>
              <a:t>sınıfdır</a:t>
            </a:r>
            <a:r>
              <a:rPr lang="en-US" dirty="0" smtClean="0"/>
              <a:t>.</a:t>
            </a:r>
            <a:endParaRPr lang="tr-TR" dirty="0" smtClean="0"/>
          </a:p>
          <a:p>
            <a:pPr marL="0" indent="0">
              <a:buNone/>
            </a:pPr>
            <a:r>
              <a:rPr lang="en-US" dirty="0"/>
              <a:t>Bu </a:t>
            </a:r>
            <a:r>
              <a:rPr lang="en-US" dirty="0" err="1"/>
              <a:t>önemli</a:t>
            </a:r>
            <a:r>
              <a:rPr lang="en-US" dirty="0"/>
              <a:t> </a:t>
            </a:r>
            <a:r>
              <a:rPr lang="en-US" dirty="0" err="1"/>
              <a:t>özelliklerin</a:t>
            </a:r>
            <a:r>
              <a:rPr lang="en-US" dirty="0"/>
              <a:t> </a:t>
            </a:r>
            <a:r>
              <a:rPr lang="en-US" dirty="0" err="1"/>
              <a:t>yanında</a:t>
            </a:r>
            <a:r>
              <a:rPr lang="en-US" dirty="0"/>
              <a:t> </a:t>
            </a:r>
            <a:r>
              <a:rPr lang="en-US" dirty="0" err="1"/>
              <a:t>birde</a:t>
            </a:r>
            <a:r>
              <a:rPr lang="en-US" dirty="0"/>
              <a:t> </a:t>
            </a:r>
            <a:r>
              <a:rPr lang="en-US" b="1" dirty="0"/>
              <a:t>Generics</a:t>
            </a:r>
            <a:r>
              <a:rPr lang="en-US" dirty="0"/>
              <a:t> </a:t>
            </a:r>
            <a:r>
              <a:rPr lang="en-US" dirty="0" err="1"/>
              <a:t>ifadeler</a:t>
            </a:r>
            <a:r>
              <a:rPr lang="en-US" dirty="0"/>
              <a:t> </a:t>
            </a:r>
            <a:r>
              <a:rPr lang="en-US" dirty="0" err="1"/>
              <a:t>dile</a:t>
            </a:r>
            <a:r>
              <a:rPr lang="en-US" dirty="0"/>
              <a:t> </a:t>
            </a:r>
            <a:r>
              <a:rPr lang="en-US" dirty="0" err="1"/>
              <a:t>kazandırıldı</a:t>
            </a:r>
            <a:r>
              <a:rPr lang="en-US" dirty="0"/>
              <a:t>. </a:t>
            </a:r>
            <a:r>
              <a:rPr lang="en-US" b="1" dirty="0"/>
              <a:t>Generics</a:t>
            </a:r>
            <a:r>
              <a:rPr lang="en-US" dirty="0"/>
              <a:t> </a:t>
            </a:r>
            <a:r>
              <a:rPr lang="en-US" dirty="0" err="1"/>
              <a:t>ifadelerin</a:t>
            </a:r>
            <a:r>
              <a:rPr lang="en-US" dirty="0"/>
              <a:t> </a:t>
            </a:r>
            <a:r>
              <a:rPr lang="en-US" dirty="0" err="1"/>
              <a:t>gelmesiyle</a:t>
            </a:r>
            <a:r>
              <a:rPr lang="en-US" dirty="0"/>
              <a:t> </a:t>
            </a:r>
            <a:r>
              <a:rPr lang="en-US" dirty="0" err="1"/>
              <a:t>dil</a:t>
            </a:r>
            <a:r>
              <a:rPr lang="en-US" dirty="0"/>
              <a:t> </a:t>
            </a:r>
            <a:r>
              <a:rPr lang="en-US" dirty="0" err="1"/>
              <a:t>büyük</a:t>
            </a:r>
            <a:r>
              <a:rPr lang="en-US" dirty="0"/>
              <a:t> bir </a:t>
            </a:r>
            <a:r>
              <a:rPr lang="en-US" dirty="0" err="1"/>
              <a:t>gelişim</a:t>
            </a:r>
            <a:r>
              <a:rPr lang="en-US" dirty="0"/>
              <a:t> </a:t>
            </a:r>
            <a:r>
              <a:rPr lang="en-US" dirty="0" err="1"/>
              <a:t>ve</a:t>
            </a:r>
            <a:r>
              <a:rPr lang="en-US" dirty="0"/>
              <a:t> </a:t>
            </a:r>
            <a:r>
              <a:rPr lang="en-US" dirty="0" err="1"/>
              <a:t>değişime</a:t>
            </a:r>
            <a:r>
              <a:rPr lang="en-US" dirty="0"/>
              <a:t> </a:t>
            </a:r>
            <a:r>
              <a:rPr lang="en-US" dirty="0" err="1"/>
              <a:t>uğradı</a:t>
            </a:r>
            <a:r>
              <a:rPr lang="en-US" dirty="0"/>
              <a:t>. </a:t>
            </a:r>
            <a:r>
              <a:rPr lang="en-US" dirty="0" err="1"/>
              <a:t>Birçok</a:t>
            </a:r>
            <a:r>
              <a:rPr lang="en-US" dirty="0"/>
              <a:t> java </a:t>
            </a:r>
            <a:r>
              <a:rPr lang="en-US" dirty="0" err="1"/>
              <a:t>kütüphanesi</a:t>
            </a:r>
            <a:r>
              <a:rPr lang="en-US" dirty="0"/>
              <a:t> </a:t>
            </a:r>
            <a:r>
              <a:rPr lang="en-US" b="1" dirty="0"/>
              <a:t>Generics</a:t>
            </a:r>
            <a:r>
              <a:rPr lang="en-US" dirty="0"/>
              <a:t> </a:t>
            </a:r>
            <a:r>
              <a:rPr lang="en-US" dirty="0" err="1"/>
              <a:t>ifadeler</a:t>
            </a:r>
            <a:r>
              <a:rPr lang="en-US" dirty="0"/>
              <a:t> </a:t>
            </a:r>
            <a:r>
              <a:rPr lang="en-US" dirty="0" err="1"/>
              <a:t>ile</a:t>
            </a:r>
            <a:r>
              <a:rPr lang="en-US" dirty="0"/>
              <a:t> </a:t>
            </a:r>
            <a:r>
              <a:rPr lang="en-US" dirty="0" err="1"/>
              <a:t>yeniden</a:t>
            </a:r>
            <a:r>
              <a:rPr lang="en-US" dirty="0"/>
              <a:t> </a:t>
            </a:r>
            <a:r>
              <a:rPr lang="en-US" dirty="0" err="1"/>
              <a:t>yazıldı</a:t>
            </a:r>
            <a:r>
              <a:rPr lang="en-US" dirty="0" smtClean="0"/>
              <a:t>.</a:t>
            </a:r>
            <a:endParaRPr lang="tr-TR" dirty="0" smtClean="0"/>
          </a:p>
          <a:p>
            <a:pPr marL="0" indent="0">
              <a:buNone/>
            </a:pPr>
            <a:r>
              <a:rPr lang="en-US" b="1" dirty="0"/>
              <a:t>Generics </a:t>
            </a:r>
            <a:r>
              <a:rPr lang="en-US" b="1" dirty="0" err="1"/>
              <a:t>öncesi</a:t>
            </a:r>
            <a:endParaRPr lang="en-US" b="1" dirty="0"/>
          </a:p>
          <a:p>
            <a:pPr marL="0" indent="0">
              <a:buNone/>
            </a:pPr>
            <a:r>
              <a:rPr lang="en-US" dirty="0"/>
              <a:t>Java 1.4 </a:t>
            </a:r>
            <a:r>
              <a:rPr lang="en-US" dirty="0" err="1"/>
              <a:t>ve</a:t>
            </a:r>
            <a:r>
              <a:rPr lang="en-US" dirty="0"/>
              <a:t> </a:t>
            </a:r>
            <a:r>
              <a:rPr lang="en-US" dirty="0" err="1"/>
              <a:t>önceki</a:t>
            </a:r>
            <a:r>
              <a:rPr lang="en-US" dirty="0"/>
              <a:t> </a:t>
            </a:r>
            <a:r>
              <a:rPr lang="en-US" dirty="0" err="1"/>
              <a:t>sürümlerde</a:t>
            </a:r>
            <a:r>
              <a:rPr lang="en-US" dirty="0"/>
              <a:t> </a:t>
            </a:r>
            <a:r>
              <a:rPr lang="en-US" dirty="0" err="1"/>
              <a:t>farklı</a:t>
            </a:r>
            <a:r>
              <a:rPr lang="en-US" dirty="0"/>
              <a:t> </a:t>
            </a:r>
            <a:r>
              <a:rPr lang="en-US" dirty="0" err="1"/>
              <a:t>veri</a:t>
            </a:r>
            <a:r>
              <a:rPr lang="en-US" dirty="0"/>
              <a:t> </a:t>
            </a:r>
            <a:r>
              <a:rPr lang="en-US" dirty="0" err="1"/>
              <a:t>tipleri</a:t>
            </a:r>
            <a:r>
              <a:rPr lang="en-US" dirty="0"/>
              <a:t> </a:t>
            </a:r>
            <a:r>
              <a:rPr lang="en-US" dirty="0" err="1"/>
              <a:t>ile</a:t>
            </a:r>
            <a:r>
              <a:rPr lang="en-US" dirty="0"/>
              <a:t> </a:t>
            </a:r>
            <a:r>
              <a:rPr lang="en-US" dirty="0" err="1"/>
              <a:t>çalışma</a:t>
            </a:r>
            <a:r>
              <a:rPr lang="en-US" dirty="0"/>
              <a:t> </a:t>
            </a:r>
            <a:r>
              <a:rPr lang="en-US" dirty="0" err="1"/>
              <a:t>ihtiyacı</a:t>
            </a:r>
            <a:r>
              <a:rPr lang="en-US" dirty="0"/>
              <a:t> </a:t>
            </a:r>
            <a:r>
              <a:rPr lang="en-US" dirty="0" err="1"/>
              <a:t>olduğunda</a:t>
            </a:r>
            <a:r>
              <a:rPr lang="en-US" dirty="0"/>
              <a:t> </a:t>
            </a:r>
            <a:r>
              <a:rPr lang="en-US" b="1" dirty="0"/>
              <a:t>Object</a:t>
            </a:r>
            <a:r>
              <a:rPr lang="en-US" dirty="0"/>
              <a:t> </a:t>
            </a:r>
            <a:r>
              <a:rPr lang="en-US" dirty="0" err="1"/>
              <a:t>ve</a:t>
            </a:r>
            <a:r>
              <a:rPr lang="en-US" dirty="0"/>
              <a:t> </a:t>
            </a:r>
            <a:r>
              <a:rPr lang="en-US" b="1" dirty="0"/>
              <a:t>raw</a:t>
            </a:r>
            <a:r>
              <a:rPr lang="en-US" dirty="0"/>
              <a:t> </a:t>
            </a:r>
            <a:r>
              <a:rPr lang="en-US" dirty="0" err="1"/>
              <a:t>ile</a:t>
            </a:r>
            <a:r>
              <a:rPr lang="en-US" dirty="0"/>
              <a:t> </a:t>
            </a:r>
            <a:r>
              <a:rPr lang="en-US" dirty="0" err="1"/>
              <a:t>bu</a:t>
            </a:r>
            <a:r>
              <a:rPr lang="en-US" dirty="0"/>
              <a:t> </a:t>
            </a:r>
            <a:r>
              <a:rPr lang="en-US" dirty="0" err="1"/>
              <a:t>ihtiyaç</a:t>
            </a:r>
            <a:r>
              <a:rPr lang="en-US" dirty="0"/>
              <a:t> </a:t>
            </a:r>
            <a:r>
              <a:rPr lang="en-US" dirty="0" err="1"/>
              <a:t>karşılanıyordu</a:t>
            </a:r>
            <a:r>
              <a:rPr lang="en-US" dirty="0" smtClean="0"/>
              <a:t>.</a:t>
            </a:r>
            <a:endParaRPr lang="tr-TR" dirty="0" smtClean="0"/>
          </a:p>
          <a:p>
            <a:pPr marL="0" indent="0">
              <a:buNone/>
            </a:pPr>
            <a:endParaRPr lang="en-US" dirty="0"/>
          </a:p>
          <a:p>
            <a:pPr marL="0" indent="0">
              <a:buNone/>
            </a:pPr>
            <a:endParaRPr lang="en-US" dirty="0"/>
          </a:p>
          <a:p>
            <a:pPr marL="0" indent="0">
              <a:buNone/>
            </a:pPr>
            <a:endParaRPr lang="en-US" i="1" dirty="0"/>
          </a:p>
          <a:p>
            <a:pPr marL="0" indent="0">
              <a:buNone/>
            </a:pPr>
            <a:endParaRPr lang="en-US" dirty="0"/>
          </a:p>
        </p:txBody>
      </p:sp>
    </p:spTree>
    <p:extLst>
      <p:ext uri="{BB962C8B-B14F-4D97-AF65-F5344CB8AC3E}">
        <p14:creationId xmlns:p14="http://schemas.microsoft.com/office/powerpoint/2010/main" val="29223990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7" y="165252"/>
            <a:ext cx="11788049" cy="6544019"/>
          </a:xfrm>
        </p:spPr>
        <p:txBody>
          <a:bodyPr/>
          <a:lstStyle/>
          <a:p>
            <a:pPr marL="0" indent="0">
              <a:buNone/>
            </a:pPr>
            <a:r>
              <a:rPr lang="en-US" dirty="0" smtClean="0"/>
              <a:t>“</a:t>
            </a:r>
            <a:r>
              <a:rPr lang="en-US" b="1" i="1" dirty="0" err="1"/>
              <a:t>C#’ta</a:t>
            </a:r>
            <a:r>
              <a:rPr lang="en-US" b="1" i="1" dirty="0"/>
              <a:t> </a:t>
            </a:r>
            <a:r>
              <a:rPr lang="tr-TR" b="1" i="1" dirty="0" smtClean="0"/>
              <a:t>ve Java’da </a:t>
            </a:r>
            <a:r>
              <a:rPr lang="en-US" b="1" i="1" dirty="0" err="1" smtClean="0"/>
              <a:t>neden</a:t>
            </a:r>
            <a:r>
              <a:rPr lang="en-US" b="1" i="1" dirty="0" smtClean="0"/>
              <a:t> </a:t>
            </a:r>
            <a:r>
              <a:rPr lang="en-US" b="1" i="1" dirty="0" err="1"/>
              <a:t>farklı</a:t>
            </a:r>
            <a:r>
              <a:rPr lang="en-US" b="1" i="1" dirty="0"/>
              <a:t> </a:t>
            </a:r>
            <a:r>
              <a:rPr lang="en-US" b="1" i="1" dirty="0" err="1"/>
              <a:t>farklı</a:t>
            </a:r>
            <a:r>
              <a:rPr lang="en-US" b="1" i="1" dirty="0"/>
              <a:t> </a:t>
            </a:r>
            <a:r>
              <a:rPr lang="en-US" b="1" i="1" dirty="0" err="1"/>
              <a:t>değişken</a:t>
            </a:r>
            <a:r>
              <a:rPr lang="en-US" b="1" i="1" dirty="0"/>
              <a:t> </a:t>
            </a:r>
            <a:r>
              <a:rPr lang="en-US" b="1" i="1" dirty="0" err="1"/>
              <a:t>tipleri</a:t>
            </a:r>
            <a:r>
              <a:rPr lang="en-US" b="1" i="1" dirty="0"/>
              <a:t> </a:t>
            </a:r>
            <a:r>
              <a:rPr lang="en-US" b="1" i="1" dirty="0" err="1"/>
              <a:t>ve</a:t>
            </a:r>
            <a:r>
              <a:rPr lang="en-US" b="1" i="1" dirty="0"/>
              <a:t> </a:t>
            </a:r>
            <a:r>
              <a:rPr lang="en-US" b="1" i="1" dirty="0" err="1"/>
              <a:t>bunların</a:t>
            </a:r>
            <a:r>
              <a:rPr lang="en-US" b="1" i="1" dirty="0"/>
              <a:t> </a:t>
            </a:r>
            <a:r>
              <a:rPr lang="en-US" b="1" i="1" dirty="0" err="1"/>
              <a:t>farklı</a:t>
            </a:r>
            <a:r>
              <a:rPr lang="en-US" b="1" i="1" dirty="0"/>
              <a:t> </a:t>
            </a:r>
            <a:r>
              <a:rPr lang="en-US" b="1" i="1" dirty="0" err="1"/>
              <a:t>boyutları</a:t>
            </a:r>
            <a:r>
              <a:rPr lang="en-US" b="1" i="1" dirty="0"/>
              <a:t>, </a:t>
            </a:r>
            <a:r>
              <a:rPr lang="en-US" b="1" i="1" dirty="0" err="1"/>
              <a:t>kapasiteleri</a:t>
            </a:r>
            <a:r>
              <a:rPr lang="en-US" b="1" i="1" dirty="0"/>
              <a:t> </a:t>
            </a:r>
            <a:r>
              <a:rPr lang="en-US" b="1" i="1" dirty="0" err="1"/>
              <a:t>var</a:t>
            </a:r>
            <a:r>
              <a:rPr lang="en-US" b="1" i="1" dirty="0"/>
              <a:t> </a:t>
            </a:r>
            <a:r>
              <a:rPr lang="en-US" b="1" i="1" dirty="0" err="1"/>
              <a:t>ki</a:t>
            </a:r>
            <a:r>
              <a:rPr lang="en-US" b="1" i="1" dirty="0"/>
              <a:t>? </a:t>
            </a:r>
            <a:r>
              <a:rPr lang="en-US" b="1" i="1" dirty="0" err="1"/>
              <a:t>Tek</a:t>
            </a:r>
            <a:r>
              <a:rPr lang="en-US" b="1" i="1" dirty="0"/>
              <a:t> bir </a:t>
            </a:r>
            <a:r>
              <a:rPr lang="en-US" b="1" i="1" dirty="0" err="1"/>
              <a:t>tane</a:t>
            </a:r>
            <a:r>
              <a:rPr lang="en-US" b="1" i="1" dirty="0"/>
              <a:t> </a:t>
            </a:r>
            <a:r>
              <a:rPr lang="en-US" b="1" i="1" dirty="0" err="1"/>
              <a:t>değişken</a:t>
            </a:r>
            <a:r>
              <a:rPr lang="en-US" b="1" i="1" dirty="0"/>
              <a:t> </a:t>
            </a:r>
            <a:r>
              <a:rPr lang="en-US" b="1" i="1" dirty="0" err="1"/>
              <a:t>türü</a:t>
            </a:r>
            <a:r>
              <a:rPr lang="en-US" b="1" i="1" dirty="0"/>
              <a:t> </a:t>
            </a:r>
            <a:r>
              <a:rPr lang="en-US" b="1" i="1" dirty="0" err="1"/>
              <a:t>olsa</a:t>
            </a:r>
            <a:r>
              <a:rPr lang="en-US" b="1" i="1" dirty="0"/>
              <a:t> da </a:t>
            </a:r>
            <a:r>
              <a:rPr lang="en-US" b="1" i="1" dirty="0" err="1"/>
              <a:t>bu</a:t>
            </a:r>
            <a:r>
              <a:rPr lang="en-US" b="1" i="1" dirty="0"/>
              <a:t> </a:t>
            </a:r>
            <a:r>
              <a:rPr lang="en-US" b="1" i="1" dirty="0" err="1"/>
              <a:t>kadar</a:t>
            </a:r>
            <a:r>
              <a:rPr lang="en-US" b="1" i="1" dirty="0"/>
              <a:t> </a:t>
            </a:r>
            <a:r>
              <a:rPr lang="en-US" b="1" i="1" dirty="0" err="1"/>
              <a:t>uğraşmasak</a:t>
            </a:r>
            <a:r>
              <a:rPr lang="en-US" b="1" i="1" dirty="0"/>
              <a:t> </a:t>
            </a:r>
            <a:r>
              <a:rPr lang="en-US" b="1" i="1" dirty="0" err="1"/>
              <a:t>olmaz</a:t>
            </a:r>
            <a:r>
              <a:rPr lang="en-US" b="1" i="1" dirty="0"/>
              <a:t> </a:t>
            </a:r>
            <a:r>
              <a:rPr lang="en-US" b="1" i="1" dirty="0" err="1"/>
              <a:t>mıydı</a:t>
            </a:r>
            <a:r>
              <a:rPr lang="en-US" b="1" i="1" dirty="0" smtClean="0"/>
              <a:t>?</a:t>
            </a:r>
            <a:r>
              <a:rPr lang="en-US" dirty="0" smtClean="0"/>
              <a:t>”</a:t>
            </a:r>
            <a:r>
              <a:rPr lang="tr-TR" dirty="0" smtClean="0"/>
              <a:t>.</a:t>
            </a:r>
          </a:p>
          <a:p>
            <a:pPr marL="0" indent="0">
              <a:buNone/>
            </a:pPr>
            <a:r>
              <a:rPr lang="en-US" dirty="0" err="1" smtClean="0"/>
              <a:t>Elbette</a:t>
            </a:r>
            <a:r>
              <a:rPr lang="en-US" dirty="0" smtClean="0"/>
              <a:t> </a:t>
            </a:r>
            <a:r>
              <a:rPr lang="en-US" dirty="0" err="1"/>
              <a:t>tek</a:t>
            </a:r>
            <a:r>
              <a:rPr lang="en-US" dirty="0"/>
              <a:t> bir </a:t>
            </a:r>
            <a:r>
              <a:rPr lang="en-US" dirty="0" err="1"/>
              <a:t>veri</a:t>
            </a:r>
            <a:r>
              <a:rPr lang="en-US" dirty="0"/>
              <a:t> tipi </a:t>
            </a:r>
            <a:r>
              <a:rPr lang="en-US" dirty="0" err="1"/>
              <a:t>olması</a:t>
            </a:r>
            <a:r>
              <a:rPr lang="en-US" dirty="0"/>
              <a:t> biz </a:t>
            </a:r>
            <a:r>
              <a:rPr lang="en-US" dirty="0" err="1"/>
              <a:t>yazılım</a:t>
            </a:r>
            <a:r>
              <a:rPr lang="en-US" dirty="0"/>
              <a:t> </a:t>
            </a:r>
            <a:r>
              <a:rPr lang="en-US" dirty="0" err="1"/>
              <a:t>geliştirenlerin</a:t>
            </a:r>
            <a:r>
              <a:rPr lang="en-US" dirty="0"/>
              <a:t> </a:t>
            </a:r>
            <a:r>
              <a:rPr lang="en-US" dirty="0" err="1"/>
              <a:t>işini</a:t>
            </a:r>
            <a:r>
              <a:rPr lang="en-US" dirty="0"/>
              <a:t> bir </a:t>
            </a:r>
            <a:r>
              <a:rPr lang="en-US" dirty="0" err="1"/>
              <a:t>hayli</a:t>
            </a:r>
            <a:r>
              <a:rPr lang="en-US" dirty="0"/>
              <a:t> </a:t>
            </a:r>
            <a:r>
              <a:rPr lang="en-US" dirty="0" err="1"/>
              <a:t>kolaylaştıracaktı</a:t>
            </a:r>
            <a:r>
              <a:rPr lang="en-US" dirty="0"/>
              <a:t> </a:t>
            </a:r>
            <a:r>
              <a:rPr lang="en-US" dirty="0" err="1"/>
              <a:t>ancak</a:t>
            </a:r>
            <a:r>
              <a:rPr lang="en-US" dirty="0"/>
              <a:t> </a:t>
            </a:r>
            <a:r>
              <a:rPr lang="en-US" dirty="0" err="1"/>
              <a:t>yazılım</a:t>
            </a:r>
            <a:r>
              <a:rPr lang="en-US" dirty="0"/>
              <a:t> </a:t>
            </a:r>
            <a:r>
              <a:rPr lang="en-US" dirty="0" err="1"/>
              <a:t>geliştirmede</a:t>
            </a:r>
            <a:r>
              <a:rPr lang="en-US" dirty="0"/>
              <a:t> </a:t>
            </a:r>
            <a:r>
              <a:rPr lang="en-US" dirty="0" err="1"/>
              <a:t>yalnızca</a:t>
            </a:r>
            <a:r>
              <a:rPr lang="en-US" dirty="0"/>
              <a:t> </a:t>
            </a:r>
            <a:r>
              <a:rPr lang="en-US" dirty="0" err="1"/>
              <a:t>kod</a:t>
            </a:r>
            <a:r>
              <a:rPr lang="en-US" dirty="0"/>
              <a:t> </a:t>
            </a:r>
            <a:r>
              <a:rPr lang="en-US" dirty="0" err="1"/>
              <a:t>yazan</a:t>
            </a:r>
            <a:r>
              <a:rPr lang="en-US" dirty="0"/>
              <a:t> </a:t>
            </a:r>
            <a:r>
              <a:rPr lang="en-US" dirty="0" err="1"/>
              <a:t>kişiler</a:t>
            </a:r>
            <a:r>
              <a:rPr lang="en-US" dirty="0"/>
              <a:t> </a:t>
            </a:r>
            <a:r>
              <a:rPr lang="en-US" dirty="0" err="1"/>
              <a:t>olarak</a:t>
            </a:r>
            <a:r>
              <a:rPr lang="en-US" dirty="0"/>
              <a:t> </a:t>
            </a:r>
            <a:r>
              <a:rPr lang="en-US" dirty="0" err="1"/>
              <a:t>kendi</a:t>
            </a:r>
            <a:r>
              <a:rPr lang="en-US" dirty="0"/>
              <a:t> </a:t>
            </a:r>
            <a:r>
              <a:rPr lang="en-US" dirty="0" err="1"/>
              <a:t>kolaylıklarımızdan</a:t>
            </a:r>
            <a:r>
              <a:rPr lang="en-US" dirty="0"/>
              <a:t> </a:t>
            </a:r>
            <a:r>
              <a:rPr lang="en-US" dirty="0" err="1"/>
              <a:t>sorumlu</a:t>
            </a:r>
            <a:r>
              <a:rPr lang="en-US" dirty="0"/>
              <a:t> </a:t>
            </a:r>
            <a:r>
              <a:rPr lang="en-US" dirty="0" err="1"/>
              <a:t>değiliz</a:t>
            </a:r>
            <a:r>
              <a:rPr lang="en-US" dirty="0"/>
              <a:t>. </a:t>
            </a:r>
            <a:endParaRPr lang="tr-TR" dirty="0" smtClean="0"/>
          </a:p>
          <a:p>
            <a:pPr marL="0" indent="0">
              <a:buNone/>
            </a:pPr>
            <a:r>
              <a:rPr lang="en-US" dirty="0" err="1" smtClean="0"/>
              <a:t>Geliştirdiğimiz</a:t>
            </a:r>
            <a:r>
              <a:rPr lang="en-US" dirty="0" smtClean="0"/>
              <a:t> </a:t>
            </a:r>
            <a:r>
              <a:rPr lang="en-US" dirty="0"/>
              <a:t>her </a:t>
            </a:r>
            <a:r>
              <a:rPr lang="en-US" dirty="0" err="1"/>
              <a:t>yazılımın</a:t>
            </a:r>
            <a:r>
              <a:rPr lang="en-US" dirty="0"/>
              <a:t> </a:t>
            </a:r>
            <a:r>
              <a:rPr lang="en-US" dirty="0" err="1"/>
              <a:t>tükettiği</a:t>
            </a:r>
            <a:r>
              <a:rPr lang="en-US" dirty="0"/>
              <a:t> </a:t>
            </a:r>
            <a:r>
              <a:rPr lang="en-US" dirty="0" err="1"/>
              <a:t>kaynaklar</a:t>
            </a:r>
            <a:r>
              <a:rPr lang="en-US" dirty="0"/>
              <a:t> </a:t>
            </a:r>
            <a:r>
              <a:rPr lang="en-US" dirty="0" err="1"/>
              <a:t>mevcut</a:t>
            </a:r>
            <a:r>
              <a:rPr lang="en-US" dirty="0"/>
              <a:t>. </a:t>
            </a:r>
            <a:r>
              <a:rPr lang="en-US" dirty="0" err="1"/>
              <a:t>Tüketilen</a:t>
            </a:r>
            <a:r>
              <a:rPr lang="en-US" dirty="0"/>
              <a:t> </a:t>
            </a:r>
            <a:r>
              <a:rPr lang="en-US" dirty="0" err="1"/>
              <a:t>kaynakları</a:t>
            </a:r>
            <a:r>
              <a:rPr lang="en-US" dirty="0"/>
              <a:t> optimum </a:t>
            </a:r>
            <a:r>
              <a:rPr lang="en-US" dirty="0" err="1"/>
              <a:t>kullanmak</a:t>
            </a:r>
            <a:r>
              <a:rPr lang="en-US" dirty="0"/>
              <a:t> da </a:t>
            </a:r>
            <a:r>
              <a:rPr lang="en-US" dirty="0" err="1"/>
              <a:t>bizlerin</a:t>
            </a:r>
            <a:r>
              <a:rPr lang="en-US" dirty="0"/>
              <a:t> </a:t>
            </a:r>
            <a:r>
              <a:rPr lang="en-US" dirty="0" err="1"/>
              <a:t>sorumluluğu</a:t>
            </a:r>
            <a:r>
              <a:rPr lang="en-US" dirty="0"/>
              <a:t> </a:t>
            </a:r>
            <a:r>
              <a:rPr lang="en-US" dirty="0" err="1"/>
              <a:t>arasındadır</a:t>
            </a:r>
            <a:r>
              <a:rPr lang="en-US" dirty="0"/>
              <a:t>. </a:t>
            </a:r>
            <a:r>
              <a:rPr lang="en-US" dirty="0" err="1"/>
              <a:t>Elimizdeki</a:t>
            </a:r>
            <a:r>
              <a:rPr lang="en-US" dirty="0"/>
              <a:t> </a:t>
            </a:r>
            <a:r>
              <a:rPr lang="en-US" dirty="0" err="1"/>
              <a:t>kaynakları</a:t>
            </a:r>
            <a:r>
              <a:rPr lang="en-US" dirty="0"/>
              <a:t> ne </a:t>
            </a:r>
            <a:r>
              <a:rPr lang="en-US" dirty="0" err="1"/>
              <a:t>kadar</a:t>
            </a:r>
            <a:r>
              <a:rPr lang="en-US" dirty="0"/>
              <a:t> </a:t>
            </a:r>
            <a:r>
              <a:rPr lang="en-US" dirty="0" err="1"/>
              <a:t>iyi</a:t>
            </a:r>
            <a:r>
              <a:rPr lang="en-US" dirty="0"/>
              <a:t> </a:t>
            </a:r>
            <a:r>
              <a:rPr lang="en-US" dirty="0" err="1"/>
              <a:t>kullandığımız</a:t>
            </a:r>
            <a:r>
              <a:rPr lang="en-US" dirty="0"/>
              <a:t> </a:t>
            </a:r>
            <a:r>
              <a:rPr lang="en-US" dirty="0" err="1"/>
              <a:t>bizlerin</a:t>
            </a:r>
            <a:r>
              <a:rPr lang="en-US" dirty="0"/>
              <a:t> ne </a:t>
            </a:r>
            <a:r>
              <a:rPr lang="en-US" dirty="0" err="1"/>
              <a:t>kadar</a:t>
            </a:r>
            <a:r>
              <a:rPr lang="en-US" dirty="0"/>
              <a:t> </a:t>
            </a:r>
            <a:r>
              <a:rPr lang="en-US" dirty="0" err="1"/>
              <a:t>iyi</a:t>
            </a:r>
            <a:r>
              <a:rPr lang="en-US" dirty="0"/>
              <a:t> </a:t>
            </a:r>
            <a:r>
              <a:rPr lang="en-US" dirty="0" err="1"/>
              <a:t>birer</a:t>
            </a:r>
            <a:r>
              <a:rPr lang="en-US" dirty="0"/>
              <a:t> </a:t>
            </a:r>
            <a:r>
              <a:rPr lang="en-US" dirty="0" err="1"/>
              <a:t>yazılım</a:t>
            </a:r>
            <a:r>
              <a:rPr lang="en-US" dirty="0"/>
              <a:t> </a:t>
            </a:r>
            <a:r>
              <a:rPr lang="en-US" dirty="0" err="1"/>
              <a:t>geliştirici</a:t>
            </a:r>
            <a:r>
              <a:rPr lang="en-US" dirty="0"/>
              <a:t> </a:t>
            </a:r>
            <a:r>
              <a:rPr lang="en-US" dirty="0" err="1"/>
              <a:t>olduğunu</a:t>
            </a:r>
            <a:r>
              <a:rPr lang="en-US" dirty="0"/>
              <a:t> </a:t>
            </a:r>
            <a:r>
              <a:rPr lang="en-US" dirty="0" err="1"/>
              <a:t>gösteren</a:t>
            </a:r>
            <a:r>
              <a:rPr lang="en-US" dirty="0"/>
              <a:t> bir </a:t>
            </a:r>
            <a:r>
              <a:rPr lang="en-US" dirty="0" err="1"/>
              <a:t>faktördür</a:t>
            </a:r>
            <a:r>
              <a:rPr lang="en-US" dirty="0"/>
              <a:t>. </a:t>
            </a:r>
            <a:r>
              <a:rPr lang="en-US" dirty="0" err="1"/>
              <a:t>Önceden</a:t>
            </a:r>
            <a:r>
              <a:rPr lang="en-US" dirty="0"/>
              <a:t> </a:t>
            </a:r>
            <a:r>
              <a:rPr lang="en-US" dirty="0" err="1"/>
              <a:t>belirlenmiş</a:t>
            </a:r>
            <a:r>
              <a:rPr lang="en-US" dirty="0"/>
              <a:t> </a:t>
            </a:r>
            <a:r>
              <a:rPr lang="en-US" dirty="0" err="1"/>
              <a:t>değişken</a:t>
            </a:r>
            <a:r>
              <a:rPr lang="en-US" dirty="0"/>
              <a:t> </a:t>
            </a:r>
            <a:r>
              <a:rPr lang="en-US" dirty="0" err="1"/>
              <a:t>tiplerinin</a:t>
            </a:r>
            <a:r>
              <a:rPr lang="en-US" dirty="0"/>
              <a:t> </a:t>
            </a:r>
            <a:r>
              <a:rPr lang="en-US" dirty="0" err="1"/>
              <a:t>ve</a:t>
            </a:r>
            <a:r>
              <a:rPr lang="en-US" dirty="0"/>
              <a:t> </a:t>
            </a:r>
            <a:r>
              <a:rPr lang="en-US" dirty="0" err="1"/>
              <a:t>boyutlarının</a:t>
            </a:r>
            <a:r>
              <a:rPr lang="en-US" dirty="0"/>
              <a:t> </a:t>
            </a:r>
            <a:r>
              <a:rPr lang="en-US" dirty="0" err="1"/>
              <a:t>olmasının</a:t>
            </a:r>
            <a:r>
              <a:rPr lang="en-US" dirty="0"/>
              <a:t> </a:t>
            </a:r>
            <a:r>
              <a:rPr lang="en-US" dirty="0" err="1"/>
              <a:t>sebebi</a:t>
            </a:r>
            <a:r>
              <a:rPr lang="en-US" dirty="0"/>
              <a:t> .</a:t>
            </a:r>
            <a:r>
              <a:rPr lang="en-US" b="1" dirty="0"/>
              <a:t>NET</a:t>
            </a:r>
            <a:r>
              <a:rPr lang="en-US" dirty="0"/>
              <a:t> </a:t>
            </a:r>
            <a:r>
              <a:rPr lang="en-US" b="1" dirty="0" err="1" smtClean="0"/>
              <a:t>Framework’ün</a:t>
            </a:r>
            <a:r>
              <a:rPr lang="tr-TR" dirty="0" smtClean="0"/>
              <a:t> ve </a:t>
            </a:r>
            <a:r>
              <a:rPr lang="tr-TR" b="1" dirty="0" smtClean="0"/>
              <a:t>Java(JDK</a:t>
            </a:r>
            <a:r>
              <a:rPr lang="tr-TR" dirty="0" smtClean="0"/>
              <a:t> </a:t>
            </a:r>
            <a:r>
              <a:rPr lang="tr-TR" b="1" dirty="0" smtClean="0"/>
              <a:t>Virtual Machine)</a:t>
            </a:r>
            <a:r>
              <a:rPr lang="en-US" b="1" dirty="0" smtClean="0"/>
              <a:t>, </a:t>
            </a:r>
            <a:r>
              <a:rPr lang="en-US" dirty="0" err="1"/>
              <a:t>yazılım</a:t>
            </a:r>
            <a:r>
              <a:rPr lang="en-US" dirty="0"/>
              <a:t> </a:t>
            </a:r>
            <a:r>
              <a:rPr lang="en-US" dirty="0" err="1"/>
              <a:t>içerisinde</a:t>
            </a:r>
            <a:r>
              <a:rPr lang="en-US" dirty="0"/>
              <a:t> </a:t>
            </a:r>
            <a:r>
              <a:rPr lang="en-US" dirty="0" err="1"/>
              <a:t>kullanacağımız</a:t>
            </a:r>
            <a:r>
              <a:rPr lang="en-US" dirty="0"/>
              <a:t> </a:t>
            </a:r>
            <a:r>
              <a:rPr lang="en-US" dirty="0" err="1"/>
              <a:t>verinin</a:t>
            </a:r>
            <a:r>
              <a:rPr lang="en-US" dirty="0"/>
              <a:t> </a:t>
            </a:r>
            <a:r>
              <a:rPr lang="en-US" dirty="0" err="1"/>
              <a:t>tipini</a:t>
            </a:r>
            <a:r>
              <a:rPr lang="en-US" dirty="0"/>
              <a:t> </a:t>
            </a:r>
            <a:r>
              <a:rPr lang="en-US" dirty="0" err="1"/>
              <a:t>bilmek</a:t>
            </a:r>
            <a:r>
              <a:rPr lang="en-US" dirty="0"/>
              <a:t> </a:t>
            </a:r>
            <a:r>
              <a:rPr lang="en-US" dirty="0" err="1"/>
              <a:t>istemesinden</a:t>
            </a:r>
            <a:r>
              <a:rPr lang="en-US" dirty="0"/>
              <a:t> </a:t>
            </a:r>
            <a:r>
              <a:rPr lang="en-US" dirty="0" err="1"/>
              <a:t>kaynaklanmaktadır</a:t>
            </a:r>
            <a:r>
              <a:rPr lang="en-US" dirty="0"/>
              <a:t>. </a:t>
            </a:r>
            <a:r>
              <a:rPr lang="en-US" b="1" dirty="0"/>
              <a:t>.NET framework </a:t>
            </a:r>
            <a:r>
              <a:rPr lang="tr-TR" b="1" dirty="0" smtClean="0"/>
              <a:t> </a:t>
            </a:r>
            <a:r>
              <a:rPr lang="tr-TR" dirty="0" smtClean="0"/>
              <a:t>ve </a:t>
            </a:r>
            <a:r>
              <a:rPr lang="tr-TR" b="1" dirty="0" smtClean="0"/>
              <a:t>Java</a:t>
            </a:r>
            <a:r>
              <a:rPr lang="tr-TR" dirty="0" smtClean="0"/>
              <a:t> </a:t>
            </a:r>
            <a:r>
              <a:rPr lang="en-US" dirty="0" err="1" smtClean="0"/>
              <a:t>veri</a:t>
            </a:r>
            <a:r>
              <a:rPr lang="en-US" dirty="0" smtClean="0"/>
              <a:t> </a:t>
            </a:r>
            <a:r>
              <a:rPr lang="en-US" dirty="0" err="1"/>
              <a:t>tipini</a:t>
            </a:r>
            <a:r>
              <a:rPr lang="en-US" dirty="0"/>
              <a:t> </a:t>
            </a:r>
            <a:r>
              <a:rPr lang="en-US" dirty="0" err="1"/>
              <a:t>bilmek</a:t>
            </a:r>
            <a:r>
              <a:rPr lang="en-US" dirty="0"/>
              <a:t> </a:t>
            </a:r>
            <a:r>
              <a:rPr lang="en-US" dirty="0" err="1"/>
              <a:t>istiyor</a:t>
            </a:r>
            <a:r>
              <a:rPr lang="en-US" dirty="0"/>
              <a:t> </a:t>
            </a:r>
            <a:r>
              <a:rPr lang="en-US" dirty="0" err="1"/>
              <a:t>çünkü</a:t>
            </a:r>
            <a:r>
              <a:rPr lang="en-US" dirty="0"/>
              <a:t> </a:t>
            </a:r>
            <a:r>
              <a:rPr lang="en-US" dirty="0" err="1"/>
              <a:t>elindeki</a:t>
            </a:r>
            <a:r>
              <a:rPr lang="en-US" dirty="0"/>
              <a:t> memory </a:t>
            </a:r>
            <a:r>
              <a:rPr lang="en-US" dirty="0" err="1"/>
              <a:t>kaynağını</a:t>
            </a:r>
            <a:r>
              <a:rPr lang="en-US" dirty="0"/>
              <a:t> </a:t>
            </a:r>
            <a:r>
              <a:rPr lang="en-US" dirty="0" err="1"/>
              <a:t>ona</a:t>
            </a:r>
            <a:r>
              <a:rPr lang="en-US" dirty="0"/>
              <a:t> </a:t>
            </a:r>
            <a:r>
              <a:rPr lang="en-US" dirty="0" err="1"/>
              <a:t>göre</a:t>
            </a:r>
            <a:r>
              <a:rPr lang="en-US" dirty="0"/>
              <a:t> organize </a:t>
            </a:r>
            <a:r>
              <a:rPr lang="en-US" dirty="0" err="1"/>
              <a:t>edecektir</a:t>
            </a:r>
            <a:r>
              <a:rPr lang="en-US" dirty="0"/>
              <a:t>. Bu </a:t>
            </a:r>
            <a:r>
              <a:rPr lang="en-US" dirty="0" err="1"/>
              <a:t>sebeple</a:t>
            </a:r>
            <a:r>
              <a:rPr lang="en-US" dirty="0"/>
              <a:t> </a:t>
            </a:r>
            <a:r>
              <a:rPr lang="en-US" dirty="0" err="1"/>
              <a:t>bu</a:t>
            </a:r>
            <a:r>
              <a:rPr lang="en-US" dirty="0"/>
              <a:t> </a:t>
            </a:r>
            <a:r>
              <a:rPr lang="en-US" dirty="0" err="1"/>
              <a:t>kadar</a:t>
            </a:r>
            <a:r>
              <a:rPr lang="en-US" dirty="0"/>
              <a:t> </a:t>
            </a:r>
            <a:r>
              <a:rPr lang="en-US" dirty="0" err="1"/>
              <a:t>farklı</a:t>
            </a:r>
            <a:r>
              <a:rPr lang="en-US" dirty="0"/>
              <a:t> </a:t>
            </a:r>
            <a:r>
              <a:rPr lang="en-US" dirty="0" err="1"/>
              <a:t>veri</a:t>
            </a:r>
            <a:r>
              <a:rPr lang="en-US" dirty="0"/>
              <a:t> tipi </a:t>
            </a:r>
            <a:r>
              <a:rPr lang="en-US" dirty="0" err="1"/>
              <a:t>ve</a:t>
            </a:r>
            <a:r>
              <a:rPr lang="en-US" dirty="0"/>
              <a:t> </a:t>
            </a:r>
            <a:r>
              <a:rPr lang="en-US" dirty="0" err="1"/>
              <a:t>önceden</a:t>
            </a:r>
            <a:r>
              <a:rPr lang="en-US" dirty="0"/>
              <a:t> </a:t>
            </a:r>
            <a:r>
              <a:rPr lang="en-US" dirty="0" err="1"/>
              <a:t>belirlenmiş</a:t>
            </a:r>
            <a:r>
              <a:rPr lang="en-US" dirty="0"/>
              <a:t> </a:t>
            </a:r>
            <a:r>
              <a:rPr lang="en-US" dirty="0" err="1"/>
              <a:t>standart</a:t>
            </a:r>
            <a:r>
              <a:rPr lang="en-US" dirty="0"/>
              <a:t> </a:t>
            </a:r>
            <a:r>
              <a:rPr lang="en-US" dirty="0" err="1"/>
              <a:t>boyutları</a:t>
            </a:r>
            <a:r>
              <a:rPr lang="en-US" dirty="0"/>
              <a:t> </a:t>
            </a:r>
            <a:r>
              <a:rPr lang="en-US" dirty="0" err="1"/>
              <a:t>ve</a:t>
            </a:r>
            <a:r>
              <a:rPr lang="en-US" dirty="0"/>
              <a:t> </a:t>
            </a:r>
            <a:r>
              <a:rPr lang="en-US" dirty="0" err="1"/>
              <a:t>aralıkları</a:t>
            </a:r>
            <a:r>
              <a:rPr lang="en-US" dirty="0"/>
              <a:t> </a:t>
            </a:r>
            <a:r>
              <a:rPr lang="en-US" dirty="0" err="1"/>
              <a:t>bulunmaktadır</a:t>
            </a:r>
            <a:r>
              <a:rPr lang="en-US" dirty="0"/>
              <a:t>.</a:t>
            </a:r>
          </a:p>
        </p:txBody>
      </p:sp>
    </p:spTree>
    <p:extLst>
      <p:ext uri="{BB962C8B-B14F-4D97-AF65-F5344CB8AC3E}">
        <p14:creationId xmlns:p14="http://schemas.microsoft.com/office/powerpoint/2010/main" val="3071669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7" y="165252"/>
            <a:ext cx="11788049" cy="6544019"/>
          </a:xfrm>
        </p:spPr>
        <p:txBody>
          <a:bodyPr/>
          <a:lstStyle/>
          <a:p>
            <a:pPr marL="0" indent="0">
              <a:buNone/>
            </a:pPr>
            <a:r>
              <a:rPr lang="en-US" dirty="0" err="1"/>
              <a:t>Gerçek</a:t>
            </a:r>
            <a:r>
              <a:rPr lang="en-US" dirty="0"/>
              <a:t> </a:t>
            </a:r>
            <a:r>
              <a:rPr lang="en-US" dirty="0" err="1"/>
              <a:t>hayattan</a:t>
            </a:r>
            <a:r>
              <a:rPr lang="en-US" dirty="0"/>
              <a:t> </a:t>
            </a:r>
            <a:r>
              <a:rPr lang="en-US" dirty="0" err="1"/>
              <a:t>örnek</a:t>
            </a:r>
            <a:r>
              <a:rPr lang="en-US" dirty="0"/>
              <a:t> </a:t>
            </a:r>
            <a:r>
              <a:rPr lang="en-US" dirty="0" err="1"/>
              <a:t>vermemiz</a:t>
            </a:r>
            <a:r>
              <a:rPr lang="en-US" dirty="0"/>
              <a:t> </a:t>
            </a:r>
            <a:r>
              <a:rPr lang="en-US" dirty="0" err="1"/>
              <a:t>gerekirse</a:t>
            </a:r>
            <a:r>
              <a:rPr lang="en-US" dirty="0"/>
              <a:t>, </a:t>
            </a:r>
            <a:r>
              <a:rPr lang="en-US" dirty="0" err="1"/>
              <a:t>evden</a:t>
            </a:r>
            <a:r>
              <a:rPr lang="en-US" dirty="0"/>
              <a:t> eve </a:t>
            </a:r>
            <a:r>
              <a:rPr lang="en-US" dirty="0" err="1"/>
              <a:t>taşıma</a:t>
            </a:r>
            <a:r>
              <a:rPr lang="en-US" dirty="0"/>
              <a:t> </a:t>
            </a:r>
            <a:r>
              <a:rPr lang="en-US" dirty="0" err="1"/>
              <a:t>yapan</a:t>
            </a:r>
            <a:r>
              <a:rPr lang="en-US" dirty="0"/>
              <a:t> her </a:t>
            </a:r>
            <a:r>
              <a:rPr lang="en-US" dirty="0" err="1"/>
              <a:t>şey</a:t>
            </a:r>
            <a:r>
              <a:rPr lang="en-US" dirty="0"/>
              <a:t> </a:t>
            </a:r>
            <a:r>
              <a:rPr lang="en-US" dirty="0" err="1"/>
              <a:t>dahil</a:t>
            </a:r>
            <a:r>
              <a:rPr lang="en-US" dirty="0"/>
              <a:t> bir </a:t>
            </a:r>
            <a:r>
              <a:rPr lang="en-US" dirty="0" err="1"/>
              <a:t>nakliye</a:t>
            </a:r>
            <a:r>
              <a:rPr lang="en-US" dirty="0"/>
              <a:t> </a:t>
            </a:r>
            <a:r>
              <a:rPr lang="en-US" dirty="0" err="1"/>
              <a:t>firmanızın</a:t>
            </a:r>
            <a:r>
              <a:rPr lang="en-US" dirty="0"/>
              <a:t> </a:t>
            </a:r>
            <a:r>
              <a:rPr lang="en-US" dirty="0" err="1"/>
              <a:t>olduğunu</a:t>
            </a:r>
            <a:r>
              <a:rPr lang="en-US" dirty="0"/>
              <a:t> </a:t>
            </a:r>
            <a:r>
              <a:rPr lang="en-US" dirty="0" err="1"/>
              <a:t>ve</a:t>
            </a:r>
            <a:r>
              <a:rPr lang="en-US" dirty="0"/>
              <a:t> </a:t>
            </a:r>
            <a:r>
              <a:rPr lang="en-US" dirty="0" err="1"/>
              <a:t>elinizde</a:t>
            </a:r>
            <a:r>
              <a:rPr lang="en-US" dirty="0"/>
              <a:t> </a:t>
            </a:r>
            <a:r>
              <a:rPr lang="en-US" dirty="0" err="1"/>
              <a:t>büyük</a:t>
            </a:r>
            <a:r>
              <a:rPr lang="en-US" dirty="0"/>
              <a:t> </a:t>
            </a:r>
            <a:r>
              <a:rPr lang="en-US" dirty="0" err="1"/>
              <a:t>küçük</a:t>
            </a:r>
            <a:r>
              <a:rPr lang="en-US" dirty="0"/>
              <a:t> </a:t>
            </a:r>
            <a:r>
              <a:rPr lang="en-US" dirty="0" err="1"/>
              <a:t>çeşitli</a:t>
            </a:r>
            <a:r>
              <a:rPr lang="en-US" dirty="0"/>
              <a:t> </a:t>
            </a:r>
            <a:r>
              <a:rPr lang="en-US" dirty="0" err="1"/>
              <a:t>kamyonetlerin</a:t>
            </a:r>
            <a:r>
              <a:rPr lang="en-US" dirty="0"/>
              <a:t>, </a:t>
            </a:r>
            <a:r>
              <a:rPr lang="en-US" dirty="0" err="1"/>
              <a:t>kamyonların</a:t>
            </a:r>
            <a:r>
              <a:rPr lang="en-US" dirty="0"/>
              <a:t>, </a:t>
            </a:r>
            <a:r>
              <a:rPr lang="en-US" dirty="0" err="1"/>
              <a:t>tırların</a:t>
            </a:r>
            <a:r>
              <a:rPr lang="en-US" dirty="0"/>
              <a:t> </a:t>
            </a:r>
            <a:r>
              <a:rPr lang="en-US" dirty="0" err="1"/>
              <a:t>yer</a:t>
            </a:r>
            <a:r>
              <a:rPr lang="en-US" dirty="0"/>
              <a:t> </a:t>
            </a:r>
            <a:r>
              <a:rPr lang="en-US" dirty="0" err="1"/>
              <a:t>aldığını</a:t>
            </a:r>
            <a:r>
              <a:rPr lang="en-US" dirty="0"/>
              <a:t> </a:t>
            </a:r>
            <a:r>
              <a:rPr lang="en-US" dirty="0" err="1"/>
              <a:t>düşünün</a:t>
            </a:r>
            <a:r>
              <a:rPr lang="en-US" dirty="0"/>
              <a:t>. Bir </a:t>
            </a:r>
            <a:r>
              <a:rPr lang="en-US" dirty="0" err="1"/>
              <a:t>müşterinin</a:t>
            </a:r>
            <a:r>
              <a:rPr lang="en-US" dirty="0"/>
              <a:t> </a:t>
            </a:r>
            <a:r>
              <a:rPr lang="en-US" dirty="0" err="1"/>
              <a:t>sizi</a:t>
            </a:r>
            <a:r>
              <a:rPr lang="en-US" dirty="0"/>
              <a:t> </a:t>
            </a:r>
            <a:r>
              <a:rPr lang="en-US" dirty="0" err="1"/>
              <a:t>aradığını</a:t>
            </a:r>
            <a:r>
              <a:rPr lang="en-US" dirty="0"/>
              <a:t> </a:t>
            </a:r>
            <a:r>
              <a:rPr lang="en-US" dirty="0" err="1"/>
              <a:t>ve</a:t>
            </a:r>
            <a:r>
              <a:rPr lang="en-US" dirty="0"/>
              <a:t> </a:t>
            </a:r>
            <a:r>
              <a:rPr lang="en-US" dirty="0" err="1"/>
              <a:t>eşyasını</a:t>
            </a:r>
            <a:r>
              <a:rPr lang="en-US" dirty="0"/>
              <a:t> </a:t>
            </a:r>
            <a:r>
              <a:rPr lang="en-US" dirty="0" err="1"/>
              <a:t>İstanbul’dan</a:t>
            </a:r>
            <a:r>
              <a:rPr lang="en-US" dirty="0"/>
              <a:t> </a:t>
            </a:r>
            <a:r>
              <a:rPr lang="en-US" dirty="0" err="1"/>
              <a:t>Hakkari’ye</a:t>
            </a:r>
            <a:r>
              <a:rPr lang="en-US" dirty="0"/>
              <a:t> </a:t>
            </a:r>
            <a:r>
              <a:rPr lang="en-US" dirty="0" err="1"/>
              <a:t>taşıtmak</a:t>
            </a:r>
            <a:r>
              <a:rPr lang="en-US" dirty="0"/>
              <a:t> </a:t>
            </a:r>
            <a:r>
              <a:rPr lang="en-US" dirty="0" err="1"/>
              <a:t>istediğini</a:t>
            </a:r>
            <a:r>
              <a:rPr lang="en-US" dirty="0"/>
              <a:t> </a:t>
            </a:r>
            <a:r>
              <a:rPr lang="en-US" dirty="0" err="1"/>
              <a:t>varsayalım</a:t>
            </a:r>
            <a:r>
              <a:rPr lang="en-US" dirty="0"/>
              <a:t>. </a:t>
            </a:r>
            <a:endParaRPr lang="tr-TR" dirty="0" smtClean="0"/>
          </a:p>
          <a:p>
            <a:pPr marL="0" indent="0">
              <a:buNone/>
            </a:pPr>
            <a:r>
              <a:rPr lang="en-US" dirty="0" smtClean="0"/>
              <a:t>Firma </a:t>
            </a:r>
            <a:r>
              <a:rPr lang="en-US" dirty="0" err="1"/>
              <a:t>olarak</a:t>
            </a:r>
            <a:r>
              <a:rPr lang="en-US" dirty="0"/>
              <a:t> </a:t>
            </a:r>
            <a:r>
              <a:rPr lang="en-US" dirty="0" err="1"/>
              <a:t>maliyeti</a:t>
            </a:r>
            <a:r>
              <a:rPr lang="en-US" dirty="0"/>
              <a:t> </a:t>
            </a:r>
            <a:r>
              <a:rPr lang="en-US" dirty="0" err="1"/>
              <a:t>belirlemek</a:t>
            </a:r>
            <a:r>
              <a:rPr lang="en-US" dirty="0"/>
              <a:t> </a:t>
            </a:r>
            <a:r>
              <a:rPr lang="en-US" dirty="0" err="1"/>
              <a:t>ve</a:t>
            </a:r>
            <a:r>
              <a:rPr lang="en-US" dirty="0"/>
              <a:t> </a:t>
            </a:r>
            <a:r>
              <a:rPr lang="en-US" dirty="0" err="1"/>
              <a:t>müşteriye</a:t>
            </a:r>
            <a:r>
              <a:rPr lang="en-US" dirty="0"/>
              <a:t> de </a:t>
            </a:r>
            <a:r>
              <a:rPr lang="en-US" dirty="0" err="1"/>
              <a:t>sunduğunuz</a:t>
            </a:r>
            <a:r>
              <a:rPr lang="en-US" dirty="0"/>
              <a:t> </a:t>
            </a:r>
            <a:r>
              <a:rPr lang="en-US" dirty="0" err="1"/>
              <a:t>hizmet</a:t>
            </a:r>
            <a:r>
              <a:rPr lang="en-US" dirty="0"/>
              <a:t> </a:t>
            </a:r>
            <a:r>
              <a:rPr lang="en-US" dirty="0" err="1"/>
              <a:t>için</a:t>
            </a:r>
            <a:r>
              <a:rPr lang="en-US" dirty="0"/>
              <a:t> bir </a:t>
            </a:r>
            <a:r>
              <a:rPr lang="en-US" dirty="0" err="1"/>
              <a:t>fiyat</a:t>
            </a:r>
            <a:r>
              <a:rPr lang="en-US" dirty="0"/>
              <a:t> </a:t>
            </a:r>
            <a:r>
              <a:rPr lang="en-US" dirty="0" err="1"/>
              <a:t>verebilmek</a:t>
            </a:r>
            <a:r>
              <a:rPr lang="en-US" dirty="0"/>
              <a:t> </a:t>
            </a:r>
            <a:r>
              <a:rPr lang="en-US" dirty="0" err="1"/>
              <a:t>için</a:t>
            </a:r>
            <a:r>
              <a:rPr lang="en-US" dirty="0"/>
              <a:t> </a:t>
            </a:r>
            <a:r>
              <a:rPr lang="en-US" dirty="0" err="1"/>
              <a:t>müşterinin</a:t>
            </a:r>
            <a:r>
              <a:rPr lang="en-US" dirty="0"/>
              <a:t> </a:t>
            </a:r>
            <a:r>
              <a:rPr lang="en-US" dirty="0" err="1"/>
              <a:t>eşyasının</a:t>
            </a:r>
            <a:r>
              <a:rPr lang="en-US" dirty="0"/>
              <a:t> </a:t>
            </a:r>
            <a:r>
              <a:rPr lang="en-US" dirty="0" err="1"/>
              <a:t>miktarını</a:t>
            </a:r>
            <a:r>
              <a:rPr lang="en-US" dirty="0"/>
              <a:t> </a:t>
            </a:r>
            <a:r>
              <a:rPr lang="en-US" dirty="0" err="1"/>
              <a:t>bilmeniz</a:t>
            </a:r>
            <a:r>
              <a:rPr lang="en-US" dirty="0"/>
              <a:t> </a:t>
            </a:r>
            <a:r>
              <a:rPr lang="en-US" dirty="0" err="1"/>
              <a:t>gerekir</a:t>
            </a:r>
            <a:r>
              <a:rPr lang="en-US" dirty="0"/>
              <a:t> </a:t>
            </a:r>
            <a:r>
              <a:rPr lang="en-US" dirty="0" err="1"/>
              <a:t>ki</a:t>
            </a:r>
            <a:r>
              <a:rPr lang="en-US" dirty="0"/>
              <a:t> </a:t>
            </a:r>
            <a:r>
              <a:rPr lang="en-US" dirty="0" err="1"/>
              <a:t>buna</a:t>
            </a:r>
            <a:r>
              <a:rPr lang="en-US" dirty="0"/>
              <a:t> </a:t>
            </a:r>
            <a:r>
              <a:rPr lang="en-US" dirty="0" err="1"/>
              <a:t>uygun</a:t>
            </a:r>
            <a:r>
              <a:rPr lang="en-US" dirty="0"/>
              <a:t> </a:t>
            </a:r>
            <a:r>
              <a:rPr lang="en-US" dirty="0" err="1"/>
              <a:t>kamyonet</a:t>
            </a:r>
            <a:r>
              <a:rPr lang="en-US" dirty="0"/>
              <a:t>, </a:t>
            </a:r>
            <a:r>
              <a:rPr lang="en-US" dirty="0" err="1"/>
              <a:t>kamyon</a:t>
            </a:r>
            <a:r>
              <a:rPr lang="en-US" dirty="0"/>
              <a:t> </a:t>
            </a:r>
            <a:r>
              <a:rPr lang="en-US" dirty="0" err="1"/>
              <a:t>veya</a:t>
            </a:r>
            <a:r>
              <a:rPr lang="en-US" dirty="0"/>
              <a:t> </a:t>
            </a:r>
            <a:r>
              <a:rPr lang="en-US" dirty="0" err="1"/>
              <a:t>tır</a:t>
            </a:r>
            <a:r>
              <a:rPr lang="en-US" dirty="0"/>
              <a:t> </a:t>
            </a:r>
            <a:r>
              <a:rPr lang="en-US" dirty="0" err="1"/>
              <a:t>seçip</a:t>
            </a:r>
            <a:r>
              <a:rPr lang="en-US" dirty="0"/>
              <a:t> o </a:t>
            </a:r>
            <a:r>
              <a:rPr lang="en-US" dirty="0" err="1"/>
              <a:t>eşyayı</a:t>
            </a:r>
            <a:r>
              <a:rPr lang="en-US" dirty="0"/>
              <a:t> en </a:t>
            </a:r>
            <a:r>
              <a:rPr lang="en-US" dirty="0" err="1"/>
              <a:t>uygun</a:t>
            </a:r>
            <a:r>
              <a:rPr lang="en-US" dirty="0"/>
              <a:t> </a:t>
            </a:r>
            <a:r>
              <a:rPr lang="en-US" dirty="0" err="1"/>
              <a:t>araca</a:t>
            </a:r>
            <a:r>
              <a:rPr lang="en-US" dirty="0"/>
              <a:t> </a:t>
            </a:r>
            <a:r>
              <a:rPr lang="en-US" dirty="0" err="1"/>
              <a:t>yükleyebilesiniz</a:t>
            </a:r>
            <a:r>
              <a:rPr lang="en-US" dirty="0"/>
              <a:t>. </a:t>
            </a:r>
            <a:r>
              <a:rPr lang="en-US" dirty="0" err="1"/>
              <a:t>Yalnızca</a:t>
            </a:r>
            <a:r>
              <a:rPr lang="en-US" dirty="0"/>
              <a:t> bir </a:t>
            </a:r>
            <a:r>
              <a:rPr lang="en-US" dirty="0" err="1"/>
              <a:t>koltuk</a:t>
            </a:r>
            <a:r>
              <a:rPr lang="en-US" dirty="0"/>
              <a:t> </a:t>
            </a:r>
            <a:r>
              <a:rPr lang="en-US" dirty="0" err="1"/>
              <a:t>ve</a:t>
            </a:r>
            <a:r>
              <a:rPr lang="en-US" dirty="0"/>
              <a:t> bir </a:t>
            </a:r>
            <a:r>
              <a:rPr lang="en-US" dirty="0" err="1"/>
              <a:t>televizyonu</a:t>
            </a:r>
            <a:r>
              <a:rPr lang="en-US" dirty="0"/>
              <a:t> </a:t>
            </a:r>
            <a:r>
              <a:rPr lang="en-US" dirty="0" err="1"/>
              <a:t>olan</a:t>
            </a:r>
            <a:r>
              <a:rPr lang="en-US" dirty="0"/>
              <a:t> bir </a:t>
            </a:r>
            <a:r>
              <a:rPr lang="en-US" dirty="0" err="1"/>
              <a:t>müşteri</a:t>
            </a:r>
            <a:r>
              <a:rPr lang="en-US" dirty="0"/>
              <a:t> </a:t>
            </a:r>
            <a:r>
              <a:rPr lang="en-US" dirty="0" err="1"/>
              <a:t>için</a:t>
            </a:r>
            <a:r>
              <a:rPr lang="en-US" dirty="0"/>
              <a:t> </a:t>
            </a:r>
            <a:r>
              <a:rPr lang="en-US" dirty="0" err="1"/>
              <a:t>koca</a:t>
            </a:r>
            <a:r>
              <a:rPr lang="en-US" dirty="0"/>
              <a:t> bir </a:t>
            </a:r>
            <a:r>
              <a:rPr lang="en-US" dirty="0" err="1"/>
              <a:t>tır’ı</a:t>
            </a:r>
            <a:r>
              <a:rPr lang="en-US" dirty="0"/>
              <a:t> </a:t>
            </a:r>
            <a:r>
              <a:rPr lang="en-US" dirty="0" err="1"/>
              <a:t>İstanbul’dan</a:t>
            </a:r>
            <a:r>
              <a:rPr lang="en-US" dirty="0"/>
              <a:t> </a:t>
            </a:r>
            <a:r>
              <a:rPr lang="en-US" dirty="0" err="1"/>
              <a:t>Hakkari’ye</a:t>
            </a:r>
            <a:r>
              <a:rPr lang="en-US" dirty="0"/>
              <a:t> </a:t>
            </a:r>
            <a:r>
              <a:rPr lang="en-US" dirty="0" err="1"/>
              <a:t>gönderir</a:t>
            </a:r>
            <a:r>
              <a:rPr lang="en-US" dirty="0"/>
              <a:t> </a:t>
            </a:r>
            <a:r>
              <a:rPr lang="en-US" dirty="0" err="1"/>
              <a:t>miydiniz</a:t>
            </a:r>
            <a:r>
              <a:rPr lang="en-US" dirty="0"/>
              <a:t>? </a:t>
            </a:r>
            <a:r>
              <a:rPr lang="en-US" dirty="0" err="1"/>
              <a:t>Yoksa</a:t>
            </a:r>
            <a:r>
              <a:rPr lang="en-US" dirty="0"/>
              <a:t> </a:t>
            </a:r>
            <a:r>
              <a:rPr lang="en-US" dirty="0" err="1"/>
              <a:t>daha</a:t>
            </a:r>
            <a:r>
              <a:rPr lang="en-US" dirty="0"/>
              <a:t> </a:t>
            </a:r>
            <a:r>
              <a:rPr lang="en-US" dirty="0" err="1"/>
              <a:t>uygun</a:t>
            </a:r>
            <a:r>
              <a:rPr lang="en-US" dirty="0"/>
              <a:t> </a:t>
            </a:r>
            <a:r>
              <a:rPr lang="en-US" dirty="0" err="1"/>
              <a:t>ve</a:t>
            </a:r>
            <a:r>
              <a:rPr lang="en-US" dirty="0"/>
              <a:t> </a:t>
            </a:r>
            <a:r>
              <a:rPr lang="en-US" dirty="0" err="1"/>
              <a:t>maliyetinizi</a:t>
            </a:r>
            <a:r>
              <a:rPr lang="en-US" dirty="0"/>
              <a:t> </a:t>
            </a:r>
            <a:r>
              <a:rPr lang="en-US" dirty="0" err="1"/>
              <a:t>azaltacak</a:t>
            </a:r>
            <a:r>
              <a:rPr lang="en-US" dirty="0"/>
              <a:t> </a:t>
            </a:r>
            <a:r>
              <a:rPr lang="en-US" dirty="0" err="1"/>
              <a:t>küçük</a:t>
            </a:r>
            <a:r>
              <a:rPr lang="en-US" dirty="0"/>
              <a:t> bir </a:t>
            </a:r>
            <a:r>
              <a:rPr lang="en-US" dirty="0" err="1"/>
              <a:t>kamyonet</a:t>
            </a:r>
            <a:r>
              <a:rPr lang="en-US" dirty="0"/>
              <a:t> </a:t>
            </a:r>
            <a:r>
              <a:rPr lang="en-US" dirty="0" err="1"/>
              <a:t>işinizi</a:t>
            </a:r>
            <a:r>
              <a:rPr lang="en-US" dirty="0"/>
              <a:t> </a:t>
            </a:r>
            <a:r>
              <a:rPr lang="en-US" dirty="0" err="1"/>
              <a:t>zaten</a:t>
            </a:r>
            <a:r>
              <a:rPr lang="en-US" dirty="0"/>
              <a:t> </a:t>
            </a:r>
            <a:r>
              <a:rPr lang="en-US" dirty="0" err="1"/>
              <a:t>çok</a:t>
            </a:r>
            <a:r>
              <a:rPr lang="en-US" dirty="0"/>
              <a:t> </a:t>
            </a:r>
            <a:r>
              <a:rPr lang="en-US" dirty="0" err="1"/>
              <a:t>güzel</a:t>
            </a:r>
            <a:r>
              <a:rPr lang="en-US" dirty="0"/>
              <a:t> </a:t>
            </a:r>
            <a:r>
              <a:rPr lang="en-US" dirty="0" err="1"/>
              <a:t>görmez</a:t>
            </a:r>
            <a:r>
              <a:rPr lang="en-US" dirty="0"/>
              <a:t> </a:t>
            </a:r>
            <a:r>
              <a:rPr lang="en-US" dirty="0" err="1"/>
              <a:t>miydi</a:t>
            </a:r>
            <a:r>
              <a:rPr lang="en-US" dirty="0"/>
              <a:t>? Bu </a:t>
            </a:r>
            <a:r>
              <a:rPr lang="en-US" dirty="0" err="1"/>
              <a:t>sayede</a:t>
            </a:r>
            <a:r>
              <a:rPr lang="en-US" dirty="0"/>
              <a:t> </a:t>
            </a:r>
            <a:r>
              <a:rPr lang="en-US" dirty="0" err="1"/>
              <a:t>siz</a:t>
            </a:r>
            <a:r>
              <a:rPr lang="en-US" dirty="0"/>
              <a:t> </a:t>
            </a:r>
            <a:r>
              <a:rPr lang="en-US" dirty="0" err="1"/>
              <a:t>kamyoneti</a:t>
            </a:r>
            <a:r>
              <a:rPr lang="en-US" dirty="0"/>
              <a:t> </a:t>
            </a:r>
            <a:r>
              <a:rPr lang="en-US" dirty="0" err="1"/>
              <a:t>yola</a:t>
            </a:r>
            <a:r>
              <a:rPr lang="en-US" dirty="0"/>
              <a:t> </a:t>
            </a:r>
            <a:r>
              <a:rPr lang="en-US" dirty="0" err="1"/>
              <a:t>çıkardığınızda</a:t>
            </a:r>
            <a:r>
              <a:rPr lang="en-US" dirty="0"/>
              <a:t> </a:t>
            </a:r>
            <a:r>
              <a:rPr lang="en-US" dirty="0" err="1"/>
              <a:t>çok</a:t>
            </a:r>
            <a:r>
              <a:rPr lang="en-US" dirty="0"/>
              <a:t> </a:t>
            </a:r>
            <a:r>
              <a:rPr lang="en-US" dirty="0" err="1"/>
              <a:t>daha</a:t>
            </a:r>
            <a:r>
              <a:rPr lang="en-US" dirty="0"/>
              <a:t> </a:t>
            </a:r>
            <a:r>
              <a:rPr lang="en-US" dirty="0" err="1"/>
              <a:t>fazla</a:t>
            </a:r>
            <a:r>
              <a:rPr lang="en-US" dirty="0"/>
              <a:t> </a:t>
            </a:r>
            <a:r>
              <a:rPr lang="en-US" dirty="0" err="1"/>
              <a:t>eşyası</a:t>
            </a:r>
            <a:r>
              <a:rPr lang="en-US" dirty="0"/>
              <a:t> </a:t>
            </a:r>
            <a:r>
              <a:rPr lang="en-US" dirty="0" err="1"/>
              <a:t>olan</a:t>
            </a:r>
            <a:r>
              <a:rPr lang="en-US" dirty="0"/>
              <a:t> </a:t>
            </a:r>
            <a:r>
              <a:rPr lang="en-US" dirty="0" err="1"/>
              <a:t>başka</a:t>
            </a:r>
            <a:r>
              <a:rPr lang="en-US" dirty="0"/>
              <a:t> bir </a:t>
            </a:r>
            <a:r>
              <a:rPr lang="en-US" dirty="0" err="1"/>
              <a:t>müşteri</a:t>
            </a:r>
            <a:r>
              <a:rPr lang="en-US" dirty="0"/>
              <a:t> </a:t>
            </a:r>
            <a:r>
              <a:rPr lang="en-US" dirty="0" err="1"/>
              <a:t>için</a:t>
            </a:r>
            <a:r>
              <a:rPr lang="en-US" dirty="0"/>
              <a:t> </a:t>
            </a:r>
            <a:r>
              <a:rPr lang="en-US" dirty="0" err="1"/>
              <a:t>tırınız</a:t>
            </a:r>
            <a:r>
              <a:rPr lang="en-US" dirty="0"/>
              <a:t> </a:t>
            </a:r>
            <a:r>
              <a:rPr lang="en-US" dirty="0" err="1"/>
              <a:t>hazırda</a:t>
            </a:r>
            <a:r>
              <a:rPr lang="en-US" dirty="0"/>
              <a:t> </a:t>
            </a:r>
            <a:r>
              <a:rPr lang="en-US" dirty="0" err="1"/>
              <a:t>beklerdi</a:t>
            </a:r>
            <a:r>
              <a:rPr lang="en-US" dirty="0"/>
              <a:t> :)</a:t>
            </a:r>
          </a:p>
          <a:p>
            <a:pPr marL="0" indent="0">
              <a:buNone/>
            </a:pPr>
            <a:r>
              <a:rPr lang="en-US" dirty="0" err="1"/>
              <a:t>İşte</a:t>
            </a:r>
            <a:r>
              <a:rPr lang="en-US" dirty="0"/>
              <a:t> </a:t>
            </a:r>
            <a:r>
              <a:rPr lang="en-US" dirty="0" err="1"/>
              <a:t>bu</a:t>
            </a:r>
            <a:r>
              <a:rPr lang="en-US" dirty="0"/>
              <a:t> </a:t>
            </a:r>
            <a:r>
              <a:rPr lang="en-US" dirty="0" err="1"/>
              <a:t>örnekten</a:t>
            </a:r>
            <a:r>
              <a:rPr lang="en-US" dirty="0"/>
              <a:t> de </a:t>
            </a:r>
            <a:r>
              <a:rPr lang="en-US" dirty="0" err="1"/>
              <a:t>anlaşılacağı</a:t>
            </a:r>
            <a:r>
              <a:rPr lang="en-US" dirty="0"/>
              <a:t> </a:t>
            </a:r>
            <a:r>
              <a:rPr lang="en-US" dirty="0" err="1"/>
              <a:t>üzere</a:t>
            </a:r>
            <a:r>
              <a:rPr lang="en-US" dirty="0"/>
              <a:t>, .</a:t>
            </a:r>
            <a:r>
              <a:rPr lang="en-US" b="1" dirty="0"/>
              <a:t>NET</a:t>
            </a:r>
            <a:r>
              <a:rPr lang="en-US" dirty="0"/>
              <a:t> </a:t>
            </a:r>
            <a:r>
              <a:rPr lang="en-US" b="1" dirty="0"/>
              <a:t>Framework</a:t>
            </a:r>
            <a:r>
              <a:rPr lang="en-US" dirty="0"/>
              <a:t> </a:t>
            </a:r>
            <a:r>
              <a:rPr lang="en-US" dirty="0" smtClean="0"/>
              <a:t>de</a:t>
            </a:r>
            <a:r>
              <a:rPr lang="tr-TR" dirty="0" smtClean="0"/>
              <a:t> ve </a:t>
            </a:r>
            <a:r>
              <a:rPr lang="tr-TR" b="1" dirty="0" smtClean="0"/>
              <a:t>Java’da</a:t>
            </a:r>
            <a:r>
              <a:rPr lang="en-US" dirty="0" smtClean="0"/>
              <a:t> </a:t>
            </a:r>
            <a:r>
              <a:rPr lang="en-US" dirty="0" err="1"/>
              <a:t>kod</a:t>
            </a:r>
            <a:r>
              <a:rPr lang="en-US" dirty="0"/>
              <a:t> </a:t>
            </a:r>
            <a:r>
              <a:rPr lang="en-US" dirty="0" err="1"/>
              <a:t>yazarken</a:t>
            </a:r>
            <a:r>
              <a:rPr lang="en-US" dirty="0"/>
              <a:t> </a:t>
            </a:r>
            <a:r>
              <a:rPr lang="en-US" dirty="0" err="1"/>
              <a:t>veriyi</a:t>
            </a:r>
            <a:r>
              <a:rPr lang="en-US" dirty="0"/>
              <a:t> </a:t>
            </a:r>
            <a:r>
              <a:rPr lang="en-US" dirty="0" err="1"/>
              <a:t>saklayacağı</a:t>
            </a:r>
            <a:r>
              <a:rPr lang="en-US" dirty="0"/>
              <a:t> </a:t>
            </a:r>
            <a:r>
              <a:rPr lang="en-US" dirty="0" err="1"/>
              <a:t>tipin</a:t>
            </a:r>
            <a:r>
              <a:rPr lang="en-US" dirty="0"/>
              <a:t> </a:t>
            </a:r>
            <a:r>
              <a:rPr lang="en-US" dirty="0" err="1"/>
              <a:t>kendisine</a:t>
            </a:r>
            <a:r>
              <a:rPr lang="en-US" dirty="0"/>
              <a:t> </a:t>
            </a:r>
            <a:r>
              <a:rPr lang="en-US" dirty="0" err="1"/>
              <a:t>bildirilmesini</a:t>
            </a:r>
            <a:r>
              <a:rPr lang="en-US" dirty="0"/>
              <a:t> </a:t>
            </a:r>
            <a:r>
              <a:rPr lang="en-US" dirty="0" err="1"/>
              <a:t>istiyor</a:t>
            </a:r>
            <a:r>
              <a:rPr lang="en-US" dirty="0"/>
              <a:t> </a:t>
            </a:r>
            <a:r>
              <a:rPr lang="en-US" dirty="0" err="1"/>
              <a:t>ki</a:t>
            </a:r>
            <a:r>
              <a:rPr lang="en-US" dirty="0"/>
              <a:t> </a:t>
            </a:r>
            <a:r>
              <a:rPr lang="en-US" dirty="0" err="1"/>
              <a:t>ona</a:t>
            </a:r>
            <a:r>
              <a:rPr lang="en-US" dirty="0"/>
              <a:t> </a:t>
            </a:r>
            <a:r>
              <a:rPr lang="en-US" dirty="0" err="1"/>
              <a:t>uygun</a:t>
            </a:r>
            <a:r>
              <a:rPr lang="en-US" dirty="0"/>
              <a:t> </a:t>
            </a:r>
            <a:r>
              <a:rPr lang="en-US" dirty="0" err="1"/>
              <a:t>hafızada</a:t>
            </a:r>
            <a:r>
              <a:rPr lang="en-US" dirty="0"/>
              <a:t> </a:t>
            </a:r>
            <a:r>
              <a:rPr lang="en-US" dirty="0" err="1"/>
              <a:t>yerini</a:t>
            </a:r>
            <a:r>
              <a:rPr lang="en-US" dirty="0"/>
              <a:t> </a:t>
            </a:r>
            <a:r>
              <a:rPr lang="en-US" dirty="0" err="1"/>
              <a:t>ayırabilsin</a:t>
            </a:r>
            <a:r>
              <a:rPr lang="en-US" dirty="0"/>
              <a:t>. </a:t>
            </a:r>
            <a:r>
              <a:rPr lang="en-US" dirty="0" err="1"/>
              <a:t>Kullanacağınız</a:t>
            </a:r>
            <a:r>
              <a:rPr lang="en-US" dirty="0"/>
              <a:t> </a:t>
            </a:r>
            <a:r>
              <a:rPr lang="en-US" dirty="0" err="1"/>
              <a:t>verinin</a:t>
            </a:r>
            <a:r>
              <a:rPr lang="en-US" dirty="0"/>
              <a:t> </a:t>
            </a:r>
            <a:r>
              <a:rPr lang="en-US" dirty="0" err="1"/>
              <a:t>tipine</a:t>
            </a:r>
            <a:r>
              <a:rPr lang="en-US" dirty="0"/>
              <a:t> </a:t>
            </a:r>
            <a:r>
              <a:rPr lang="en-US" dirty="0" err="1"/>
              <a:t>göre</a:t>
            </a:r>
            <a:r>
              <a:rPr lang="en-US" dirty="0"/>
              <a:t> </a:t>
            </a:r>
            <a:r>
              <a:rPr lang="en-US" dirty="0" err="1"/>
              <a:t>seçim</a:t>
            </a:r>
            <a:r>
              <a:rPr lang="en-US" dirty="0"/>
              <a:t> </a:t>
            </a:r>
            <a:r>
              <a:rPr lang="en-US" dirty="0" err="1"/>
              <a:t>yapmak</a:t>
            </a:r>
            <a:r>
              <a:rPr lang="en-US" dirty="0"/>
              <a:t> </a:t>
            </a:r>
            <a:r>
              <a:rPr lang="en-US" dirty="0" err="1"/>
              <a:t>oldukça</a:t>
            </a:r>
            <a:r>
              <a:rPr lang="en-US" dirty="0"/>
              <a:t> </a:t>
            </a:r>
            <a:r>
              <a:rPr lang="en-US" dirty="0" err="1"/>
              <a:t>isabetli</a:t>
            </a:r>
            <a:r>
              <a:rPr lang="en-US" dirty="0"/>
              <a:t> </a:t>
            </a:r>
            <a:r>
              <a:rPr lang="en-US" dirty="0" err="1"/>
              <a:t>olacaktır</a:t>
            </a:r>
            <a:r>
              <a:rPr lang="en-US" dirty="0"/>
              <a:t>.</a:t>
            </a:r>
          </a:p>
          <a:p>
            <a:pPr marL="0" indent="0">
              <a:buNone/>
            </a:pPr>
            <a:endParaRPr lang="en-US" dirty="0"/>
          </a:p>
        </p:txBody>
      </p:sp>
    </p:spTree>
    <p:extLst>
      <p:ext uri="{BB962C8B-B14F-4D97-AF65-F5344CB8AC3E}">
        <p14:creationId xmlns:p14="http://schemas.microsoft.com/office/powerpoint/2010/main" val="2847114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7" y="165252"/>
            <a:ext cx="11788049" cy="6544019"/>
          </a:xfrm>
        </p:spPr>
        <p:txBody>
          <a:bodyPr>
            <a:normAutofit/>
          </a:bodyPr>
          <a:lstStyle/>
          <a:p>
            <a:pPr marL="0" indent="0">
              <a:buNone/>
            </a:pPr>
            <a:r>
              <a:rPr lang="en-US" b="1" dirty="0"/>
              <a:t>Value Type </a:t>
            </a:r>
            <a:r>
              <a:rPr lang="en-US" b="1" dirty="0" err="1"/>
              <a:t>ve</a:t>
            </a:r>
            <a:r>
              <a:rPr lang="en-US" b="1" dirty="0"/>
              <a:t> Reference Type </a:t>
            </a:r>
            <a:r>
              <a:rPr lang="en-US" b="1" dirty="0" err="1"/>
              <a:t>Nedir</a:t>
            </a:r>
            <a:r>
              <a:rPr lang="en-US" b="1" dirty="0"/>
              <a:t>?</a:t>
            </a:r>
          </a:p>
          <a:p>
            <a:pPr marL="0" indent="0">
              <a:buNone/>
            </a:pPr>
            <a:r>
              <a:rPr lang="en-US" dirty="0" err="1"/>
              <a:t>C#’ta</a:t>
            </a:r>
            <a:r>
              <a:rPr lang="en-US" dirty="0"/>
              <a:t> </a:t>
            </a:r>
            <a:r>
              <a:rPr lang="en-US" dirty="0" err="1"/>
              <a:t>tipler</a:t>
            </a:r>
            <a:r>
              <a:rPr lang="en-US" dirty="0"/>
              <a:t> “value type (</a:t>
            </a:r>
            <a:r>
              <a:rPr lang="en-US" dirty="0" err="1"/>
              <a:t>değer</a:t>
            </a:r>
            <a:r>
              <a:rPr lang="en-US" dirty="0"/>
              <a:t> tipi)” </a:t>
            </a:r>
            <a:r>
              <a:rPr lang="en-US" dirty="0" err="1"/>
              <a:t>ve</a:t>
            </a:r>
            <a:r>
              <a:rPr lang="en-US" dirty="0"/>
              <a:t> “reference type (</a:t>
            </a:r>
            <a:r>
              <a:rPr lang="en-US" dirty="0" err="1"/>
              <a:t>referans</a:t>
            </a:r>
            <a:r>
              <a:rPr lang="en-US" dirty="0"/>
              <a:t> tipi)” </a:t>
            </a:r>
            <a:r>
              <a:rPr lang="en-US" dirty="0" err="1"/>
              <a:t>olarak</a:t>
            </a:r>
            <a:r>
              <a:rPr lang="en-US" dirty="0"/>
              <a:t> </a:t>
            </a:r>
            <a:r>
              <a:rPr lang="en-US" dirty="0" err="1"/>
              <a:t>ikiye</a:t>
            </a:r>
            <a:r>
              <a:rPr lang="en-US" dirty="0"/>
              <a:t> </a:t>
            </a:r>
            <a:r>
              <a:rPr lang="en-US" dirty="0" err="1"/>
              <a:t>ayrılır</a:t>
            </a:r>
            <a:r>
              <a:rPr lang="en-US" dirty="0" smtClean="0"/>
              <a:t>.</a:t>
            </a:r>
            <a:endParaRPr lang="tr-TR" dirty="0" smtClean="0"/>
          </a:p>
          <a:p>
            <a:pPr marL="0" indent="0">
              <a:buNone/>
            </a:pPr>
            <a:endParaRPr lang="en-US" dirty="0"/>
          </a:p>
          <a:p>
            <a:pPr marL="0" indent="0">
              <a:buNone/>
            </a:pPr>
            <a:r>
              <a:rPr lang="en-US" b="1" dirty="0"/>
              <a:t>Value Type (</a:t>
            </a:r>
            <a:r>
              <a:rPr lang="en-US" b="1" dirty="0" err="1"/>
              <a:t>Değer</a:t>
            </a:r>
            <a:r>
              <a:rPr lang="en-US" b="1" dirty="0"/>
              <a:t> Tipi): </a:t>
            </a:r>
            <a:r>
              <a:rPr lang="en-US" dirty="0" err="1"/>
              <a:t>C#’ta</a:t>
            </a:r>
            <a:r>
              <a:rPr lang="en-US" dirty="0"/>
              <a:t> </a:t>
            </a:r>
            <a:r>
              <a:rPr lang="en-US" dirty="0" err="1"/>
              <a:t>kullanılan</a:t>
            </a:r>
            <a:r>
              <a:rPr lang="en-US" dirty="0"/>
              <a:t> value </a:t>
            </a:r>
            <a:r>
              <a:rPr lang="en-US" dirty="0" err="1"/>
              <a:t>type’lar</a:t>
            </a:r>
            <a:r>
              <a:rPr lang="en-US" dirty="0"/>
              <a:t> </a:t>
            </a:r>
            <a:r>
              <a:rPr lang="en-US" dirty="0" err="1"/>
              <a:t>önceden</a:t>
            </a:r>
            <a:r>
              <a:rPr lang="en-US" dirty="0"/>
              <a:t> </a:t>
            </a:r>
            <a:r>
              <a:rPr lang="en-US" dirty="0" err="1"/>
              <a:t>boyutu</a:t>
            </a:r>
            <a:r>
              <a:rPr lang="en-US" dirty="0"/>
              <a:t> </a:t>
            </a:r>
            <a:r>
              <a:rPr lang="en-US" dirty="0" err="1"/>
              <a:t>kesin</a:t>
            </a:r>
            <a:r>
              <a:rPr lang="en-US" dirty="0"/>
              <a:t> </a:t>
            </a:r>
            <a:r>
              <a:rPr lang="en-US" dirty="0" err="1"/>
              <a:t>olarak</a:t>
            </a:r>
            <a:r>
              <a:rPr lang="en-US" dirty="0"/>
              <a:t> </a:t>
            </a:r>
            <a:r>
              <a:rPr lang="en-US" dirty="0" err="1"/>
              <a:t>belirlenmiş</a:t>
            </a:r>
            <a:r>
              <a:rPr lang="en-US" dirty="0"/>
              <a:t>, </a:t>
            </a:r>
            <a:r>
              <a:rPr lang="en-US" dirty="0" err="1"/>
              <a:t>içerisinde</a:t>
            </a:r>
            <a:r>
              <a:rPr lang="en-US" dirty="0"/>
              <a:t> </a:t>
            </a:r>
            <a:r>
              <a:rPr lang="en-US" dirty="0" err="1"/>
              <a:t>direkt</a:t>
            </a:r>
            <a:r>
              <a:rPr lang="en-US" dirty="0"/>
              <a:t> </a:t>
            </a:r>
            <a:r>
              <a:rPr lang="en-US" dirty="0" err="1"/>
              <a:t>olarak</a:t>
            </a:r>
            <a:r>
              <a:rPr lang="en-US" dirty="0"/>
              <a:t> </a:t>
            </a:r>
            <a:r>
              <a:rPr lang="en-US" dirty="0" err="1"/>
              <a:t>veri</a:t>
            </a:r>
            <a:r>
              <a:rPr lang="en-US" dirty="0"/>
              <a:t> </a:t>
            </a:r>
            <a:r>
              <a:rPr lang="en-US" dirty="0" err="1"/>
              <a:t>tutan</a:t>
            </a:r>
            <a:r>
              <a:rPr lang="en-US" dirty="0"/>
              <a:t> </a:t>
            </a:r>
            <a:r>
              <a:rPr lang="en-US" dirty="0" err="1"/>
              <a:t>tiplerdir</a:t>
            </a:r>
            <a:r>
              <a:rPr lang="en-US" dirty="0"/>
              <a:t>. </a:t>
            </a:r>
            <a:r>
              <a:rPr lang="en-US" dirty="0" err="1"/>
              <a:t>Yukarıdaki</a:t>
            </a:r>
            <a:r>
              <a:rPr lang="en-US" dirty="0"/>
              <a:t> </a:t>
            </a:r>
            <a:r>
              <a:rPr lang="en-US" dirty="0" err="1"/>
              <a:t>değişken</a:t>
            </a:r>
            <a:r>
              <a:rPr lang="en-US" dirty="0"/>
              <a:t> </a:t>
            </a:r>
            <a:r>
              <a:rPr lang="en-US" dirty="0" err="1"/>
              <a:t>tablosunda</a:t>
            </a:r>
            <a:r>
              <a:rPr lang="en-US" dirty="0"/>
              <a:t> </a:t>
            </a:r>
            <a:r>
              <a:rPr lang="en-US" dirty="0" err="1"/>
              <a:t>boyut</a:t>
            </a:r>
            <a:r>
              <a:rPr lang="en-US" dirty="0"/>
              <a:t> </a:t>
            </a:r>
            <a:r>
              <a:rPr lang="en-US" dirty="0" err="1"/>
              <a:t>sütununa</a:t>
            </a:r>
            <a:r>
              <a:rPr lang="en-US" dirty="0"/>
              <a:t> bir </a:t>
            </a:r>
            <a:r>
              <a:rPr lang="en-US" dirty="0" err="1"/>
              <a:t>bakalım</a:t>
            </a:r>
            <a:r>
              <a:rPr lang="en-US" dirty="0"/>
              <a:t>. </a:t>
            </a:r>
            <a:r>
              <a:rPr lang="en-US" dirty="0" err="1"/>
              <a:t>Boyutlarının</a:t>
            </a:r>
            <a:r>
              <a:rPr lang="en-US" dirty="0"/>
              <a:t> </a:t>
            </a:r>
            <a:r>
              <a:rPr lang="en-US" dirty="0" err="1"/>
              <a:t>kesin</a:t>
            </a:r>
            <a:r>
              <a:rPr lang="en-US" dirty="0"/>
              <a:t> </a:t>
            </a:r>
            <a:r>
              <a:rPr lang="en-US" dirty="0" err="1"/>
              <a:t>olarak</a:t>
            </a:r>
            <a:r>
              <a:rPr lang="en-US" dirty="0"/>
              <a:t> byte </a:t>
            </a:r>
            <a:r>
              <a:rPr lang="en-US" dirty="0" err="1"/>
              <a:t>karşılıkları</a:t>
            </a:r>
            <a:r>
              <a:rPr lang="en-US" dirty="0"/>
              <a:t> </a:t>
            </a:r>
            <a:r>
              <a:rPr lang="en-US" dirty="0" err="1"/>
              <a:t>yazan</a:t>
            </a:r>
            <a:r>
              <a:rPr lang="en-US" dirty="0"/>
              <a:t> </a:t>
            </a:r>
            <a:r>
              <a:rPr lang="en-US" dirty="0" err="1"/>
              <a:t>değişken</a:t>
            </a:r>
            <a:r>
              <a:rPr lang="en-US" dirty="0"/>
              <a:t> </a:t>
            </a:r>
            <a:r>
              <a:rPr lang="en-US" dirty="0" err="1"/>
              <a:t>tiplerinin</a:t>
            </a:r>
            <a:r>
              <a:rPr lang="en-US" dirty="0"/>
              <a:t> </a:t>
            </a:r>
            <a:r>
              <a:rPr lang="en-US" dirty="0" err="1"/>
              <a:t>hepsi</a:t>
            </a:r>
            <a:r>
              <a:rPr lang="en-US" dirty="0"/>
              <a:t> (</a:t>
            </a:r>
            <a:r>
              <a:rPr lang="en-US" dirty="0" err="1"/>
              <a:t>int</a:t>
            </a:r>
            <a:r>
              <a:rPr lang="en-US" dirty="0"/>
              <a:t>, long, float, double, decimal, char, </a:t>
            </a:r>
            <a:r>
              <a:rPr lang="en-US" dirty="0" err="1"/>
              <a:t>bool</a:t>
            </a:r>
            <a:r>
              <a:rPr lang="en-US" dirty="0"/>
              <a:t>, byte, short) </a:t>
            </a:r>
            <a:r>
              <a:rPr lang="en-US" dirty="0" err="1"/>
              <a:t>birer</a:t>
            </a:r>
            <a:r>
              <a:rPr lang="en-US" dirty="0"/>
              <a:t> value </a:t>
            </a:r>
            <a:r>
              <a:rPr lang="en-US" dirty="0" err="1"/>
              <a:t>type’dır</a:t>
            </a:r>
            <a:r>
              <a:rPr lang="en-US" dirty="0" smtClean="0"/>
              <a:t>.</a:t>
            </a:r>
            <a:endParaRPr lang="tr-TR" dirty="0" smtClean="0"/>
          </a:p>
          <a:p>
            <a:pPr marL="0" indent="0">
              <a:buNone/>
            </a:pPr>
            <a:endParaRPr lang="en-US" dirty="0"/>
          </a:p>
          <a:p>
            <a:pPr marL="0" indent="0">
              <a:buNone/>
            </a:pPr>
            <a:r>
              <a:rPr lang="en-US" b="1" dirty="0"/>
              <a:t>Reference Type (</a:t>
            </a:r>
            <a:r>
              <a:rPr lang="en-US" b="1" dirty="0" err="1"/>
              <a:t>Referans</a:t>
            </a:r>
            <a:r>
              <a:rPr lang="en-US" b="1" dirty="0"/>
              <a:t> Tipi):</a:t>
            </a:r>
            <a:r>
              <a:rPr lang="en-US" dirty="0"/>
              <a:t> </a:t>
            </a:r>
            <a:r>
              <a:rPr lang="en-US" dirty="0" err="1"/>
              <a:t>İçerisinde</a:t>
            </a:r>
            <a:r>
              <a:rPr lang="en-US" dirty="0"/>
              <a:t> </a:t>
            </a:r>
            <a:r>
              <a:rPr lang="en-US" dirty="0" err="1"/>
              <a:t>direkt</a:t>
            </a:r>
            <a:r>
              <a:rPr lang="en-US" dirty="0"/>
              <a:t> </a:t>
            </a:r>
            <a:r>
              <a:rPr lang="en-US" dirty="0" err="1"/>
              <a:t>olarak</a:t>
            </a:r>
            <a:r>
              <a:rPr lang="en-US" dirty="0"/>
              <a:t> </a:t>
            </a:r>
            <a:r>
              <a:rPr lang="en-US" dirty="0" err="1"/>
              <a:t>veriyi</a:t>
            </a:r>
            <a:r>
              <a:rPr lang="en-US" dirty="0"/>
              <a:t> </a:t>
            </a:r>
            <a:r>
              <a:rPr lang="en-US" dirty="0" err="1"/>
              <a:t>değil</a:t>
            </a:r>
            <a:r>
              <a:rPr lang="en-US" dirty="0"/>
              <a:t>, </a:t>
            </a:r>
            <a:r>
              <a:rPr lang="en-US" dirty="0" err="1"/>
              <a:t>verinin</a:t>
            </a:r>
            <a:r>
              <a:rPr lang="en-US" dirty="0"/>
              <a:t> </a:t>
            </a:r>
            <a:r>
              <a:rPr lang="en-US" dirty="0" err="1"/>
              <a:t>tutulduğu</a:t>
            </a:r>
            <a:r>
              <a:rPr lang="en-US" dirty="0"/>
              <a:t> </a:t>
            </a:r>
            <a:r>
              <a:rPr lang="en-US" dirty="0" err="1"/>
              <a:t>hafıza</a:t>
            </a:r>
            <a:r>
              <a:rPr lang="en-US" dirty="0"/>
              <a:t> </a:t>
            </a:r>
            <a:r>
              <a:rPr lang="en-US" dirty="0" err="1"/>
              <a:t>adresini</a:t>
            </a:r>
            <a:r>
              <a:rPr lang="en-US" dirty="0"/>
              <a:t> </a:t>
            </a:r>
            <a:r>
              <a:rPr lang="en-US" dirty="0" err="1"/>
              <a:t>barındıran</a:t>
            </a:r>
            <a:r>
              <a:rPr lang="en-US" dirty="0"/>
              <a:t> </a:t>
            </a:r>
            <a:r>
              <a:rPr lang="en-US" dirty="0" err="1"/>
              <a:t>yani</a:t>
            </a:r>
            <a:r>
              <a:rPr lang="en-US" dirty="0"/>
              <a:t> </a:t>
            </a:r>
            <a:r>
              <a:rPr lang="en-US" dirty="0" err="1"/>
              <a:t>referansını</a:t>
            </a:r>
            <a:r>
              <a:rPr lang="en-US" dirty="0"/>
              <a:t> </a:t>
            </a:r>
            <a:r>
              <a:rPr lang="en-US" dirty="0" err="1"/>
              <a:t>tutan</a:t>
            </a:r>
            <a:r>
              <a:rPr lang="en-US" dirty="0"/>
              <a:t> </a:t>
            </a:r>
            <a:r>
              <a:rPr lang="en-US" dirty="0" err="1"/>
              <a:t>tiplerdir</a:t>
            </a:r>
            <a:r>
              <a:rPr lang="en-US" dirty="0"/>
              <a:t>. </a:t>
            </a:r>
            <a:r>
              <a:rPr lang="en-US" dirty="0" err="1"/>
              <a:t>Yine</a:t>
            </a:r>
            <a:r>
              <a:rPr lang="en-US" dirty="0"/>
              <a:t> </a:t>
            </a:r>
            <a:r>
              <a:rPr lang="en-US" dirty="0" err="1"/>
              <a:t>yukarıdaki</a:t>
            </a:r>
            <a:r>
              <a:rPr lang="en-US" dirty="0"/>
              <a:t> </a:t>
            </a:r>
            <a:r>
              <a:rPr lang="en-US" dirty="0" err="1"/>
              <a:t>değişken</a:t>
            </a:r>
            <a:r>
              <a:rPr lang="en-US" dirty="0"/>
              <a:t> </a:t>
            </a:r>
            <a:r>
              <a:rPr lang="en-US" dirty="0" err="1"/>
              <a:t>tablosuna</a:t>
            </a:r>
            <a:r>
              <a:rPr lang="en-US" dirty="0"/>
              <a:t> </a:t>
            </a:r>
            <a:r>
              <a:rPr lang="en-US" dirty="0" err="1"/>
              <a:t>baktığımızda</a:t>
            </a:r>
            <a:r>
              <a:rPr lang="en-US" dirty="0"/>
              <a:t> </a:t>
            </a:r>
            <a:r>
              <a:rPr lang="en-US" dirty="0" err="1"/>
              <a:t>string’in</a:t>
            </a:r>
            <a:r>
              <a:rPr lang="en-US" dirty="0"/>
              <a:t> </a:t>
            </a:r>
            <a:r>
              <a:rPr lang="en-US" dirty="0" err="1"/>
              <a:t>belirli</a:t>
            </a:r>
            <a:r>
              <a:rPr lang="en-US" dirty="0"/>
              <a:t> bir </a:t>
            </a:r>
            <a:r>
              <a:rPr lang="en-US" dirty="0" err="1"/>
              <a:t>boyutu</a:t>
            </a:r>
            <a:r>
              <a:rPr lang="en-US" dirty="0"/>
              <a:t> </a:t>
            </a:r>
            <a:r>
              <a:rPr lang="en-US" dirty="0" err="1"/>
              <a:t>olmadığını</a:t>
            </a:r>
            <a:r>
              <a:rPr lang="en-US" dirty="0"/>
              <a:t> </a:t>
            </a:r>
            <a:r>
              <a:rPr lang="en-US" dirty="0" err="1"/>
              <a:t>görürüz</a:t>
            </a:r>
            <a:r>
              <a:rPr lang="en-US" dirty="0"/>
              <a:t>. Bu </a:t>
            </a:r>
            <a:r>
              <a:rPr lang="en-US" dirty="0" err="1"/>
              <a:t>sebeple</a:t>
            </a:r>
            <a:r>
              <a:rPr lang="en-US" dirty="0"/>
              <a:t> </a:t>
            </a:r>
            <a:r>
              <a:rPr lang="en-US" dirty="0" err="1"/>
              <a:t>string’e</a:t>
            </a:r>
            <a:r>
              <a:rPr lang="en-US" dirty="0"/>
              <a:t> value type </a:t>
            </a:r>
            <a:r>
              <a:rPr lang="en-US" dirty="0" err="1"/>
              <a:t>diyemeyiz</a:t>
            </a:r>
            <a:r>
              <a:rPr lang="en-US" dirty="0"/>
              <a:t>. string bir reference </a:t>
            </a:r>
            <a:r>
              <a:rPr lang="en-US" dirty="0" err="1"/>
              <a:t>type’dır</a:t>
            </a:r>
            <a:r>
              <a:rPr lang="en-US" dirty="0" smtClean="0"/>
              <a:t>.</a:t>
            </a:r>
            <a:r>
              <a:rPr lang="en-US" dirty="0"/>
              <a:t/>
            </a:r>
            <a:br>
              <a:rPr lang="en-US" dirty="0"/>
            </a:br>
            <a:endParaRPr lang="en-US" dirty="0"/>
          </a:p>
        </p:txBody>
      </p:sp>
    </p:spTree>
    <p:extLst>
      <p:ext uri="{BB962C8B-B14F-4D97-AF65-F5344CB8AC3E}">
        <p14:creationId xmlns:p14="http://schemas.microsoft.com/office/powerpoint/2010/main" val="1905040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4910" y="165100"/>
            <a:ext cx="10477041" cy="6543675"/>
          </a:xfrm>
        </p:spPr>
      </p:pic>
    </p:spTree>
    <p:extLst>
      <p:ext uri="{BB962C8B-B14F-4D97-AF65-F5344CB8AC3E}">
        <p14:creationId xmlns:p14="http://schemas.microsoft.com/office/powerpoint/2010/main" val="36469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7" y="165252"/>
            <a:ext cx="11788049" cy="6544019"/>
          </a:xfrm>
        </p:spPr>
        <p:txBody>
          <a:bodyPr/>
          <a:lstStyle/>
          <a:p>
            <a:pPr marL="0" indent="0">
              <a:buNone/>
            </a:pPr>
            <a:r>
              <a:rPr lang="en-US" b="1" dirty="0"/>
              <a:t>Stack</a:t>
            </a:r>
            <a:r>
              <a:rPr lang="en-US" dirty="0"/>
              <a:t> </a:t>
            </a:r>
            <a:r>
              <a:rPr lang="en-US" dirty="0" err="1"/>
              <a:t>ve</a:t>
            </a:r>
            <a:r>
              <a:rPr lang="en-US" dirty="0"/>
              <a:t> </a:t>
            </a:r>
            <a:r>
              <a:rPr lang="en-US" b="1" dirty="0"/>
              <a:t>Heap</a:t>
            </a:r>
            <a:r>
              <a:rPr lang="en-US" dirty="0"/>
              <a:t> </a:t>
            </a:r>
            <a:r>
              <a:rPr lang="en-US" dirty="0" err="1"/>
              <a:t>bellekte</a:t>
            </a:r>
            <a:r>
              <a:rPr lang="en-US" dirty="0"/>
              <a:t> (ram) </a:t>
            </a:r>
            <a:r>
              <a:rPr lang="en-US" dirty="0" err="1"/>
              <a:t>bulunan</a:t>
            </a:r>
            <a:r>
              <a:rPr lang="en-US" dirty="0"/>
              <a:t> </a:t>
            </a:r>
            <a:r>
              <a:rPr lang="en-US" dirty="0" err="1"/>
              <a:t>mantıksal</a:t>
            </a:r>
            <a:r>
              <a:rPr lang="en-US" dirty="0"/>
              <a:t> </a:t>
            </a:r>
            <a:r>
              <a:rPr lang="en-US" dirty="0" err="1"/>
              <a:t>yapılardır</a:t>
            </a:r>
            <a:r>
              <a:rPr lang="en-US" dirty="0"/>
              <a:t>. </a:t>
            </a:r>
            <a:r>
              <a:rPr lang="en-US" dirty="0" err="1"/>
              <a:t>Primitif</a:t>
            </a:r>
            <a:r>
              <a:rPr lang="en-US" dirty="0"/>
              <a:t> tip </a:t>
            </a:r>
            <a:r>
              <a:rPr lang="en-US" dirty="0" err="1"/>
              <a:t>dediğimiz</a:t>
            </a:r>
            <a:r>
              <a:rPr lang="en-US" dirty="0"/>
              <a:t> </a:t>
            </a:r>
            <a:r>
              <a:rPr lang="en-US" b="1" i="1" dirty="0" err="1"/>
              <a:t>int</a:t>
            </a:r>
            <a:r>
              <a:rPr lang="en-US" b="1" i="1" dirty="0"/>
              <a:t>, short, byte, long, decimal, double, float </a:t>
            </a:r>
            <a:r>
              <a:rPr lang="en-US" dirty="0" err="1"/>
              <a:t>gibi</a:t>
            </a:r>
            <a:r>
              <a:rPr lang="en-US" dirty="0"/>
              <a:t> </a:t>
            </a:r>
            <a:r>
              <a:rPr lang="en-US" dirty="0" err="1"/>
              <a:t>tipler</a:t>
            </a:r>
            <a:r>
              <a:rPr lang="en-US" dirty="0"/>
              <a:t> value type (</a:t>
            </a:r>
            <a:r>
              <a:rPr lang="en-US" dirty="0" err="1"/>
              <a:t>değer</a:t>
            </a:r>
            <a:r>
              <a:rPr lang="en-US" dirty="0"/>
              <a:t> tipi) </a:t>
            </a:r>
            <a:r>
              <a:rPr lang="en-US" dirty="0" err="1"/>
              <a:t>olarak</a:t>
            </a:r>
            <a:r>
              <a:rPr lang="en-US" dirty="0"/>
              <a:t> </a:t>
            </a:r>
            <a:r>
              <a:rPr lang="en-US" dirty="0" err="1"/>
              <a:t>adlandırılır</a:t>
            </a:r>
            <a:r>
              <a:rPr lang="en-US" dirty="0"/>
              <a:t> </a:t>
            </a:r>
            <a:r>
              <a:rPr lang="en-US" dirty="0" err="1"/>
              <a:t>ve</a:t>
            </a:r>
            <a:r>
              <a:rPr lang="en-US" dirty="0"/>
              <a:t> stack de </a:t>
            </a:r>
            <a:r>
              <a:rPr lang="en-US" dirty="0" err="1"/>
              <a:t>tutulur</a:t>
            </a:r>
            <a:r>
              <a:rPr lang="en-US" dirty="0"/>
              <a:t>. </a:t>
            </a:r>
            <a:r>
              <a:rPr lang="en-US" b="1" dirty="0" err="1"/>
              <a:t>Çalışma</a:t>
            </a:r>
            <a:r>
              <a:rPr lang="en-US" b="1" dirty="0"/>
              <a:t> </a:t>
            </a:r>
            <a:r>
              <a:rPr lang="en-US" b="1" dirty="0" err="1"/>
              <a:t>zamanından</a:t>
            </a:r>
            <a:r>
              <a:rPr lang="en-US" b="1" dirty="0"/>
              <a:t> (runtime) </a:t>
            </a:r>
            <a:r>
              <a:rPr lang="en-US" dirty="0" err="1"/>
              <a:t>önce</a:t>
            </a:r>
            <a:r>
              <a:rPr lang="en-US" dirty="0"/>
              <a:t> </a:t>
            </a:r>
            <a:r>
              <a:rPr lang="en-US" dirty="0" err="1"/>
              <a:t>bu</a:t>
            </a:r>
            <a:r>
              <a:rPr lang="en-US" dirty="0"/>
              <a:t> </a:t>
            </a:r>
            <a:r>
              <a:rPr lang="en-US" dirty="0" err="1"/>
              <a:t>değerlerin</a:t>
            </a:r>
            <a:r>
              <a:rPr lang="en-US" dirty="0"/>
              <a:t> </a:t>
            </a:r>
            <a:r>
              <a:rPr lang="en-US" dirty="0" err="1"/>
              <a:t>bilinmesi</a:t>
            </a:r>
            <a:r>
              <a:rPr lang="en-US" dirty="0"/>
              <a:t> </a:t>
            </a:r>
            <a:r>
              <a:rPr lang="en-US" dirty="0" err="1"/>
              <a:t>gerekir</a:t>
            </a:r>
            <a:r>
              <a:rPr lang="en-US" dirty="0"/>
              <a:t> </a:t>
            </a:r>
            <a:r>
              <a:rPr lang="en-US" dirty="0" err="1"/>
              <a:t>ve</a:t>
            </a:r>
            <a:r>
              <a:rPr lang="en-US" dirty="0"/>
              <a:t> </a:t>
            </a:r>
            <a:r>
              <a:rPr lang="en-US" dirty="0" err="1"/>
              <a:t>işletim</a:t>
            </a:r>
            <a:r>
              <a:rPr lang="en-US" dirty="0"/>
              <a:t> </a:t>
            </a:r>
            <a:r>
              <a:rPr lang="en-US" dirty="0" err="1"/>
              <a:t>sistemi</a:t>
            </a:r>
            <a:r>
              <a:rPr lang="en-US" dirty="0"/>
              <a:t> program </a:t>
            </a:r>
            <a:r>
              <a:rPr lang="en-US" dirty="0" err="1"/>
              <a:t>çalışmadan</a:t>
            </a:r>
            <a:r>
              <a:rPr lang="en-US" dirty="0"/>
              <a:t> </a:t>
            </a:r>
            <a:r>
              <a:rPr lang="en-US" dirty="0" err="1"/>
              <a:t>önce</a:t>
            </a:r>
            <a:r>
              <a:rPr lang="en-US" dirty="0"/>
              <a:t> stack de </a:t>
            </a:r>
            <a:r>
              <a:rPr lang="en-US" dirty="0" err="1"/>
              <a:t>belirli</a:t>
            </a:r>
            <a:r>
              <a:rPr lang="en-US" dirty="0"/>
              <a:t> bir </a:t>
            </a:r>
            <a:r>
              <a:rPr lang="en-US" dirty="0" err="1"/>
              <a:t>yer</a:t>
            </a:r>
            <a:r>
              <a:rPr lang="en-US" dirty="0"/>
              <a:t> </a:t>
            </a:r>
            <a:r>
              <a:rPr lang="en-US" dirty="0" err="1"/>
              <a:t>ayırır</a:t>
            </a:r>
            <a:r>
              <a:rPr lang="en-US" dirty="0"/>
              <a:t> </a:t>
            </a:r>
            <a:r>
              <a:rPr lang="en-US" dirty="0" err="1"/>
              <a:t>eğer</a:t>
            </a:r>
            <a:r>
              <a:rPr lang="en-US" dirty="0"/>
              <a:t> </a:t>
            </a:r>
            <a:r>
              <a:rPr lang="en-US" dirty="0" err="1"/>
              <a:t>bu</a:t>
            </a:r>
            <a:r>
              <a:rPr lang="en-US" dirty="0"/>
              <a:t> </a:t>
            </a:r>
            <a:r>
              <a:rPr lang="en-US" dirty="0" err="1"/>
              <a:t>bölüm</a:t>
            </a:r>
            <a:r>
              <a:rPr lang="en-US" dirty="0"/>
              <a:t> </a:t>
            </a:r>
            <a:r>
              <a:rPr lang="en-US" dirty="0" err="1"/>
              <a:t>kodu</a:t>
            </a:r>
            <a:r>
              <a:rPr lang="en-US" dirty="0"/>
              <a:t> </a:t>
            </a:r>
            <a:r>
              <a:rPr lang="en-US" dirty="0" err="1"/>
              <a:t>yazan</a:t>
            </a:r>
            <a:r>
              <a:rPr lang="en-US" dirty="0"/>
              <a:t> </a:t>
            </a:r>
            <a:r>
              <a:rPr lang="en-US" dirty="0" err="1"/>
              <a:t>kişi</a:t>
            </a:r>
            <a:r>
              <a:rPr lang="en-US" dirty="0"/>
              <a:t> </a:t>
            </a:r>
            <a:r>
              <a:rPr lang="en-US" dirty="0" err="1"/>
              <a:t>tarafından</a:t>
            </a:r>
            <a:r>
              <a:rPr lang="en-US" dirty="0"/>
              <a:t> </a:t>
            </a:r>
            <a:r>
              <a:rPr lang="en-US" dirty="0" err="1"/>
              <a:t>aşılırsa</a:t>
            </a:r>
            <a:r>
              <a:rPr lang="en-US" dirty="0"/>
              <a:t> stack </a:t>
            </a:r>
            <a:r>
              <a:rPr lang="en-US" dirty="0" err="1"/>
              <a:t>taşma</a:t>
            </a:r>
            <a:r>
              <a:rPr lang="en-US" dirty="0"/>
              <a:t> </a:t>
            </a:r>
            <a:r>
              <a:rPr lang="en-US" dirty="0" err="1"/>
              <a:t>hatası</a:t>
            </a:r>
            <a:r>
              <a:rPr lang="en-US" dirty="0"/>
              <a:t> </a:t>
            </a:r>
            <a:r>
              <a:rPr lang="en-US" dirty="0" err="1"/>
              <a:t>ile</a:t>
            </a:r>
            <a:r>
              <a:rPr lang="en-US" dirty="0"/>
              <a:t> </a:t>
            </a:r>
            <a:r>
              <a:rPr lang="en-US" b="1" dirty="0"/>
              <a:t>(stack overflow) </a:t>
            </a:r>
            <a:r>
              <a:rPr lang="en-US" dirty="0" err="1"/>
              <a:t>karşılaşılabilir</a:t>
            </a:r>
            <a:r>
              <a:rPr lang="en-US" dirty="0" smtClean="0"/>
              <a:t>. </a:t>
            </a:r>
            <a:r>
              <a:rPr lang="en-US" b="1" dirty="0"/>
              <a:t>Stack</a:t>
            </a:r>
            <a:r>
              <a:rPr lang="en-US" dirty="0"/>
              <a:t> de </a:t>
            </a:r>
            <a:r>
              <a:rPr lang="en-US" dirty="0" err="1"/>
              <a:t>veriler</a:t>
            </a:r>
            <a:r>
              <a:rPr lang="en-US" dirty="0"/>
              <a:t> </a:t>
            </a:r>
            <a:r>
              <a:rPr lang="en-US" dirty="0" err="1"/>
              <a:t>üst</a:t>
            </a:r>
            <a:r>
              <a:rPr lang="en-US" dirty="0"/>
              <a:t> </a:t>
            </a:r>
            <a:r>
              <a:rPr lang="en-US" dirty="0" err="1"/>
              <a:t>üste</a:t>
            </a:r>
            <a:r>
              <a:rPr lang="en-US" dirty="0"/>
              <a:t> (</a:t>
            </a:r>
            <a:r>
              <a:rPr lang="en-US" b="1" dirty="0"/>
              <a:t>LIFO</a:t>
            </a:r>
            <a:r>
              <a:rPr lang="en-US" dirty="0"/>
              <a:t>) </a:t>
            </a:r>
            <a:r>
              <a:rPr lang="en-US" dirty="0" err="1"/>
              <a:t>mantığında</a:t>
            </a:r>
            <a:r>
              <a:rPr lang="en-US" dirty="0"/>
              <a:t> </a:t>
            </a:r>
            <a:r>
              <a:rPr lang="en-US" dirty="0" err="1"/>
              <a:t>dizilir</a:t>
            </a:r>
            <a:r>
              <a:rPr lang="en-US" dirty="0"/>
              <a:t> </a:t>
            </a:r>
            <a:r>
              <a:rPr lang="en-US" dirty="0" err="1"/>
              <a:t>ve</a:t>
            </a:r>
            <a:r>
              <a:rPr lang="en-US" dirty="0"/>
              <a:t> </a:t>
            </a:r>
            <a:r>
              <a:rPr lang="en-US" dirty="0" err="1"/>
              <a:t>sırası</a:t>
            </a:r>
            <a:r>
              <a:rPr lang="en-US" dirty="0"/>
              <a:t> </a:t>
            </a:r>
            <a:r>
              <a:rPr lang="en-US" dirty="0" err="1"/>
              <a:t>gelmeden</a:t>
            </a:r>
            <a:r>
              <a:rPr lang="en-US" dirty="0"/>
              <a:t> </a:t>
            </a:r>
            <a:r>
              <a:rPr lang="en-US" dirty="0" err="1"/>
              <a:t>aradaki</a:t>
            </a:r>
            <a:r>
              <a:rPr lang="en-US" dirty="0"/>
              <a:t> bir </a:t>
            </a:r>
            <a:r>
              <a:rPr lang="en-US" dirty="0" err="1"/>
              <a:t>değer</a:t>
            </a:r>
            <a:r>
              <a:rPr lang="en-US" dirty="0"/>
              <a:t> </a:t>
            </a:r>
            <a:r>
              <a:rPr lang="en-US" dirty="0" err="1"/>
              <a:t>ile</a:t>
            </a:r>
            <a:r>
              <a:rPr lang="en-US" dirty="0"/>
              <a:t> </a:t>
            </a:r>
            <a:r>
              <a:rPr lang="en-US" dirty="0" err="1"/>
              <a:t>işlem</a:t>
            </a:r>
            <a:r>
              <a:rPr lang="en-US" dirty="0"/>
              <a:t> </a:t>
            </a:r>
            <a:r>
              <a:rPr lang="en-US" dirty="0" err="1"/>
              <a:t>yapılamaz</a:t>
            </a:r>
            <a:r>
              <a:rPr lang="en-US" dirty="0"/>
              <a:t>. </a:t>
            </a:r>
            <a:r>
              <a:rPr lang="en-US" b="1" dirty="0"/>
              <a:t>Class type (</a:t>
            </a:r>
            <a:r>
              <a:rPr lang="en-US" b="1" dirty="0" err="1"/>
              <a:t>Sınıf</a:t>
            </a:r>
            <a:r>
              <a:rPr lang="en-US" b="1" dirty="0"/>
              <a:t> tipi) </a:t>
            </a:r>
            <a:r>
              <a:rPr lang="en-US" dirty="0" err="1"/>
              <a:t>değişkenler</a:t>
            </a:r>
            <a:r>
              <a:rPr lang="en-US" dirty="0"/>
              <a:t> </a:t>
            </a:r>
            <a:r>
              <a:rPr lang="en-US" b="1" dirty="0" err="1"/>
              <a:t>referans</a:t>
            </a:r>
            <a:r>
              <a:rPr lang="en-US" dirty="0"/>
              <a:t> </a:t>
            </a:r>
            <a:r>
              <a:rPr lang="en-US" dirty="0" err="1"/>
              <a:t>tiplerdir</a:t>
            </a:r>
            <a:r>
              <a:rPr lang="en-US" dirty="0"/>
              <a:t> </a:t>
            </a:r>
            <a:r>
              <a:rPr lang="en-US" b="1" dirty="0" err="1"/>
              <a:t>referans</a:t>
            </a:r>
            <a:r>
              <a:rPr lang="en-US" dirty="0"/>
              <a:t> </a:t>
            </a:r>
            <a:r>
              <a:rPr lang="en-US" dirty="0" err="1"/>
              <a:t>ettikleri</a:t>
            </a:r>
            <a:r>
              <a:rPr lang="en-US" dirty="0"/>
              <a:t> model (</a:t>
            </a:r>
            <a:r>
              <a:rPr lang="en-US" dirty="0" err="1"/>
              <a:t>referans</a:t>
            </a:r>
            <a:r>
              <a:rPr lang="en-US" dirty="0"/>
              <a:t>) stack de </a:t>
            </a:r>
            <a:r>
              <a:rPr lang="en-US" dirty="0" err="1"/>
              <a:t>değerleri</a:t>
            </a:r>
            <a:r>
              <a:rPr lang="en-US" dirty="0"/>
              <a:t> </a:t>
            </a:r>
            <a:r>
              <a:rPr lang="en-US" dirty="0" err="1"/>
              <a:t>ise</a:t>
            </a:r>
            <a:r>
              <a:rPr lang="en-US" dirty="0"/>
              <a:t> heap de </a:t>
            </a:r>
            <a:r>
              <a:rPr lang="en-US" dirty="0" err="1"/>
              <a:t>saklanır</a:t>
            </a:r>
            <a:r>
              <a:rPr lang="en-US" dirty="0"/>
              <a:t>.</a:t>
            </a:r>
          </a:p>
          <a:p>
            <a:pPr marL="0" indent="0">
              <a:buNone/>
            </a:pPr>
            <a:r>
              <a:rPr lang="en-US" b="1" dirty="0"/>
              <a:t>Heap</a:t>
            </a:r>
            <a:r>
              <a:rPr lang="en-US" dirty="0"/>
              <a:t> </a:t>
            </a:r>
            <a:r>
              <a:rPr lang="en-US" dirty="0" err="1"/>
              <a:t>ve</a:t>
            </a:r>
            <a:r>
              <a:rPr lang="en-US" dirty="0"/>
              <a:t> </a:t>
            </a:r>
            <a:r>
              <a:rPr lang="en-US" b="1" dirty="0"/>
              <a:t>Stack</a:t>
            </a:r>
            <a:r>
              <a:rPr lang="en-US" dirty="0"/>
              <a:t> </a:t>
            </a:r>
            <a:r>
              <a:rPr lang="en-US" dirty="0" err="1"/>
              <a:t>arasında</a:t>
            </a:r>
            <a:r>
              <a:rPr lang="en-US" dirty="0"/>
              <a:t> </a:t>
            </a:r>
            <a:r>
              <a:rPr lang="en-US" dirty="0" err="1"/>
              <a:t>ki</a:t>
            </a:r>
            <a:r>
              <a:rPr lang="en-US" dirty="0"/>
              <a:t> en </a:t>
            </a:r>
            <a:r>
              <a:rPr lang="en-US" dirty="0" err="1"/>
              <a:t>önemli</a:t>
            </a:r>
            <a:r>
              <a:rPr lang="en-US" dirty="0"/>
              <a:t> </a:t>
            </a:r>
            <a:r>
              <a:rPr lang="en-US" dirty="0" err="1"/>
              <a:t>farklardan</a:t>
            </a:r>
            <a:r>
              <a:rPr lang="en-US" dirty="0"/>
              <a:t> </a:t>
            </a:r>
            <a:r>
              <a:rPr lang="en-US" dirty="0" err="1"/>
              <a:t>birisi</a:t>
            </a:r>
            <a:r>
              <a:rPr lang="en-US" dirty="0"/>
              <a:t> heap de </a:t>
            </a:r>
            <a:r>
              <a:rPr lang="en-US" dirty="0" err="1"/>
              <a:t>veriler</a:t>
            </a:r>
            <a:r>
              <a:rPr lang="en-US" dirty="0"/>
              <a:t> </a:t>
            </a:r>
            <a:r>
              <a:rPr lang="en-US" dirty="0" err="1"/>
              <a:t>karışık</a:t>
            </a:r>
            <a:r>
              <a:rPr lang="en-US" dirty="0"/>
              <a:t> bir </a:t>
            </a:r>
            <a:r>
              <a:rPr lang="en-US" dirty="0" err="1"/>
              <a:t>şekilde</a:t>
            </a:r>
            <a:r>
              <a:rPr lang="en-US" dirty="0"/>
              <a:t> </a:t>
            </a:r>
            <a:r>
              <a:rPr lang="en-US" dirty="0" err="1"/>
              <a:t>saklanır</a:t>
            </a:r>
            <a:r>
              <a:rPr lang="en-US" dirty="0"/>
              <a:t> stack de </a:t>
            </a:r>
            <a:r>
              <a:rPr lang="en-US" dirty="0" err="1"/>
              <a:t>ise</a:t>
            </a:r>
            <a:r>
              <a:rPr lang="en-US" dirty="0"/>
              <a:t> </a:t>
            </a:r>
            <a:r>
              <a:rPr lang="en-US" dirty="0" err="1"/>
              <a:t>artan</a:t>
            </a:r>
            <a:r>
              <a:rPr lang="en-US" dirty="0"/>
              <a:t> </a:t>
            </a:r>
            <a:r>
              <a:rPr lang="en-US" dirty="0" err="1"/>
              <a:t>ya</a:t>
            </a:r>
            <a:r>
              <a:rPr lang="en-US" dirty="0"/>
              <a:t> da </a:t>
            </a:r>
            <a:r>
              <a:rPr lang="en-US" dirty="0" err="1"/>
              <a:t>azalan</a:t>
            </a:r>
            <a:r>
              <a:rPr lang="en-US" dirty="0"/>
              <a:t> </a:t>
            </a:r>
            <a:r>
              <a:rPr lang="en-US" dirty="0" err="1"/>
              <a:t>adres</a:t>
            </a:r>
            <a:r>
              <a:rPr lang="en-US" dirty="0"/>
              <a:t> </a:t>
            </a:r>
            <a:r>
              <a:rPr lang="en-US" dirty="0" err="1"/>
              <a:t>mantığında</a:t>
            </a:r>
            <a:r>
              <a:rPr lang="en-US" dirty="0"/>
              <a:t> (big and little endian) </a:t>
            </a:r>
            <a:r>
              <a:rPr lang="en-US" dirty="0" err="1"/>
              <a:t>çalışır</a:t>
            </a:r>
            <a:r>
              <a:rPr lang="en-US" dirty="0"/>
              <a:t>. Buna </a:t>
            </a:r>
            <a:r>
              <a:rPr lang="en-US" dirty="0" err="1"/>
              <a:t>bağlı</a:t>
            </a:r>
            <a:r>
              <a:rPr lang="en-US" dirty="0"/>
              <a:t> </a:t>
            </a:r>
            <a:r>
              <a:rPr lang="en-US" dirty="0" err="1"/>
              <a:t>olarak</a:t>
            </a:r>
            <a:r>
              <a:rPr lang="en-US" dirty="0"/>
              <a:t> heap de </a:t>
            </a:r>
            <a:r>
              <a:rPr lang="en-US" dirty="0" err="1"/>
              <a:t>ki</a:t>
            </a:r>
            <a:r>
              <a:rPr lang="en-US" dirty="0"/>
              <a:t> bir </a:t>
            </a:r>
            <a:r>
              <a:rPr lang="en-US" dirty="0" err="1"/>
              <a:t>veriye</a:t>
            </a:r>
            <a:r>
              <a:rPr lang="en-US" dirty="0"/>
              <a:t> </a:t>
            </a:r>
            <a:r>
              <a:rPr lang="en-US" dirty="0" err="1"/>
              <a:t>erişmek</a:t>
            </a:r>
            <a:r>
              <a:rPr lang="en-US" dirty="0"/>
              <a:t> stack de </a:t>
            </a:r>
            <a:r>
              <a:rPr lang="en-US" dirty="0" err="1"/>
              <a:t>ki</a:t>
            </a:r>
            <a:r>
              <a:rPr lang="en-US" dirty="0"/>
              <a:t> bir </a:t>
            </a:r>
            <a:r>
              <a:rPr lang="en-US" dirty="0" err="1"/>
              <a:t>veriye</a:t>
            </a:r>
            <a:r>
              <a:rPr lang="en-US" dirty="0"/>
              <a:t> </a:t>
            </a:r>
            <a:r>
              <a:rPr lang="en-US" dirty="0" err="1"/>
              <a:t>erişmeye</a:t>
            </a:r>
            <a:r>
              <a:rPr lang="en-US" dirty="0"/>
              <a:t> </a:t>
            </a:r>
            <a:r>
              <a:rPr lang="en-US" dirty="0" err="1"/>
              <a:t>göre</a:t>
            </a:r>
            <a:r>
              <a:rPr lang="en-US" dirty="0"/>
              <a:t> </a:t>
            </a:r>
            <a:r>
              <a:rPr lang="en-US" dirty="0" err="1"/>
              <a:t>daha</a:t>
            </a:r>
            <a:r>
              <a:rPr lang="en-US" dirty="0"/>
              <a:t> </a:t>
            </a:r>
            <a:r>
              <a:rPr lang="en-US" dirty="0" err="1"/>
              <a:t>maliyetli</a:t>
            </a:r>
            <a:r>
              <a:rPr lang="en-US" dirty="0"/>
              <a:t> bir </a:t>
            </a:r>
            <a:r>
              <a:rPr lang="en-US" dirty="0" err="1"/>
              <a:t>işlemdir</a:t>
            </a:r>
            <a:r>
              <a:rPr lang="en-US" dirty="0"/>
              <a:t>. </a:t>
            </a:r>
            <a:r>
              <a:rPr lang="en-US" dirty="0" err="1"/>
              <a:t>Başka</a:t>
            </a:r>
            <a:r>
              <a:rPr lang="en-US" dirty="0"/>
              <a:t> bir </a:t>
            </a:r>
            <a:r>
              <a:rPr lang="en-US" dirty="0" err="1"/>
              <a:t>farkı</a:t>
            </a:r>
            <a:r>
              <a:rPr lang="en-US" dirty="0"/>
              <a:t> </a:t>
            </a:r>
            <a:r>
              <a:rPr lang="en-US" dirty="0" err="1"/>
              <a:t>ise</a:t>
            </a:r>
            <a:r>
              <a:rPr lang="en-US" dirty="0"/>
              <a:t> stack de </a:t>
            </a:r>
            <a:r>
              <a:rPr lang="en-US" dirty="0" err="1"/>
              <a:t>ki</a:t>
            </a:r>
            <a:r>
              <a:rPr lang="en-US" dirty="0"/>
              <a:t> </a:t>
            </a:r>
            <a:r>
              <a:rPr lang="en-US" dirty="0" err="1"/>
              <a:t>veri</a:t>
            </a:r>
            <a:r>
              <a:rPr lang="en-US" dirty="0"/>
              <a:t> </a:t>
            </a:r>
            <a:r>
              <a:rPr lang="en-US" dirty="0" err="1"/>
              <a:t>hemen</a:t>
            </a:r>
            <a:r>
              <a:rPr lang="en-US" dirty="0"/>
              <a:t> </a:t>
            </a:r>
            <a:r>
              <a:rPr lang="en-US" dirty="0" err="1"/>
              <a:t>silinirken</a:t>
            </a:r>
            <a:r>
              <a:rPr lang="en-US" dirty="0"/>
              <a:t> </a:t>
            </a:r>
            <a:r>
              <a:rPr lang="en-US" b="1" dirty="0"/>
              <a:t>heap</a:t>
            </a:r>
            <a:r>
              <a:rPr lang="en-US" dirty="0"/>
              <a:t> de </a:t>
            </a:r>
            <a:r>
              <a:rPr lang="en-US" dirty="0" err="1"/>
              <a:t>ki</a:t>
            </a:r>
            <a:r>
              <a:rPr lang="en-US" dirty="0"/>
              <a:t> </a:t>
            </a:r>
            <a:r>
              <a:rPr lang="en-US" dirty="0" err="1"/>
              <a:t>veri</a:t>
            </a:r>
            <a:r>
              <a:rPr lang="en-US" dirty="0"/>
              <a:t> </a:t>
            </a:r>
            <a:r>
              <a:rPr lang="en-US" b="1" dirty="0"/>
              <a:t>Garbage Collector (</a:t>
            </a:r>
            <a:r>
              <a:rPr lang="en-US" b="1" dirty="0" err="1"/>
              <a:t>Çöp</a:t>
            </a:r>
            <a:r>
              <a:rPr lang="en-US" b="1" dirty="0"/>
              <a:t> </a:t>
            </a:r>
            <a:r>
              <a:rPr lang="en-US" b="1" dirty="0" err="1"/>
              <a:t>Toplayıcı</a:t>
            </a:r>
            <a:r>
              <a:rPr lang="en-US" b="1" dirty="0"/>
              <a:t>) </a:t>
            </a:r>
            <a:r>
              <a:rPr lang="en-US" dirty="0" err="1"/>
              <a:t>algoritmasına</a:t>
            </a:r>
            <a:r>
              <a:rPr lang="en-US" dirty="0"/>
              <a:t> </a:t>
            </a:r>
            <a:r>
              <a:rPr lang="en-US" dirty="0" err="1"/>
              <a:t>bağlıdır</a:t>
            </a:r>
            <a:r>
              <a:rPr lang="en-US" dirty="0"/>
              <a:t>.</a:t>
            </a:r>
          </a:p>
          <a:p>
            <a:pPr marL="0" indent="0">
              <a:buNone/>
            </a:pPr>
            <a:endParaRPr lang="en-US" dirty="0"/>
          </a:p>
        </p:txBody>
      </p:sp>
    </p:spTree>
    <p:extLst>
      <p:ext uri="{BB962C8B-B14F-4D97-AF65-F5344CB8AC3E}">
        <p14:creationId xmlns:p14="http://schemas.microsoft.com/office/powerpoint/2010/main" val="625935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7" y="165252"/>
            <a:ext cx="11788049" cy="6544019"/>
          </a:xfrm>
        </p:spPr>
        <p:txBody>
          <a:bodyPr>
            <a:normAutofit/>
          </a:bodyPr>
          <a:lstStyle/>
          <a:p>
            <a:pPr marL="0" indent="0">
              <a:buNone/>
            </a:pPr>
            <a:r>
              <a:rPr lang="tr-TR" sz="2000" dirty="0" smtClean="0"/>
              <a:t>s</a:t>
            </a:r>
            <a:r>
              <a:rPr lang="en-US" sz="2000" b="1" dirty="0" err="1" smtClean="0"/>
              <a:t>tring</a:t>
            </a:r>
            <a:r>
              <a:rPr lang="en-US" sz="2000" dirty="0" smtClean="0"/>
              <a:t> </a:t>
            </a:r>
            <a:r>
              <a:rPr lang="en-US" sz="2000" dirty="0"/>
              <a:t>tipi </a:t>
            </a:r>
            <a:r>
              <a:rPr lang="en-US" sz="2000" dirty="0" err="1"/>
              <a:t>birçok</a:t>
            </a:r>
            <a:r>
              <a:rPr lang="en-US" sz="2000" dirty="0"/>
              <a:t> </a:t>
            </a:r>
            <a:r>
              <a:rPr lang="en-US" sz="2000" dirty="0" err="1"/>
              <a:t>programlama</a:t>
            </a:r>
            <a:r>
              <a:rPr lang="en-US" sz="2000" dirty="0"/>
              <a:t> </a:t>
            </a:r>
            <a:r>
              <a:rPr lang="en-US" sz="2000" dirty="0" err="1"/>
              <a:t>dilinde</a:t>
            </a:r>
            <a:r>
              <a:rPr lang="en-US" sz="2000" dirty="0"/>
              <a:t> </a:t>
            </a:r>
            <a:r>
              <a:rPr lang="en-US" sz="2000" dirty="0" err="1"/>
              <a:t>var</a:t>
            </a:r>
            <a:r>
              <a:rPr lang="en-US" sz="2000" dirty="0"/>
              <a:t> </a:t>
            </a:r>
            <a:r>
              <a:rPr lang="en-US" sz="2000" dirty="0" err="1"/>
              <a:t>ve</a:t>
            </a:r>
            <a:r>
              <a:rPr lang="en-US" sz="2000" dirty="0"/>
              <a:t> </a:t>
            </a:r>
            <a:r>
              <a:rPr lang="en-US" sz="2000" dirty="0" err="1"/>
              <a:t>primitif</a:t>
            </a:r>
            <a:r>
              <a:rPr lang="en-US" sz="2000" dirty="0"/>
              <a:t> bir tip </a:t>
            </a:r>
            <a:r>
              <a:rPr lang="en-US" sz="2000" dirty="0" err="1"/>
              <a:t>değil</a:t>
            </a:r>
            <a:r>
              <a:rPr lang="en-US" sz="2000" dirty="0"/>
              <a:t> </a:t>
            </a:r>
            <a:r>
              <a:rPr lang="en-US" sz="2000" dirty="0" err="1"/>
              <a:t>birer</a:t>
            </a:r>
            <a:r>
              <a:rPr lang="en-US" sz="2000" dirty="0"/>
              <a:t> </a:t>
            </a:r>
            <a:r>
              <a:rPr lang="en-US" sz="2000" dirty="0" err="1"/>
              <a:t>obje</a:t>
            </a:r>
            <a:r>
              <a:rPr lang="en-US" sz="2000" dirty="0"/>
              <a:t> </a:t>
            </a:r>
            <a:r>
              <a:rPr lang="en-US" sz="2000" dirty="0" err="1"/>
              <a:t>tipidir</a:t>
            </a:r>
            <a:r>
              <a:rPr lang="en-US" sz="2000" dirty="0"/>
              <a:t> </a:t>
            </a:r>
            <a:r>
              <a:rPr lang="en-US" sz="2000" dirty="0" err="1"/>
              <a:t>ve</a:t>
            </a:r>
            <a:r>
              <a:rPr lang="en-US" sz="2000" dirty="0"/>
              <a:t> </a:t>
            </a:r>
            <a:r>
              <a:rPr lang="en-US" sz="2000" dirty="0" err="1"/>
              <a:t>aynı</a:t>
            </a:r>
            <a:r>
              <a:rPr lang="en-US" sz="2000" dirty="0"/>
              <a:t> </a:t>
            </a:r>
            <a:r>
              <a:rPr lang="en-US" sz="2000" dirty="0" err="1"/>
              <a:t>zamanda</a:t>
            </a:r>
            <a:r>
              <a:rPr lang="en-US" sz="2000" dirty="0"/>
              <a:t> immutable bir </a:t>
            </a:r>
            <a:r>
              <a:rPr lang="en-US" sz="2000" dirty="0" err="1"/>
              <a:t>tipdir</a:t>
            </a:r>
            <a:r>
              <a:rPr lang="en-US" sz="2000" dirty="0"/>
              <a:t>. </a:t>
            </a:r>
            <a:endParaRPr lang="tr-TR" sz="2000" dirty="0"/>
          </a:p>
          <a:p>
            <a:pPr marL="0" indent="0">
              <a:buNone/>
            </a:pPr>
            <a:endParaRPr lang="tr-TR" sz="2400" dirty="0" smtClean="0"/>
          </a:p>
          <a:p>
            <a:pPr marL="0" indent="0">
              <a:buNone/>
            </a:pPr>
            <a:endParaRPr lang="tr-TR" sz="2400" dirty="0"/>
          </a:p>
          <a:p>
            <a:pPr marL="0" indent="0">
              <a:buNone/>
            </a:pPr>
            <a:endParaRPr lang="tr-TR" sz="2400" dirty="0" smtClean="0"/>
          </a:p>
          <a:p>
            <a:pPr marL="0" indent="0">
              <a:buNone/>
            </a:pPr>
            <a:endParaRPr lang="tr-TR" sz="2400" dirty="0" smtClean="0"/>
          </a:p>
          <a:p>
            <a:pPr marL="0" indent="0">
              <a:buNone/>
            </a:pPr>
            <a:r>
              <a:rPr lang="tr-TR" sz="2000" dirty="0" smtClean="0"/>
              <a:t>Yukarı da gördüğünüz üzere </a:t>
            </a:r>
            <a:r>
              <a:rPr lang="tr-TR" sz="2000" b="1" dirty="0" smtClean="0"/>
              <a:t>java</a:t>
            </a:r>
            <a:r>
              <a:rPr lang="tr-TR" sz="2000" dirty="0" smtClean="0"/>
              <a:t> da ve </a:t>
            </a:r>
            <a:r>
              <a:rPr lang="tr-TR" sz="2000" b="1" dirty="0" smtClean="0"/>
              <a:t>csharp’ta</a:t>
            </a:r>
            <a:r>
              <a:rPr lang="tr-TR" sz="2000" dirty="0" smtClean="0"/>
              <a:t> bir </a:t>
            </a:r>
            <a:r>
              <a:rPr lang="tr-TR" sz="2000" b="1" dirty="0" smtClean="0"/>
              <a:t>string</a:t>
            </a:r>
            <a:r>
              <a:rPr lang="tr-TR" sz="2000" dirty="0" smtClean="0"/>
              <a:t> değişken tanımlanmış ve değer atılmış.</a:t>
            </a:r>
          </a:p>
          <a:p>
            <a:pPr marL="0" indent="0">
              <a:buNone/>
            </a:pPr>
            <a:endParaRPr lang="tr-TR" sz="2400" dirty="0" smtClean="0"/>
          </a:p>
          <a:p>
            <a:pPr marL="0" indent="0">
              <a:buNone/>
            </a:pPr>
            <a:endParaRPr lang="tr-TR" sz="2400" dirty="0"/>
          </a:p>
          <a:p>
            <a:pPr marL="0" indent="0">
              <a:buNone/>
            </a:pPr>
            <a:endParaRPr lang="tr-TR" sz="2400" dirty="0" smtClean="0"/>
          </a:p>
          <a:p>
            <a:pPr marL="0" indent="0">
              <a:buNone/>
            </a:pPr>
            <a:endParaRPr lang="tr-TR" sz="2400" dirty="0" smtClean="0"/>
          </a:p>
          <a:p>
            <a:pPr marL="0" indent="0">
              <a:buNone/>
            </a:pPr>
            <a:endParaRPr lang="tr-TR" sz="2400" dirty="0"/>
          </a:p>
          <a:p>
            <a:pPr marL="0" indent="0">
              <a:buNone/>
            </a:pPr>
            <a:r>
              <a:rPr lang="tr-TR" sz="2000" dirty="0" smtClean="0"/>
              <a:t>ardından </a:t>
            </a:r>
            <a:r>
              <a:rPr lang="tr-TR" sz="2000" dirty="0"/>
              <a:t>değişkenin değeri değiştirilmiş (ekleme yapılmış) ve obje referansı değişmiş bu string tipinin immutable olduğunu gösterir yani değerini değiştiremezsiniz demek istiyor ve bunun yerine yeni bir obje oluşturup eski objeyi çöp toplayıcısına bırakıyor.</a:t>
            </a:r>
            <a:endParaRPr lang="tr-TR" sz="2000" dirty="0" smtClean="0"/>
          </a:p>
          <a:p>
            <a:pPr marL="0" indent="0">
              <a:buNone/>
            </a:pPr>
            <a:endParaRPr lang="tr-TR"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794" y="729866"/>
            <a:ext cx="10109720" cy="198303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95" y="3178364"/>
            <a:ext cx="10084318" cy="2230917"/>
          </a:xfrm>
          <a:prstGeom prst="rect">
            <a:avLst/>
          </a:prstGeom>
        </p:spPr>
      </p:pic>
    </p:spTree>
    <p:extLst>
      <p:ext uri="{BB962C8B-B14F-4D97-AF65-F5344CB8AC3E}">
        <p14:creationId xmlns:p14="http://schemas.microsoft.com/office/powerpoint/2010/main" val="2143189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7" y="165252"/>
            <a:ext cx="11788049" cy="6544019"/>
          </a:xfrm>
        </p:spPr>
        <p:txBody>
          <a:bodyPr/>
          <a:lstStyle/>
          <a:p>
            <a:pPr marL="0" indent="0">
              <a:buNone/>
            </a:pPr>
            <a:endParaRPr lang="tr-TR" dirty="0" smtClean="0"/>
          </a:p>
          <a:p>
            <a:pPr marL="0" indent="0">
              <a:buNone/>
            </a:pPr>
            <a:endParaRPr lang="tr-TR" dirty="0"/>
          </a:p>
          <a:p>
            <a:pPr marL="0" indent="0">
              <a:buNone/>
            </a:pPr>
            <a:endParaRPr lang="tr-TR" dirty="0" smtClean="0"/>
          </a:p>
          <a:p>
            <a:pPr marL="0" indent="0">
              <a:buNone/>
            </a:pPr>
            <a:endParaRPr lang="tr-TR" dirty="0"/>
          </a:p>
          <a:p>
            <a:pPr marL="0" indent="0">
              <a:buNone/>
            </a:pPr>
            <a:endParaRPr lang="tr-TR" dirty="0" smtClean="0"/>
          </a:p>
          <a:p>
            <a:pPr marL="0" indent="0">
              <a:buNone/>
            </a:pPr>
            <a:endParaRPr lang="tr-TR" dirty="0"/>
          </a:p>
          <a:p>
            <a:pPr marL="0" indent="0">
              <a:buNone/>
            </a:pPr>
            <a:endParaRPr lang="tr-TR" dirty="0" smtClean="0"/>
          </a:p>
          <a:p>
            <a:pPr marL="0" indent="0">
              <a:buNone/>
            </a:pPr>
            <a:endParaRPr lang="tr-TR" dirty="0" smtClean="0"/>
          </a:p>
          <a:p>
            <a:pPr marL="0" indent="0">
              <a:buNone/>
            </a:pPr>
            <a:r>
              <a:rPr lang="en-US" sz="2400" dirty="0"/>
              <a:t>Buna </a:t>
            </a:r>
            <a:r>
              <a:rPr lang="en-US" sz="2400" dirty="0" err="1"/>
              <a:t>bağlı</a:t>
            </a:r>
            <a:r>
              <a:rPr lang="en-US" sz="2400" dirty="0"/>
              <a:t> </a:t>
            </a:r>
            <a:r>
              <a:rPr lang="en-US" sz="2400" dirty="0" err="1"/>
              <a:t>olarak</a:t>
            </a:r>
            <a:r>
              <a:rPr lang="en-US" sz="2400" dirty="0"/>
              <a:t> </a:t>
            </a:r>
            <a:r>
              <a:rPr lang="en-US" sz="2400" b="1" dirty="0"/>
              <a:t>stack</a:t>
            </a:r>
            <a:r>
              <a:rPr lang="en-US" sz="2400" dirty="0"/>
              <a:t> de </a:t>
            </a:r>
            <a:r>
              <a:rPr lang="en-US" sz="2400" dirty="0" err="1"/>
              <a:t>oluşturulan</a:t>
            </a:r>
            <a:r>
              <a:rPr lang="en-US" sz="2400" dirty="0"/>
              <a:t> bir </a:t>
            </a:r>
            <a:r>
              <a:rPr lang="en-US" sz="2400" dirty="0" err="1"/>
              <a:t>değişkene</a:t>
            </a:r>
            <a:r>
              <a:rPr lang="en-US" sz="2400" dirty="0"/>
              <a:t> </a:t>
            </a:r>
            <a:r>
              <a:rPr lang="en-US" sz="2400" dirty="0" err="1"/>
              <a:t>değer</a:t>
            </a:r>
            <a:r>
              <a:rPr lang="en-US" sz="2400" dirty="0"/>
              <a:t> </a:t>
            </a:r>
            <a:r>
              <a:rPr lang="en-US" sz="2400" dirty="0" err="1"/>
              <a:t>atıldığında</a:t>
            </a:r>
            <a:r>
              <a:rPr lang="en-US" sz="2400" dirty="0"/>
              <a:t> </a:t>
            </a:r>
            <a:r>
              <a:rPr lang="en-US" sz="2400" dirty="0" err="1"/>
              <a:t>ve</a:t>
            </a:r>
            <a:r>
              <a:rPr lang="en-US" sz="2400" dirty="0"/>
              <a:t> </a:t>
            </a:r>
            <a:r>
              <a:rPr lang="en-US" sz="2400" dirty="0" err="1"/>
              <a:t>sonradan</a:t>
            </a:r>
            <a:r>
              <a:rPr lang="en-US" sz="2400" dirty="0"/>
              <a:t> </a:t>
            </a:r>
            <a:r>
              <a:rPr lang="en-US" sz="2400" dirty="0" err="1"/>
              <a:t>aynı</a:t>
            </a:r>
            <a:r>
              <a:rPr lang="en-US" sz="2400" dirty="0"/>
              <a:t> </a:t>
            </a:r>
            <a:r>
              <a:rPr lang="en-US" sz="2400" dirty="0" err="1"/>
              <a:t>değer</a:t>
            </a:r>
            <a:r>
              <a:rPr lang="en-US" sz="2400" dirty="0"/>
              <a:t> </a:t>
            </a:r>
            <a:r>
              <a:rPr lang="en-US" sz="2400" b="1" dirty="0"/>
              <a:t>stack</a:t>
            </a:r>
            <a:r>
              <a:rPr lang="en-US" sz="2400" dirty="0"/>
              <a:t> de </a:t>
            </a:r>
            <a:r>
              <a:rPr lang="en-US" sz="2400" dirty="0" err="1"/>
              <a:t>bulunan</a:t>
            </a:r>
            <a:r>
              <a:rPr lang="en-US" sz="2400" dirty="0"/>
              <a:t> </a:t>
            </a:r>
            <a:r>
              <a:rPr lang="en-US" sz="2400" dirty="0" err="1"/>
              <a:t>farklı</a:t>
            </a:r>
            <a:r>
              <a:rPr lang="en-US" sz="2400" dirty="0"/>
              <a:t> bir </a:t>
            </a:r>
            <a:r>
              <a:rPr lang="en-US" sz="2400" dirty="0" err="1"/>
              <a:t>değişkene</a:t>
            </a:r>
            <a:r>
              <a:rPr lang="en-US" sz="2400" dirty="0"/>
              <a:t> </a:t>
            </a:r>
            <a:r>
              <a:rPr lang="en-US" sz="2400" dirty="0" err="1"/>
              <a:t>atıldığında</a:t>
            </a:r>
            <a:r>
              <a:rPr lang="en-US" sz="2400" dirty="0"/>
              <a:t> </a:t>
            </a:r>
            <a:r>
              <a:rPr lang="en-US" sz="2400" dirty="0" err="1"/>
              <a:t>dinamik</a:t>
            </a:r>
            <a:r>
              <a:rPr lang="en-US" sz="2400" dirty="0"/>
              <a:t> </a:t>
            </a:r>
            <a:r>
              <a:rPr lang="en-US" sz="2400" dirty="0" err="1"/>
              <a:t>oluşamayacağı</a:t>
            </a:r>
            <a:r>
              <a:rPr lang="en-US" sz="2400" dirty="0"/>
              <a:t> </a:t>
            </a:r>
            <a:r>
              <a:rPr lang="en-US" sz="2400" dirty="0" err="1"/>
              <a:t>için</a:t>
            </a:r>
            <a:r>
              <a:rPr lang="en-US" sz="2400" dirty="0"/>
              <a:t> </a:t>
            </a:r>
            <a:r>
              <a:rPr lang="en-US" sz="2400" dirty="0" err="1"/>
              <a:t>birbirinde</a:t>
            </a:r>
            <a:r>
              <a:rPr lang="en-US" sz="2400" dirty="0"/>
              <a:t> </a:t>
            </a:r>
            <a:r>
              <a:rPr lang="en-US" sz="2400" dirty="0" err="1"/>
              <a:t>habersiz</a:t>
            </a:r>
            <a:r>
              <a:rPr lang="en-US" sz="2400" dirty="0"/>
              <a:t> </a:t>
            </a:r>
            <a:r>
              <a:rPr lang="en-US" sz="2400" dirty="0" err="1"/>
              <a:t>iki</a:t>
            </a:r>
            <a:r>
              <a:rPr lang="en-US" sz="2400" dirty="0"/>
              <a:t> </a:t>
            </a:r>
            <a:r>
              <a:rPr lang="en-US" sz="2400" dirty="0" err="1"/>
              <a:t>farklı</a:t>
            </a:r>
            <a:r>
              <a:rPr lang="en-US" sz="2400" dirty="0"/>
              <a:t> </a:t>
            </a:r>
            <a:r>
              <a:rPr lang="en-US" sz="2400" dirty="0" err="1"/>
              <a:t>değişken</a:t>
            </a:r>
            <a:r>
              <a:rPr lang="en-US" sz="2400" dirty="0"/>
              <a:t> </a:t>
            </a:r>
            <a:r>
              <a:rPr lang="en-US" sz="2400" dirty="0" err="1"/>
              <a:t>mantığında</a:t>
            </a:r>
            <a:r>
              <a:rPr lang="en-US" sz="2400" dirty="0"/>
              <a:t> </a:t>
            </a:r>
            <a:r>
              <a:rPr lang="en-US" sz="2400" dirty="0" err="1"/>
              <a:t>çalışır</a:t>
            </a:r>
            <a:r>
              <a:rPr lang="en-US" sz="2400" dirty="0"/>
              <a:t>. </a:t>
            </a:r>
            <a:r>
              <a:rPr lang="en-US" sz="2400" dirty="0" err="1"/>
              <a:t>Fakat</a:t>
            </a:r>
            <a:r>
              <a:rPr lang="en-US" sz="2400" dirty="0"/>
              <a:t> </a:t>
            </a:r>
            <a:r>
              <a:rPr lang="en-US" sz="2400" b="1" dirty="0"/>
              <a:t>heap</a:t>
            </a:r>
            <a:r>
              <a:rPr lang="en-US" sz="2400" dirty="0"/>
              <a:t> </a:t>
            </a:r>
            <a:r>
              <a:rPr lang="en-US" sz="2400" dirty="0" err="1"/>
              <a:t>alanında</a:t>
            </a:r>
            <a:r>
              <a:rPr lang="en-US" sz="2400" dirty="0"/>
              <a:t> </a:t>
            </a:r>
            <a:r>
              <a:rPr lang="en-US" sz="2400" dirty="0" err="1"/>
              <a:t>ise</a:t>
            </a:r>
            <a:r>
              <a:rPr lang="en-US" sz="2400" dirty="0"/>
              <a:t> bir </a:t>
            </a:r>
            <a:r>
              <a:rPr lang="en-US" sz="2400" b="1" dirty="0" err="1"/>
              <a:t>obje</a:t>
            </a:r>
            <a:r>
              <a:rPr lang="en-US" sz="2400" dirty="0"/>
              <a:t> </a:t>
            </a:r>
            <a:r>
              <a:rPr lang="en-US" sz="2400" dirty="0" err="1"/>
              <a:t>oluşturulduğunda</a:t>
            </a:r>
            <a:r>
              <a:rPr lang="en-US" sz="2400" dirty="0"/>
              <a:t> </a:t>
            </a:r>
            <a:r>
              <a:rPr lang="en-US" sz="2400" dirty="0" err="1"/>
              <a:t>ve</a:t>
            </a:r>
            <a:r>
              <a:rPr lang="en-US" sz="2400" dirty="0"/>
              <a:t> </a:t>
            </a:r>
            <a:r>
              <a:rPr lang="en-US" sz="2400" dirty="0" err="1"/>
              <a:t>daha</a:t>
            </a:r>
            <a:r>
              <a:rPr lang="en-US" sz="2400" dirty="0"/>
              <a:t> </a:t>
            </a:r>
            <a:r>
              <a:rPr lang="en-US" sz="2400" dirty="0" err="1"/>
              <a:t>sonradan</a:t>
            </a:r>
            <a:r>
              <a:rPr lang="en-US" sz="2400" dirty="0"/>
              <a:t> </a:t>
            </a:r>
            <a:r>
              <a:rPr lang="en-US" sz="2400" dirty="0" err="1"/>
              <a:t>aynı</a:t>
            </a:r>
            <a:r>
              <a:rPr lang="en-US" sz="2400" dirty="0"/>
              <a:t> </a:t>
            </a:r>
            <a:r>
              <a:rPr lang="en-US" sz="2400" dirty="0" err="1"/>
              <a:t>değere</a:t>
            </a:r>
            <a:r>
              <a:rPr lang="en-US" sz="2400" dirty="0"/>
              <a:t> </a:t>
            </a:r>
            <a:r>
              <a:rPr lang="en-US" sz="2400" dirty="0" err="1"/>
              <a:t>sahip</a:t>
            </a:r>
            <a:r>
              <a:rPr lang="en-US" sz="2400" dirty="0"/>
              <a:t> </a:t>
            </a:r>
            <a:r>
              <a:rPr lang="en-US" sz="2400" dirty="0" err="1"/>
              <a:t>farklı</a:t>
            </a:r>
            <a:r>
              <a:rPr lang="en-US" sz="2400" dirty="0"/>
              <a:t> bir </a:t>
            </a:r>
            <a:r>
              <a:rPr lang="en-US" sz="2400" dirty="0" err="1"/>
              <a:t>obje</a:t>
            </a:r>
            <a:r>
              <a:rPr lang="en-US" sz="2400" dirty="0"/>
              <a:t> </a:t>
            </a:r>
            <a:r>
              <a:rPr lang="en-US" sz="2400" dirty="0" err="1"/>
              <a:t>oluşturulduğunda</a:t>
            </a:r>
            <a:r>
              <a:rPr lang="en-US" sz="2400" dirty="0"/>
              <a:t> heap </a:t>
            </a:r>
            <a:r>
              <a:rPr lang="en-US" sz="2400" dirty="0" err="1"/>
              <a:t>alanı</a:t>
            </a:r>
            <a:r>
              <a:rPr lang="en-US" sz="2400" dirty="0"/>
              <a:t> </a:t>
            </a:r>
            <a:r>
              <a:rPr lang="en-US" sz="2400" dirty="0" err="1"/>
              <a:t>zaten</a:t>
            </a:r>
            <a:r>
              <a:rPr lang="en-US" sz="2400" dirty="0"/>
              <a:t> </a:t>
            </a:r>
            <a:r>
              <a:rPr lang="en-US" sz="2400" dirty="0" err="1"/>
              <a:t>böyle</a:t>
            </a:r>
            <a:r>
              <a:rPr lang="en-US" sz="2400" dirty="0"/>
              <a:t> bir </a:t>
            </a:r>
            <a:r>
              <a:rPr lang="en-US" sz="2400" b="1" dirty="0" err="1"/>
              <a:t>obje</a:t>
            </a:r>
            <a:r>
              <a:rPr lang="en-US" sz="2400" dirty="0"/>
              <a:t> </a:t>
            </a:r>
            <a:r>
              <a:rPr lang="en-US" sz="2400" dirty="0" err="1"/>
              <a:t>bende</a:t>
            </a:r>
            <a:r>
              <a:rPr lang="en-US" sz="2400" dirty="0"/>
              <a:t> </a:t>
            </a:r>
            <a:r>
              <a:rPr lang="en-US" sz="2400" dirty="0" err="1"/>
              <a:t>var</a:t>
            </a:r>
            <a:r>
              <a:rPr lang="en-US" sz="2400" dirty="0"/>
              <a:t> bir </a:t>
            </a:r>
            <a:r>
              <a:rPr lang="en-US" sz="2400" dirty="0" err="1"/>
              <a:t>daha</a:t>
            </a:r>
            <a:r>
              <a:rPr lang="en-US" sz="2400" dirty="0"/>
              <a:t> </a:t>
            </a:r>
            <a:r>
              <a:rPr lang="en-US" sz="2400" dirty="0" err="1"/>
              <a:t>oluşturmayacağım</a:t>
            </a:r>
            <a:r>
              <a:rPr lang="en-US" sz="2400" dirty="0"/>
              <a:t> </a:t>
            </a:r>
            <a:r>
              <a:rPr lang="en-US" sz="2400" dirty="0" err="1"/>
              <a:t>senin</a:t>
            </a:r>
            <a:r>
              <a:rPr lang="en-US" sz="2400" dirty="0"/>
              <a:t> </a:t>
            </a:r>
            <a:r>
              <a:rPr lang="en-US" sz="2400" dirty="0" err="1"/>
              <a:t>tipini</a:t>
            </a:r>
            <a:r>
              <a:rPr lang="en-US" sz="2400" dirty="0"/>
              <a:t> </a:t>
            </a:r>
            <a:r>
              <a:rPr lang="en-US" sz="2400" dirty="0" err="1"/>
              <a:t>bu</a:t>
            </a:r>
            <a:r>
              <a:rPr lang="en-US" sz="2400" dirty="0"/>
              <a:t> </a:t>
            </a:r>
            <a:r>
              <a:rPr lang="en-US" sz="2400" dirty="0" err="1"/>
              <a:t>objeye</a:t>
            </a:r>
            <a:r>
              <a:rPr lang="en-US" sz="2400" dirty="0"/>
              <a:t> </a:t>
            </a:r>
            <a:r>
              <a:rPr lang="en-US" sz="2400" b="1" dirty="0" err="1"/>
              <a:t>referans</a:t>
            </a:r>
            <a:r>
              <a:rPr lang="en-US" sz="2400" dirty="0"/>
              <a:t> </a:t>
            </a:r>
            <a:r>
              <a:rPr lang="en-US" sz="2400" dirty="0" err="1"/>
              <a:t>ediyorum</a:t>
            </a:r>
            <a:r>
              <a:rPr lang="en-US" sz="2400" dirty="0"/>
              <a:t> </a:t>
            </a:r>
            <a:r>
              <a:rPr lang="en-US" sz="2400" dirty="0" err="1"/>
              <a:t>sende</a:t>
            </a:r>
            <a:r>
              <a:rPr lang="en-US" sz="2400" dirty="0"/>
              <a:t> </a:t>
            </a:r>
            <a:r>
              <a:rPr lang="en-US" sz="2400" dirty="0" err="1"/>
              <a:t>rahat</a:t>
            </a:r>
            <a:r>
              <a:rPr lang="en-US" sz="2400" dirty="0"/>
              <a:t> et </a:t>
            </a:r>
            <a:r>
              <a:rPr lang="en-US" sz="2400" dirty="0" err="1"/>
              <a:t>bende</a:t>
            </a:r>
            <a:r>
              <a:rPr lang="en-US" sz="2400" dirty="0"/>
              <a:t> </a:t>
            </a:r>
            <a:r>
              <a:rPr lang="en-US" sz="2400" dirty="0" err="1"/>
              <a:t>rahat</a:t>
            </a:r>
            <a:r>
              <a:rPr lang="en-US" sz="2400" dirty="0"/>
              <a:t> </a:t>
            </a:r>
            <a:r>
              <a:rPr lang="en-US" sz="2400" dirty="0" err="1"/>
              <a:t>edeyim</a:t>
            </a:r>
            <a:r>
              <a:rPr lang="en-US" sz="2400" dirty="0"/>
              <a:t> der.</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827" y="0"/>
            <a:ext cx="10157551" cy="4067567"/>
          </a:xfrm>
          <a:prstGeom prst="rect">
            <a:avLst/>
          </a:prstGeom>
        </p:spPr>
      </p:pic>
    </p:spTree>
    <p:extLst>
      <p:ext uri="{BB962C8B-B14F-4D97-AF65-F5344CB8AC3E}">
        <p14:creationId xmlns:p14="http://schemas.microsoft.com/office/powerpoint/2010/main" val="3556127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270" y="0"/>
            <a:ext cx="11788048" cy="6665205"/>
          </a:xfrm>
        </p:spPr>
        <p:txBody>
          <a:bodyPr>
            <a:normAutofit fontScale="85000" lnSpcReduction="20000"/>
          </a:bodyPr>
          <a:lstStyle/>
          <a:p>
            <a:endParaRPr lang="tr-TR" dirty="0" smtClean="0"/>
          </a:p>
          <a:p>
            <a:endParaRPr lang="tr-TR" dirty="0"/>
          </a:p>
          <a:p>
            <a:endParaRPr lang="tr-TR" dirty="0" smtClean="0"/>
          </a:p>
          <a:p>
            <a:endParaRPr lang="tr-TR" dirty="0"/>
          </a:p>
          <a:p>
            <a:endParaRPr lang="tr-TR" dirty="0" smtClean="0"/>
          </a:p>
          <a:p>
            <a:endParaRPr lang="tr-TR" dirty="0"/>
          </a:p>
          <a:p>
            <a:pPr marL="0" indent="0">
              <a:buNone/>
            </a:pPr>
            <a:r>
              <a:rPr lang="en-US" dirty="0" err="1" smtClean="0"/>
              <a:t>Örneğin</a:t>
            </a:r>
            <a:r>
              <a:rPr lang="en-US" dirty="0" smtClean="0"/>
              <a:t> </a:t>
            </a:r>
            <a:r>
              <a:rPr lang="en-US" dirty="0" err="1" smtClean="0"/>
              <a:t>yukarıdaki</a:t>
            </a:r>
            <a:r>
              <a:rPr lang="en-US" dirty="0" smtClean="0"/>
              <a:t> </a:t>
            </a:r>
            <a:r>
              <a:rPr lang="en-US" dirty="0" err="1" smtClean="0"/>
              <a:t>şekilde</a:t>
            </a:r>
            <a:r>
              <a:rPr lang="en-US" dirty="0" smtClean="0"/>
              <a:t> </a:t>
            </a:r>
            <a:r>
              <a:rPr lang="en-US" dirty="0" err="1" smtClean="0"/>
              <a:t>görüldüğü</a:t>
            </a:r>
            <a:r>
              <a:rPr lang="en-US" dirty="0" smtClean="0"/>
              <a:t> </a:t>
            </a:r>
            <a:r>
              <a:rPr lang="en-US" dirty="0" err="1" smtClean="0"/>
              <a:t>üzere</a:t>
            </a:r>
            <a:r>
              <a:rPr lang="en-US" dirty="0" smtClean="0"/>
              <a:t> </a:t>
            </a:r>
            <a:r>
              <a:rPr lang="en-US" b="1" dirty="0" err="1" smtClean="0"/>
              <a:t>Int</a:t>
            </a:r>
            <a:r>
              <a:rPr lang="en-US" dirty="0" smtClean="0"/>
              <a:t> </a:t>
            </a:r>
            <a:r>
              <a:rPr lang="en-US" dirty="0" err="1" smtClean="0"/>
              <a:t>değer</a:t>
            </a:r>
            <a:r>
              <a:rPr lang="en-US" dirty="0" smtClean="0"/>
              <a:t> </a:t>
            </a:r>
            <a:r>
              <a:rPr lang="en-US" dirty="0" err="1" smtClean="0"/>
              <a:t>tipinde</a:t>
            </a:r>
            <a:r>
              <a:rPr lang="en-US" dirty="0" smtClean="0"/>
              <a:t> </a:t>
            </a:r>
            <a:r>
              <a:rPr lang="en-US" dirty="0" err="1" smtClean="0"/>
              <a:t>olduğu</a:t>
            </a:r>
            <a:r>
              <a:rPr lang="en-US" dirty="0" smtClean="0"/>
              <a:t> </a:t>
            </a:r>
            <a:r>
              <a:rPr lang="en-US" dirty="0" err="1" smtClean="0"/>
              <a:t>için</a:t>
            </a:r>
            <a:r>
              <a:rPr lang="en-US" dirty="0" smtClean="0"/>
              <a:t> </a:t>
            </a:r>
            <a:r>
              <a:rPr lang="en-US" dirty="0" err="1" smtClean="0"/>
              <a:t>direk</a:t>
            </a:r>
            <a:r>
              <a:rPr lang="en-US" dirty="0" smtClean="0"/>
              <a:t> </a:t>
            </a:r>
            <a:r>
              <a:rPr lang="en-US" b="1" dirty="0" smtClean="0"/>
              <a:t>Stack </a:t>
            </a:r>
            <a:r>
              <a:rPr lang="en-US" dirty="0" err="1" smtClean="0"/>
              <a:t>üzerinde</a:t>
            </a:r>
            <a:r>
              <a:rPr lang="en-US" dirty="0" smtClean="0"/>
              <a:t> “</a:t>
            </a:r>
            <a:r>
              <a:rPr lang="en-US" i="1" dirty="0" smtClean="0"/>
              <a:t>000001</a:t>
            </a:r>
            <a:r>
              <a:rPr lang="en-US" dirty="0" smtClean="0"/>
              <a:t>” </a:t>
            </a:r>
            <a:r>
              <a:rPr lang="en-US" dirty="0" err="1" smtClean="0"/>
              <a:t>adresine</a:t>
            </a:r>
            <a:r>
              <a:rPr lang="en-US" dirty="0" smtClean="0"/>
              <a:t> </a:t>
            </a:r>
            <a:r>
              <a:rPr lang="en-US" dirty="0" err="1" smtClean="0"/>
              <a:t>yerleştirilmiştir</a:t>
            </a:r>
            <a:r>
              <a:rPr lang="en-US" dirty="0" smtClean="0"/>
              <a:t>.</a:t>
            </a:r>
            <a:endParaRPr lang="tr-TR" dirty="0" smtClean="0"/>
          </a:p>
          <a:p>
            <a:pPr marL="0" indent="0">
              <a:buNone/>
            </a:pPr>
            <a:r>
              <a:rPr lang="en-US" dirty="0" smtClean="0"/>
              <a:t> </a:t>
            </a:r>
            <a:r>
              <a:rPr lang="en-US" b="1" dirty="0" smtClean="0"/>
              <a:t>String</a:t>
            </a:r>
            <a:r>
              <a:rPr lang="en-US" dirty="0" smtClean="0"/>
              <a:t> </a:t>
            </a:r>
            <a:r>
              <a:rPr lang="en-US" dirty="0" err="1" smtClean="0"/>
              <a:t>ise</a:t>
            </a:r>
            <a:r>
              <a:rPr lang="en-US" dirty="0" smtClean="0"/>
              <a:t> </a:t>
            </a:r>
            <a:r>
              <a:rPr lang="en-US" dirty="0" err="1" smtClean="0"/>
              <a:t>referans</a:t>
            </a:r>
            <a:r>
              <a:rPr lang="en-US" dirty="0" smtClean="0"/>
              <a:t> </a:t>
            </a:r>
            <a:r>
              <a:rPr lang="en-US" dirty="0" err="1" smtClean="0"/>
              <a:t>tipinden</a:t>
            </a:r>
            <a:r>
              <a:rPr lang="en-US" dirty="0" smtClean="0"/>
              <a:t> bir </a:t>
            </a:r>
            <a:r>
              <a:rPr lang="en-US" dirty="0" err="1" smtClean="0"/>
              <a:t>değişken</a:t>
            </a:r>
            <a:r>
              <a:rPr lang="en-US" dirty="0" smtClean="0"/>
              <a:t> </a:t>
            </a:r>
            <a:r>
              <a:rPr lang="en-US" dirty="0" err="1" smtClean="0"/>
              <a:t>olduğu</a:t>
            </a:r>
            <a:r>
              <a:rPr lang="en-US" dirty="0" smtClean="0"/>
              <a:t> </a:t>
            </a:r>
            <a:r>
              <a:rPr lang="en-US" dirty="0" err="1" smtClean="0"/>
              <a:t>için</a:t>
            </a:r>
            <a:r>
              <a:rPr lang="en-US" dirty="0" smtClean="0"/>
              <a:t> </a:t>
            </a:r>
            <a:r>
              <a:rPr lang="en-US" b="1" dirty="0" smtClean="0"/>
              <a:t>Stack</a:t>
            </a:r>
            <a:r>
              <a:rPr lang="en-US" dirty="0" smtClean="0"/>
              <a:t> </a:t>
            </a:r>
            <a:r>
              <a:rPr lang="en-US" dirty="0" err="1" smtClean="0"/>
              <a:t>üzerinde</a:t>
            </a:r>
            <a:r>
              <a:rPr lang="en-US" dirty="0" smtClean="0"/>
              <a:t> “</a:t>
            </a:r>
            <a:r>
              <a:rPr lang="en-US" i="1" dirty="0" smtClean="0"/>
              <a:t>00000H</a:t>
            </a:r>
            <a:r>
              <a:rPr lang="en-US" dirty="0" smtClean="0"/>
              <a:t>” </a:t>
            </a:r>
            <a:r>
              <a:rPr lang="en-US" dirty="0" err="1" smtClean="0"/>
              <a:t>adresinde</a:t>
            </a:r>
            <a:r>
              <a:rPr lang="en-US" dirty="0" smtClean="0"/>
              <a:t> </a:t>
            </a:r>
            <a:r>
              <a:rPr lang="en-US" dirty="0" err="1" smtClean="0"/>
              <a:t>ve</a:t>
            </a:r>
            <a:r>
              <a:rPr lang="en-US" dirty="0" smtClean="0"/>
              <a:t> “</a:t>
            </a:r>
            <a:r>
              <a:rPr lang="en-US" i="1" dirty="0" smtClean="0"/>
              <a:t>FFF0GH</a:t>
            </a:r>
            <a:r>
              <a:rPr lang="en-US" dirty="0" smtClean="0"/>
              <a:t>” </a:t>
            </a:r>
            <a:r>
              <a:rPr lang="en-US" dirty="0" err="1" smtClean="0"/>
              <a:t>olarak</a:t>
            </a:r>
            <a:r>
              <a:rPr lang="en-US" dirty="0" smtClean="0"/>
              <a:t> </a:t>
            </a:r>
            <a:r>
              <a:rPr lang="en-US" dirty="0" err="1" smtClean="0"/>
              <a:t>referans</a:t>
            </a:r>
            <a:r>
              <a:rPr lang="en-US" dirty="0" smtClean="0"/>
              <a:t> </a:t>
            </a:r>
            <a:r>
              <a:rPr lang="en-US" dirty="0" err="1" smtClean="0"/>
              <a:t>adresi</a:t>
            </a:r>
            <a:r>
              <a:rPr lang="en-US" dirty="0" smtClean="0"/>
              <a:t> </a:t>
            </a:r>
            <a:r>
              <a:rPr lang="en-US" dirty="0" err="1" smtClean="0"/>
              <a:t>tutulmuştur</a:t>
            </a:r>
            <a:r>
              <a:rPr lang="en-US" dirty="0" smtClean="0"/>
              <a:t>.</a:t>
            </a:r>
            <a:endParaRPr lang="tr-TR" dirty="0"/>
          </a:p>
          <a:p>
            <a:pPr marL="0" indent="0">
              <a:buNone/>
            </a:pPr>
            <a:r>
              <a:rPr lang="en-US" b="1" dirty="0" smtClean="0"/>
              <a:t>Stack </a:t>
            </a:r>
            <a:r>
              <a:rPr lang="en-US" b="1" dirty="0"/>
              <a:t>&amp; </a:t>
            </a:r>
            <a:r>
              <a:rPr lang="en-US" b="1" dirty="0" err="1"/>
              <a:t>Heap’in</a:t>
            </a:r>
            <a:r>
              <a:rPr lang="en-US" b="1" dirty="0"/>
              <a:t> </a:t>
            </a:r>
            <a:r>
              <a:rPr lang="en-US" b="1" dirty="0" err="1"/>
              <a:t>genel</a:t>
            </a:r>
            <a:r>
              <a:rPr lang="en-US" b="1" dirty="0"/>
              <a:t> </a:t>
            </a:r>
            <a:r>
              <a:rPr lang="en-US" b="1" dirty="0" err="1"/>
              <a:t>özelliklerine</a:t>
            </a:r>
            <a:r>
              <a:rPr lang="en-US" b="1" dirty="0"/>
              <a:t> </a:t>
            </a:r>
            <a:r>
              <a:rPr lang="en-US" b="1" dirty="0" err="1"/>
              <a:t>kısaca</a:t>
            </a:r>
            <a:r>
              <a:rPr lang="en-US" b="1" dirty="0"/>
              <a:t> bir </a:t>
            </a:r>
            <a:r>
              <a:rPr lang="en-US" b="1" dirty="0" err="1" smtClean="0"/>
              <a:t>ba</a:t>
            </a:r>
            <a:r>
              <a:rPr lang="tr-TR" b="1" dirty="0" smtClean="0"/>
              <a:t>ka</a:t>
            </a:r>
            <a:r>
              <a:rPr lang="en-US" b="1" dirty="0" err="1" smtClean="0"/>
              <a:t>cak</a:t>
            </a:r>
            <a:r>
              <a:rPr lang="en-US" b="1" dirty="0" smtClean="0"/>
              <a:t> </a:t>
            </a:r>
            <a:r>
              <a:rPr lang="en-US" b="1" dirty="0" err="1"/>
              <a:t>olursak</a:t>
            </a:r>
            <a:r>
              <a:rPr lang="en-US" b="1" dirty="0"/>
              <a:t>;</a:t>
            </a:r>
          </a:p>
          <a:p>
            <a:r>
              <a:rPr lang="en-US" dirty="0"/>
              <a:t>Stack </a:t>
            </a:r>
            <a:r>
              <a:rPr lang="en-US" dirty="0" err="1"/>
              <a:t>ve</a:t>
            </a:r>
            <a:r>
              <a:rPr lang="en-US" dirty="0"/>
              <a:t> Heap </a:t>
            </a:r>
            <a:r>
              <a:rPr lang="en-US" dirty="0" err="1"/>
              <a:t>ram’in</a:t>
            </a:r>
            <a:r>
              <a:rPr lang="en-US" dirty="0"/>
              <a:t> </a:t>
            </a:r>
            <a:r>
              <a:rPr lang="en-US" dirty="0" err="1"/>
              <a:t>mantıksal</a:t>
            </a:r>
            <a:r>
              <a:rPr lang="en-US" dirty="0"/>
              <a:t> </a:t>
            </a:r>
            <a:r>
              <a:rPr lang="en-US" dirty="0" err="1"/>
              <a:t>bölümleridir</a:t>
            </a:r>
            <a:r>
              <a:rPr lang="en-US" b="1" dirty="0"/>
              <a:t>.</a:t>
            </a:r>
            <a:endParaRPr lang="en-US" dirty="0"/>
          </a:p>
          <a:p>
            <a:r>
              <a:rPr lang="en-US" dirty="0"/>
              <a:t>Stack LIFO </a:t>
            </a:r>
            <a:r>
              <a:rPr lang="en-US" dirty="0" err="1"/>
              <a:t>mantığında</a:t>
            </a:r>
            <a:r>
              <a:rPr lang="en-US" dirty="0"/>
              <a:t> </a:t>
            </a:r>
            <a:r>
              <a:rPr lang="en-US" dirty="0" err="1"/>
              <a:t>çalışır</a:t>
            </a:r>
            <a:r>
              <a:rPr lang="en-US" dirty="0"/>
              <a:t>. </a:t>
            </a:r>
            <a:r>
              <a:rPr lang="en-US" dirty="0" err="1"/>
              <a:t>Yani</a:t>
            </a:r>
            <a:r>
              <a:rPr lang="en-US" dirty="0"/>
              <a:t> son </a:t>
            </a:r>
            <a:r>
              <a:rPr lang="en-US" dirty="0" err="1"/>
              <a:t>gelen</a:t>
            </a:r>
            <a:r>
              <a:rPr lang="en-US" dirty="0"/>
              <a:t> ilk </a:t>
            </a:r>
            <a:r>
              <a:rPr lang="en-US" dirty="0" err="1"/>
              <a:t>olarak</a:t>
            </a:r>
            <a:r>
              <a:rPr lang="en-US" dirty="0"/>
              <a:t> </a:t>
            </a:r>
            <a:r>
              <a:rPr lang="en-US" dirty="0" err="1"/>
              <a:t>çıkar</a:t>
            </a:r>
            <a:r>
              <a:rPr lang="en-US" dirty="0"/>
              <a:t>.</a:t>
            </a:r>
          </a:p>
          <a:p>
            <a:r>
              <a:rPr lang="en-US" dirty="0" err="1"/>
              <a:t>Stack’de</a:t>
            </a:r>
            <a:r>
              <a:rPr lang="en-US" dirty="0"/>
              <a:t> </a:t>
            </a:r>
            <a:r>
              <a:rPr lang="en-US" dirty="0" err="1"/>
              <a:t>değer</a:t>
            </a:r>
            <a:r>
              <a:rPr lang="en-US" dirty="0"/>
              <a:t> </a:t>
            </a:r>
            <a:r>
              <a:rPr lang="en-US" dirty="0" err="1"/>
              <a:t>tipleri</a:t>
            </a:r>
            <a:r>
              <a:rPr lang="en-US" dirty="0"/>
              <a:t>, pointer </a:t>
            </a:r>
            <a:r>
              <a:rPr lang="en-US" dirty="0" err="1"/>
              <a:t>ve</a:t>
            </a:r>
            <a:r>
              <a:rPr lang="en-US" dirty="0"/>
              <a:t> </a:t>
            </a:r>
            <a:r>
              <a:rPr lang="en-US" dirty="0" err="1"/>
              <a:t>adresler</a:t>
            </a:r>
            <a:r>
              <a:rPr lang="en-US" dirty="0"/>
              <a:t> </a:t>
            </a:r>
            <a:r>
              <a:rPr lang="en-US" dirty="0" err="1"/>
              <a:t>saklanırken</a:t>
            </a:r>
            <a:r>
              <a:rPr lang="en-US" dirty="0"/>
              <a:t> </a:t>
            </a:r>
            <a:r>
              <a:rPr lang="en-US" dirty="0" err="1"/>
              <a:t>Heap’de</a:t>
            </a:r>
            <a:r>
              <a:rPr lang="en-US" dirty="0"/>
              <a:t> </a:t>
            </a:r>
            <a:r>
              <a:rPr lang="en-US" dirty="0" err="1"/>
              <a:t>ise</a:t>
            </a:r>
            <a:r>
              <a:rPr lang="en-US" dirty="0"/>
              <a:t> </a:t>
            </a:r>
            <a:r>
              <a:rPr lang="en-US" dirty="0" err="1"/>
              <a:t>referans</a:t>
            </a:r>
            <a:r>
              <a:rPr lang="en-US" dirty="0"/>
              <a:t> </a:t>
            </a:r>
            <a:r>
              <a:rPr lang="en-US" dirty="0" err="1"/>
              <a:t>değerleri</a:t>
            </a:r>
            <a:r>
              <a:rPr lang="en-US" dirty="0"/>
              <a:t> </a:t>
            </a:r>
            <a:r>
              <a:rPr lang="en-US" dirty="0" err="1"/>
              <a:t>saklanır</a:t>
            </a:r>
            <a:r>
              <a:rPr lang="en-US" dirty="0"/>
              <a:t>.</a:t>
            </a:r>
          </a:p>
          <a:p>
            <a:r>
              <a:rPr lang="en-US" dirty="0"/>
              <a:t>Stack </a:t>
            </a:r>
            <a:r>
              <a:rPr lang="en-US" dirty="0" err="1"/>
              <a:t>daha</a:t>
            </a:r>
            <a:r>
              <a:rPr lang="en-US" dirty="0"/>
              <a:t> </a:t>
            </a:r>
            <a:r>
              <a:rPr lang="en-US" dirty="0" err="1"/>
              <a:t>hızlıdır</a:t>
            </a:r>
            <a:r>
              <a:rPr lang="en-US" dirty="0"/>
              <a:t>. </a:t>
            </a:r>
            <a:r>
              <a:rPr lang="en-US" dirty="0" err="1"/>
              <a:t>Ulaşılmak</a:t>
            </a:r>
            <a:r>
              <a:rPr lang="en-US" dirty="0"/>
              <a:t> </a:t>
            </a:r>
            <a:r>
              <a:rPr lang="en-US" dirty="0" err="1"/>
              <a:t>istenen</a:t>
            </a:r>
            <a:r>
              <a:rPr lang="en-US" dirty="0"/>
              <a:t> </a:t>
            </a:r>
            <a:r>
              <a:rPr lang="en-US" dirty="0" err="1"/>
              <a:t>veriler</a:t>
            </a:r>
            <a:r>
              <a:rPr lang="en-US" dirty="0"/>
              <a:t> </a:t>
            </a:r>
            <a:r>
              <a:rPr lang="en-US" dirty="0" err="1"/>
              <a:t>ard</a:t>
            </a:r>
            <a:r>
              <a:rPr lang="en-US" dirty="0"/>
              <a:t> </a:t>
            </a:r>
            <a:r>
              <a:rPr lang="en-US" dirty="0" err="1"/>
              <a:t>arda</a:t>
            </a:r>
            <a:r>
              <a:rPr lang="en-US" dirty="0"/>
              <a:t> </a:t>
            </a:r>
            <a:r>
              <a:rPr lang="en-US" dirty="0" err="1"/>
              <a:t>sıralanmış</a:t>
            </a:r>
            <a:r>
              <a:rPr lang="en-US" dirty="0"/>
              <a:t> </a:t>
            </a:r>
            <a:r>
              <a:rPr lang="en-US" dirty="0" err="1"/>
              <a:t>olur</a:t>
            </a:r>
            <a:r>
              <a:rPr lang="en-US" dirty="0"/>
              <a:t>.</a:t>
            </a:r>
          </a:p>
          <a:p>
            <a:r>
              <a:rPr lang="en-US" dirty="0"/>
              <a:t>Heap </a:t>
            </a:r>
            <a:r>
              <a:rPr lang="en-US" dirty="0" err="1"/>
              <a:t>ortak</a:t>
            </a:r>
            <a:r>
              <a:rPr lang="en-US" dirty="0"/>
              <a:t> </a:t>
            </a:r>
            <a:r>
              <a:rPr lang="en-US" dirty="0" err="1"/>
              <a:t>olarak</a:t>
            </a:r>
            <a:r>
              <a:rPr lang="en-US" dirty="0"/>
              <a:t> </a:t>
            </a:r>
            <a:r>
              <a:rPr lang="en-US" dirty="0" err="1"/>
              <a:t>kullanılır</a:t>
            </a:r>
            <a:r>
              <a:rPr lang="en-US" dirty="0"/>
              <a:t> </a:t>
            </a:r>
            <a:r>
              <a:rPr lang="en-US" dirty="0" err="1"/>
              <a:t>ve</a:t>
            </a:r>
            <a:r>
              <a:rPr lang="en-US" dirty="0"/>
              <a:t> </a:t>
            </a:r>
            <a:r>
              <a:rPr lang="en-US" dirty="0" err="1"/>
              <a:t>uygulama</a:t>
            </a:r>
            <a:r>
              <a:rPr lang="en-US" dirty="0"/>
              <a:t> </a:t>
            </a:r>
            <a:r>
              <a:rPr lang="en-US" dirty="0" err="1"/>
              <a:t>başlatıldığında</a:t>
            </a:r>
            <a:r>
              <a:rPr lang="en-US" dirty="0"/>
              <a:t> </a:t>
            </a:r>
            <a:r>
              <a:rPr lang="en-US" dirty="0" err="1"/>
              <a:t>başlar</a:t>
            </a:r>
            <a:r>
              <a:rPr lang="en-US" dirty="0" smtClean="0"/>
              <a:t>.</a:t>
            </a:r>
            <a:endParaRPr lang="tr-TR" dirty="0" smtClean="0"/>
          </a:p>
          <a:p>
            <a:pPr marL="0" indent="0">
              <a:buNone/>
            </a:pPr>
            <a:r>
              <a:rPr lang="tr-TR" dirty="0"/>
              <a:t> </a:t>
            </a:r>
            <a:r>
              <a:rPr lang="tr-TR" dirty="0" smtClean="0"/>
              <a:t>  Insan i = new Insan();</a:t>
            </a:r>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65" y="187286"/>
            <a:ext cx="9194849" cy="2038122"/>
          </a:xfrm>
          <a:prstGeom prst="rect">
            <a:avLst/>
          </a:prstGeom>
        </p:spPr>
      </p:pic>
    </p:spTree>
    <p:extLst>
      <p:ext uri="{BB962C8B-B14F-4D97-AF65-F5344CB8AC3E}">
        <p14:creationId xmlns:p14="http://schemas.microsoft.com/office/powerpoint/2010/main" val="2072221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270" y="176270"/>
            <a:ext cx="11788048" cy="6488935"/>
          </a:xfrm>
        </p:spPr>
        <p:txBody>
          <a:bodyPr>
            <a:normAutofit lnSpcReduction="10000"/>
          </a:bodyPr>
          <a:lstStyle/>
          <a:p>
            <a:pPr marL="0" indent="0">
              <a:buNone/>
            </a:pPr>
            <a:r>
              <a:rPr lang="tr-TR" b="1" dirty="0" smtClean="0"/>
              <a:t>Boxing(Kutulama) –UnBoxing (Kutudan Çıkarma)</a:t>
            </a:r>
          </a:p>
          <a:p>
            <a:pPr marL="0" indent="0">
              <a:buNone/>
            </a:pPr>
            <a:r>
              <a:rPr lang="en-US" dirty="0" smtClean="0"/>
              <a:t>Java </a:t>
            </a:r>
            <a:r>
              <a:rPr lang="en-US" dirty="0" err="1" smtClean="0"/>
              <a:t>dilinde</a:t>
            </a:r>
            <a:r>
              <a:rPr lang="en-US" dirty="0" smtClean="0"/>
              <a:t> </a:t>
            </a:r>
            <a:r>
              <a:rPr lang="en-US" dirty="0" err="1" smtClean="0"/>
              <a:t>veri</a:t>
            </a:r>
            <a:r>
              <a:rPr lang="en-US" dirty="0" smtClean="0"/>
              <a:t> </a:t>
            </a:r>
            <a:r>
              <a:rPr lang="en-US" dirty="0" err="1" smtClean="0"/>
              <a:t>tipleri</a:t>
            </a:r>
            <a:r>
              <a:rPr lang="en-US" dirty="0" smtClean="0"/>
              <a:t> </a:t>
            </a:r>
            <a:r>
              <a:rPr lang="en-US" b="1" dirty="0" err="1" smtClean="0"/>
              <a:t>değer-tipleri</a:t>
            </a:r>
            <a:r>
              <a:rPr lang="en-US" b="1" dirty="0" smtClean="0"/>
              <a:t>(value types) </a:t>
            </a:r>
            <a:r>
              <a:rPr lang="en-US" dirty="0" err="1" smtClean="0"/>
              <a:t>ve</a:t>
            </a:r>
            <a:r>
              <a:rPr lang="en-US" dirty="0" smtClean="0"/>
              <a:t> </a:t>
            </a:r>
            <a:r>
              <a:rPr lang="en-US" b="1" dirty="0" err="1" smtClean="0"/>
              <a:t>referans-tipleri</a:t>
            </a:r>
            <a:r>
              <a:rPr lang="en-US" b="1" dirty="0" smtClean="0"/>
              <a:t>(reference type) </a:t>
            </a:r>
            <a:r>
              <a:rPr lang="en-US" dirty="0" err="1" smtClean="0"/>
              <a:t>olmak</a:t>
            </a:r>
            <a:r>
              <a:rPr lang="en-US" dirty="0" smtClean="0"/>
              <a:t> </a:t>
            </a:r>
            <a:r>
              <a:rPr lang="en-US" dirty="0" err="1" smtClean="0"/>
              <a:t>üzere</a:t>
            </a:r>
            <a:r>
              <a:rPr lang="en-US" dirty="0" smtClean="0"/>
              <a:t> </a:t>
            </a:r>
            <a:r>
              <a:rPr lang="en-US" dirty="0" err="1" smtClean="0"/>
              <a:t>ikiye</a:t>
            </a:r>
            <a:r>
              <a:rPr lang="en-US" dirty="0" smtClean="0"/>
              <a:t> </a:t>
            </a:r>
            <a:r>
              <a:rPr lang="en-US" dirty="0" err="1" smtClean="0"/>
              <a:t>ayrılırlar</a:t>
            </a:r>
            <a:r>
              <a:rPr lang="en-US" dirty="0" smtClean="0"/>
              <a:t>.</a:t>
            </a:r>
          </a:p>
          <a:p>
            <a:pPr marL="0" indent="0">
              <a:buNone/>
            </a:pPr>
            <a:r>
              <a:rPr lang="en-US" dirty="0" err="1" smtClean="0"/>
              <a:t>Değer</a:t>
            </a:r>
            <a:r>
              <a:rPr lang="en-US" dirty="0" smtClean="0"/>
              <a:t> </a:t>
            </a:r>
            <a:r>
              <a:rPr lang="en-US" dirty="0" err="1" smtClean="0"/>
              <a:t>tiplerinin</a:t>
            </a:r>
            <a:r>
              <a:rPr lang="en-US" dirty="0" smtClean="0"/>
              <a:t> </a:t>
            </a:r>
            <a:r>
              <a:rPr lang="en-US" dirty="0" err="1" smtClean="0"/>
              <a:t>referans</a:t>
            </a:r>
            <a:r>
              <a:rPr lang="en-US" dirty="0" smtClean="0"/>
              <a:t> </a:t>
            </a:r>
            <a:r>
              <a:rPr lang="en-US" dirty="0" err="1" smtClean="0"/>
              <a:t>tipine</a:t>
            </a:r>
            <a:r>
              <a:rPr lang="en-US" dirty="0" smtClean="0"/>
              <a:t> </a:t>
            </a:r>
            <a:r>
              <a:rPr lang="en-US" dirty="0" err="1" smtClean="0"/>
              <a:t>dönüşmesine</a:t>
            </a:r>
            <a:r>
              <a:rPr lang="en-US" dirty="0" smtClean="0"/>
              <a:t> </a:t>
            </a:r>
            <a:r>
              <a:rPr lang="en-US" dirty="0" err="1" smtClean="0"/>
              <a:t>kutuluma</a:t>
            </a:r>
            <a:r>
              <a:rPr lang="en-US" dirty="0" smtClean="0"/>
              <a:t>(boxing), </a:t>
            </a:r>
            <a:r>
              <a:rPr lang="en-US" dirty="0" err="1" smtClean="0"/>
              <a:t>referans</a:t>
            </a:r>
            <a:r>
              <a:rPr lang="en-US" dirty="0" smtClean="0"/>
              <a:t> </a:t>
            </a:r>
            <a:r>
              <a:rPr lang="en-US" dirty="0" err="1" smtClean="0"/>
              <a:t>tiplerin</a:t>
            </a:r>
            <a:r>
              <a:rPr lang="en-US" dirty="0" smtClean="0"/>
              <a:t> </a:t>
            </a:r>
            <a:r>
              <a:rPr lang="en-US" dirty="0" err="1" smtClean="0"/>
              <a:t>değer</a:t>
            </a:r>
            <a:r>
              <a:rPr lang="en-US" dirty="0" smtClean="0"/>
              <a:t> </a:t>
            </a:r>
            <a:r>
              <a:rPr lang="en-US" dirty="0" err="1" smtClean="0"/>
              <a:t>tipine</a:t>
            </a:r>
            <a:r>
              <a:rPr lang="en-US" dirty="0" smtClean="0"/>
              <a:t> </a:t>
            </a:r>
            <a:r>
              <a:rPr lang="en-US" dirty="0" err="1" smtClean="0"/>
              <a:t>dönüşmesine</a:t>
            </a:r>
            <a:r>
              <a:rPr lang="en-US" dirty="0" smtClean="0"/>
              <a:t> </a:t>
            </a:r>
            <a:r>
              <a:rPr lang="en-US" dirty="0" err="1" smtClean="0"/>
              <a:t>isi</a:t>
            </a:r>
            <a:r>
              <a:rPr lang="en-US" dirty="0" smtClean="0"/>
              <a:t> </a:t>
            </a:r>
            <a:r>
              <a:rPr lang="en-US" b="1" dirty="0" err="1" smtClean="0"/>
              <a:t>kutu-açma</a:t>
            </a:r>
            <a:r>
              <a:rPr lang="en-US" dirty="0" smtClean="0"/>
              <a:t> (</a:t>
            </a:r>
            <a:r>
              <a:rPr lang="en-US" b="1" dirty="0" smtClean="0"/>
              <a:t>unboxing</a:t>
            </a:r>
            <a:r>
              <a:rPr lang="en-US" dirty="0" smtClean="0"/>
              <a:t>) </a:t>
            </a:r>
            <a:r>
              <a:rPr lang="en-US" dirty="0" err="1" smtClean="0"/>
              <a:t>denir</a:t>
            </a:r>
            <a:r>
              <a:rPr lang="en-US" dirty="0" smtClean="0"/>
              <a:t>.</a:t>
            </a:r>
          </a:p>
          <a:p>
            <a:pPr marL="0" indent="0">
              <a:buNone/>
            </a:pPr>
            <a:r>
              <a:rPr lang="en-US" b="1" dirty="0" smtClean="0"/>
              <a:t>Java</a:t>
            </a:r>
            <a:r>
              <a:rPr lang="en-US" dirty="0" smtClean="0"/>
              <a:t> </a:t>
            </a:r>
            <a:r>
              <a:rPr lang="en-US" dirty="0" err="1" smtClean="0"/>
              <a:t>dili</a:t>
            </a:r>
            <a:r>
              <a:rPr lang="en-US" dirty="0" smtClean="0"/>
              <a:t> </a:t>
            </a:r>
            <a:r>
              <a:rPr lang="en-US" b="1" dirty="0" err="1" smtClean="0"/>
              <a:t>değer</a:t>
            </a:r>
            <a:r>
              <a:rPr lang="en-US" dirty="0" smtClean="0"/>
              <a:t> </a:t>
            </a:r>
            <a:r>
              <a:rPr lang="en-US" dirty="0" err="1" smtClean="0"/>
              <a:t>tiplerini</a:t>
            </a:r>
            <a:r>
              <a:rPr lang="en-US" dirty="0" smtClean="0"/>
              <a:t> </a:t>
            </a:r>
            <a:r>
              <a:rPr lang="en-US" b="1" dirty="0" smtClean="0"/>
              <a:t>stack</a:t>
            </a:r>
            <a:r>
              <a:rPr lang="en-US" dirty="0" smtClean="0"/>
              <a:t> </a:t>
            </a:r>
            <a:r>
              <a:rPr lang="en-US" dirty="0" err="1" smtClean="0"/>
              <a:t>içinde</a:t>
            </a:r>
            <a:r>
              <a:rPr lang="en-US" dirty="0" smtClean="0"/>
              <a:t>, </a:t>
            </a:r>
            <a:r>
              <a:rPr lang="en-US" b="1" dirty="0" err="1" smtClean="0"/>
              <a:t>referans</a:t>
            </a:r>
            <a:r>
              <a:rPr lang="en-US" dirty="0" smtClean="0"/>
              <a:t> </a:t>
            </a:r>
            <a:r>
              <a:rPr lang="en-US" dirty="0" err="1" smtClean="0"/>
              <a:t>tiplerini</a:t>
            </a:r>
            <a:r>
              <a:rPr lang="en-US" dirty="0" smtClean="0"/>
              <a:t> </a:t>
            </a:r>
            <a:r>
              <a:rPr lang="en-US" b="1" dirty="0" smtClean="0"/>
              <a:t>heap</a:t>
            </a:r>
            <a:r>
              <a:rPr lang="en-US" dirty="0" smtClean="0"/>
              <a:t> </a:t>
            </a:r>
            <a:r>
              <a:rPr lang="en-US" dirty="0" err="1" smtClean="0"/>
              <a:t>içinde</a:t>
            </a:r>
            <a:r>
              <a:rPr lang="en-US" dirty="0" smtClean="0"/>
              <a:t> </a:t>
            </a:r>
            <a:r>
              <a:rPr lang="en-US" dirty="0" err="1" smtClean="0"/>
              <a:t>tutar</a:t>
            </a:r>
            <a:r>
              <a:rPr lang="en-US" dirty="0" smtClean="0"/>
              <a:t>. </a:t>
            </a:r>
          </a:p>
          <a:p>
            <a:pPr marL="0" indent="0">
              <a:buNone/>
            </a:pPr>
            <a:r>
              <a:rPr lang="en-US" b="1" dirty="0" err="1" smtClean="0"/>
              <a:t>Örneğin</a:t>
            </a:r>
            <a:r>
              <a:rPr lang="en-US" b="1" dirty="0" smtClean="0"/>
              <a:t> : </a:t>
            </a:r>
            <a:r>
              <a:rPr lang="en-US" dirty="0" err="1" smtClean="0"/>
              <a:t>int</a:t>
            </a:r>
            <a:r>
              <a:rPr lang="en-US" dirty="0" smtClean="0"/>
              <a:t> n = 123;</a:t>
            </a:r>
          </a:p>
          <a:p>
            <a:pPr marL="0" indent="0">
              <a:buNone/>
            </a:pPr>
            <a:r>
              <a:rPr lang="en-US" dirty="0" err="1" smtClean="0"/>
              <a:t>deyimi</a:t>
            </a:r>
            <a:r>
              <a:rPr lang="en-US" dirty="0" smtClean="0"/>
              <a:t>, </a:t>
            </a:r>
            <a:r>
              <a:rPr lang="en-US" b="1" dirty="0" smtClean="0"/>
              <a:t>n</a:t>
            </a:r>
            <a:r>
              <a:rPr lang="en-US" dirty="0" smtClean="0"/>
              <a:t> </a:t>
            </a:r>
            <a:r>
              <a:rPr lang="en-US" dirty="0" err="1" smtClean="0"/>
              <a:t>değişkeni</a:t>
            </a:r>
            <a:r>
              <a:rPr lang="en-US" dirty="0" smtClean="0"/>
              <a:t> </a:t>
            </a:r>
            <a:r>
              <a:rPr lang="en-US" dirty="0" err="1" smtClean="0"/>
              <a:t>için</a:t>
            </a:r>
            <a:r>
              <a:rPr lang="en-US" dirty="0" smtClean="0"/>
              <a:t> </a:t>
            </a:r>
            <a:r>
              <a:rPr lang="en-US" b="1" dirty="0" smtClean="0"/>
              <a:t>stack</a:t>
            </a:r>
            <a:r>
              <a:rPr lang="en-US" dirty="0" smtClean="0"/>
              <a:t> </a:t>
            </a:r>
            <a:r>
              <a:rPr lang="en-US" dirty="0" err="1" smtClean="0"/>
              <a:t>içinde</a:t>
            </a:r>
            <a:r>
              <a:rPr lang="en-US" dirty="0" smtClean="0"/>
              <a:t> bir </a:t>
            </a:r>
            <a:r>
              <a:rPr lang="en-US" dirty="0" err="1" smtClean="0"/>
              <a:t>adres</a:t>
            </a:r>
            <a:r>
              <a:rPr lang="en-US" dirty="0" smtClean="0"/>
              <a:t> </a:t>
            </a:r>
            <a:r>
              <a:rPr lang="en-US" dirty="0" err="1" smtClean="0"/>
              <a:t>ayırır</a:t>
            </a:r>
            <a:r>
              <a:rPr lang="en-US" dirty="0" smtClean="0"/>
              <a:t>, </a:t>
            </a:r>
            <a:r>
              <a:rPr lang="en-US" b="1" dirty="0" smtClean="0"/>
              <a:t>123</a:t>
            </a:r>
            <a:r>
              <a:rPr lang="en-US" dirty="0" smtClean="0"/>
              <a:t> </a:t>
            </a:r>
            <a:r>
              <a:rPr lang="en-US" dirty="0" err="1" smtClean="0"/>
              <a:t>değeri</a:t>
            </a:r>
            <a:r>
              <a:rPr lang="en-US" dirty="0" smtClean="0"/>
              <a:t> o </a:t>
            </a:r>
            <a:r>
              <a:rPr lang="en-US" dirty="0" err="1" smtClean="0"/>
              <a:t>adrese</a:t>
            </a:r>
            <a:r>
              <a:rPr lang="en-US" dirty="0" smtClean="0"/>
              <a:t> </a:t>
            </a:r>
            <a:r>
              <a:rPr lang="en-US" dirty="0" err="1" smtClean="0"/>
              <a:t>yerleşir</a:t>
            </a:r>
            <a:r>
              <a:rPr lang="en-US" dirty="0" smtClean="0"/>
              <a:t>, n </a:t>
            </a:r>
            <a:r>
              <a:rPr lang="en-US" dirty="0" err="1" smtClean="0"/>
              <a:t>ise</a:t>
            </a:r>
            <a:r>
              <a:rPr lang="en-US" dirty="0" smtClean="0"/>
              <a:t> o </a:t>
            </a:r>
            <a:r>
              <a:rPr lang="en-US" dirty="0" err="1" smtClean="0"/>
              <a:t>adre</a:t>
            </a:r>
            <a:r>
              <a:rPr lang="tr-TR" dirty="0" smtClean="0"/>
              <a:t>si</a:t>
            </a:r>
            <a:r>
              <a:rPr lang="en-US" dirty="0" smtClean="0"/>
              <a:t> </a:t>
            </a:r>
            <a:r>
              <a:rPr lang="en-US" dirty="0" err="1" smtClean="0"/>
              <a:t>işaret</a:t>
            </a:r>
            <a:r>
              <a:rPr lang="en-US" dirty="0" smtClean="0"/>
              <a:t> </a:t>
            </a:r>
            <a:r>
              <a:rPr lang="en-US" dirty="0" err="1" smtClean="0"/>
              <a:t>eden</a:t>
            </a:r>
            <a:r>
              <a:rPr lang="en-US" dirty="0" smtClean="0"/>
              <a:t> </a:t>
            </a:r>
            <a:r>
              <a:rPr lang="en-US" dirty="0" err="1" smtClean="0"/>
              <a:t>referanstır</a:t>
            </a:r>
            <a:r>
              <a:rPr lang="en-US" dirty="0" smtClean="0"/>
              <a:t>. </a:t>
            </a:r>
          </a:p>
          <a:p>
            <a:pPr marL="0" indent="0">
              <a:buNone/>
            </a:pPr>
            <a:r>
              <a:rPr lang="en-US" dirty="0" smtClean="0"/>
              <a:t>object </a:t>
            </a:r>
            <a:r>
              <a:rPr lang="en-US" dirty="0" err="1" smtClean="0"/>
              <a:t>obj</a:t>
            </a:r>
            <a:r>
              <a:rPr lang="en-US" dirty="0" smtClean="0"/>
              <a:t> = n </a:t>
            </a:r>
            <a:r>
              <a:rPr lang="tr-TR" dirty="0" smtClean="0"/>
              <a:t>   </a:t>
            </a:r>
            <a:r>
              <a:rPr lang="en-US" b="1" dirty="0" smtClean="0"/>
              <a:t>//</a:t>
            </a:r>
            <a:r>
              <a:rPr lang="en-US" b="1" dirty="0" err="1" smtClean="0"/>
              <a:t>istemsiz</a:t>
            </a:r>
            <a:r>
              <a:rPr lang="en-US" b="1" dirty="0" smtClean="0"/>
              <a:t> </a:t>
            </a:r>
            <a:r>
              <a:rPr lang="en-US" b="1" dirty="0" err="1" smtClean="0"/>
              <a:t>kutuluma</a:t>
            </a:r>
            <a:r>
              <a:rPr lang="en-US" b="1" dirty="0" smtClean="0"/>
              <a:t> (implicit boxing) </a:t>
            </a:r>
          </a:p>
          <a:p>
            <a:pPr marL="0" indent="0">
              <a:buNone/>
            </a:pPr>
            <a:r>
              <a:rPr lang="en-US" dirty="0" err="1" smtClean="0"/>
              <a:t>deyimi</a:t>
            </a:r>
            <a:r>
              <a:rPr lang="en-US" dirty="0" smtClean="0"/>
              <a:t> </a:t>
            </a:r>
            <a:r>
              <a:rPr lang="en-US" dirty="0" err="1" smtClean="0"/>
              <a:t>istemsiz</a:t>
            </a:r>
            <a:r>
              <a:rPr lang="en-US" dirty="0" smtClean="0"/>
              <a:t> (</a:t>
            </a:r>
            <a:r>
              <a:rPr lang="en-US" b="1" dirty="0" smtClean="0"/>
              <a:t>implicit</a:t>
            </a:r>
            <a:r>
              <a:rPr lang="en-US" dirty="0" smtClean="0"/>
              <a:t>) bir </a:t>
            </a:r>
            <a:r>
              <a:rPr lang="en-US" dirty="0" err="1" smtClean="0"/>
              <a:t>dönüşümdür</a:t>
            </a:r>
            <a:r>
              <a:rPr lang="en-US" dirty="0" smtClean="0"/>
              <a:t>. </a:t>
            </a:r>
            <a:endParaRPr lang="tr-TR" dirty="0" smtClean="0"/>
          </a:p>
          <a:p>
            <a:pPr marL="0" indent="0">
              <a:buNone/>
            </a:pPr>
            <a:r>
              <a:rPr lang="en-US" dirty="0" err="1" smtClean="0"/>
              <a:t>Deyim</a:t>
            </a:r>
            <a:r>
              <a:rPr lang="en-US" dirty="0" smtClean="0"/>
              <a:t> object </a:t>
            </a:r>
            <a:r>
              <a:rPr lang="en-US" dirty="0" err="1" smtClean="0"/>
              <a:t>tipinden</a:t>
            </a:r>
            <a:r>
              <a:rPr lang="en-US" dirty="0" smtClean="0"/>
              <a:t> bir </a:t>
            </a:r>
            <a:r>
              <a:rPr lang="en-US" b="1" dirty="0" err="1" smtClean="0"/>
              <a:t>nesne</a:t>
            </a:r>
            <a:r>
              <a:rPr lang="en-US" dirty="0" smtClean="0"/>
              <a:t> </a:t>
            </a:r>
            <a:r>
              <a:rPr lang="en-US" dirty="0" err="1" smtClean="0"/>
              <a:t>oluşturur</a:t>
            </a:r>
            <a:r>
              <a:rPr lang="en-US" dirty="0" smtClean="0"/>
              <a:t> </a:t>
            </a:r>
            <a:r>
              <a:rPr lang="en-US" dirty="0" err="1" smtClean="0"/>
              <a:t>ve</a:t>
            </a:r>
            <a:r>
              <a:rPr lang="en-US" dirty="0" smtClean="0"/>
              <a:t> </a:t>
            </a:r>
            <a:r>
              <a:rPr lang="en-US" b="1" dirty="0" smtClean="0"/>
              <a:t>123</a:t>
            </a:r>
            <a:r>
              <a:rPr lang="en-US" dirty="0" smtClean="0"/>
              <a:t> </a:t>
            </a:r>
            <a:r>
              <a:rPr lang="en-US" dirty="0" err="1" smtClean="0"/>
              <a:t>sayısını</a:t>
            </a:r>
            <a:r>
              <a:rPr lang="en-US" dirty="0" smtClean="0"/>
              <a:t> o </a:t>
            </a:r>
            <a:r>
              <a:rPr lang="en-US" dirty="0" err="1" smtClean="0"/>
              <a:t>nesne</a:t>
            </a:r>
            <a:r>
              <a:rPr lang="en-US" dirty="0" smtClean="0"/>
              <a:t> </a:t>
            </a:r>
            <a:r>
              <a:rPr lang="en-US" dirty="0" err="1" smtClean="0"/>
              <a:t>içine</a:t>
            </a:r>
            <a:r>
              <a:rPr lang="en-US" dirty="0" smtClean="0"/>
              <a:t> </a:t>
            </a:r>
            <a:r>
              <a:rPr lang="en-US" dirty="0" err="1" smtClean="0"/>
              <a:t>yerleştirir</a:t>
            </a:r>
            <a:r>
              <a:rPr lang="en-US" dirty="0" smtClean="0"/>
              <a:t>. </a:t>
            </a:r>
            <a:r>
              <a:rPr lang="en-US" b="1" dirty="0" err="1" smtClean="0"/>
              <a:t>obj</a:t>
            </a:r>
            <a:r>
              <a:rPr lang="en-US" dirty="0" smtClean="0"/>
              <a:t> o </a:t>
            </a:r>
            <a:r>
              <a:rPr lang="en-US" dirty="0" err="1" smtClean="0"/>
              <a:t>nesneyi</a:t>
            </a:r>
            <a:r>
              <a:rPr lang="en-US" dirty="0" smtClean="0"/>
              <a:t> </a:t>
            </a:r>
            <a:r>
              <a:rPr lang="en-US" dirty="0" err="1" smtClean="0"/>
              <a:t>işaret</a:t>
            </a:r>
            <a:r>
              <a:rPr lang="en-US" dirty="0" smtClean="0"/>
              <a:t> </a:t>
            </a:r>
            <a:r>
              <a:rPr lang="en-US" dirty="0" err="1" smtClean="0"/>
              <a:t>eden</a:t>
            </a:r>
            <a:r>
              <a:rPr lang="en-US" dirty="0" smtClean="0"/>
              <a:t> </a:t>
            </a:r>
            <a:r>
              <a:rPr lang="en-US" b="1" dirty="0" err="1" smtClean="0"/>
              <a:t>referanstır</a:t>
            </a:r>
            <a:r>
              <a:rPr lang="en-US" dirty="0" smtClean="0"/>
              <a:t>. </a:t>
            </a:r>
            <a:r>
              <a:rPr lang="en-US" b="1" dirty="0" err="1" smtClean="0"/>
              <a:t>obj</a:t>
            </a:r>
            <a:r>
              <a:rPr lang="en-US" dirty="0" smtClean="0"/>
              <a:t> </a:t>
            </a:r>
            <a:r>
              <a:rPr lang="en-US" dirty="0" err="1" smtClean="0"/>
              <a:t>referans</a:t>
            </a:r>
            <a:r>
              <a:rPr lang="en-US" dirty="0" smtClean="0"/>
              <a:t> tipi </a:t>
            </a:r>
            <a:r>
              <a:rPr lang="en-US" dirty="0" err="1" smtClean="0"/>
              <a:t>olduğu</a:t>
            </a:r>
            <a:r>
              <a:rPr lang="en-US" dirty="0" smtClean="0"/>
              <a:t> </a:t>
            </a:r>
            <a:r>
              <a:rPr lang="en-US" dirty="0" err="1" smtClean="0"/>
              <a:t>için</a:t>
            </a:r>
            <a:r>
              <a:rPr lang="en-US" dirty="0" smtClean="0"/>
              <a:t> </a:t>
            </a:r>
            <a:r>
              <a:rPr lang="en-US" dirty="0" err="1" smtClean="0"/>
              <a:t>onun</a:t>
            </a:r>
            <a:r>
              <a:rPr lang="en-US" dirty="0" smtClean="0"/>
              <a:t> </a:t>
            </a:r>
            <a:r>
              <a:rPr lang="en-US" dirty="0" err="1" smtClean="0"/>
              <a:t>işaret</a:t>
            </a:r>
            <a:r>
              <a:rPr lang="en-US" dirty="0" smtClean="0"/>
              <a:t> </a:t>
            </a:r>
            <a:r>
              <a:rPr lang="en-US" dirty="0" err="1" smtClean="0"/>
              <a:t>ettiği</a:t>
            </a:r>
            <a:r>
              <a:rPr lang="en-US" dirty="0" smtClean="0"/>
              <a:t> </a:t>
            </a:r>
            <a:r>
              <a:rPr lang="en-US" dirty="0" err="1" smtClean="0"/>
              <a:t>adres</a:t>
            </a:r>
            <a:r>
              <a:rPr lang="en-US" dirty="0" smtClean="0"/>
              <a:t> </a:t>
            </a:r>
            <a:r>
              <a:rPr lang="en-US" b="1" dirty="0" smtClean="0"/>
              <a:t>heap</a:t>
            </a:r>
            <a:r>
              <a:rPr lang="en-US" dirty="0" smtClean="0"/>
              <a:t> </a:t>
            </a:r>
            <a:r>
              <a:rPr lang="en-US" dirty="0" err="1" smtClean="0"/>
              <a:t>içindedir</a:t>
            </a:r>
            <a:r>
              <a:rPr lang="en-US" dirty="0" smtClean="0"/>
              <a:t>. Bu </a:t>
            </a:r>
            <a:r>
              <a:rPr lang="en-US" dirty="0" err="1" smtClean="0"/>
              <a:t>eylem</a:t>
            </a:r>
            <a:r>
              <a:rPr lang="en-US" dirty="0" smtClean="0"/>
              <a:t> 123 </a:t>
            </a:r>
            <a:r>
              <a:rPr lang="en-US" dirty="0" err="1" smtClean="0"/>
              <a:t>sayısını</a:t>
            </a:r>
            <a:r>
              <a:rPr lang="en-US" dirty="0" smtClean="0"/>
              <a:t> bir </a:t>
            </a:r>
            <a:r>
              <a:rPr lang="en-US" dirty="0" err="1" smtClean="0"/>
              <a:t>kutuya</a:t>
            </a:r>
            <a:r>
              <a:rPr lang="en-US" dirty="0" smtClean="0"/>
              <a:t> </a:t>
            </a:r>
            <a:r>
              <a:rPr lang="en-US" dirty="0" err="1" smtClean="0"/>
              <a:t>koymaya</a:t>
            </a:r>
            <a:r>
              <a:rPr lang="en-US" dirty="0" smtClean="0"/>
              <a:t> </a:t>
            </a:r>
            <a:r>
              <a:rPr lang="en-US" dirty="0" err="1" smtClean="0"/>
              <a:t>benzer</a:t>
            </a:r>
            <a:r>
              <a:rPr lang="en-US" dirty="0" smtClean="0"/>
              <a:t>. "</a:t>
            </a:r>
            <a:r>
              <a:rPr lang="en-US" b="1" dirty="0" smtClean="0"/>
              <a:t>Boxing</a:t>
            </a:r>
            <a:r>
              <a:rPr lang="en-US" dirty="0" smtClean="0"/>
              <a:t>" </a:t>
            </a:r>
            <a:r>
              <a:rPr lang="en-US" dirty="0" err="1" smtClean="0"/>
              <a:t>kutuluma</a:t>
            </a:r>
            <a:r>
              <a:rPr lang="en-US" dirty="0" smtClean="0"/>
              <a:t>, </a:t>
            </a:r>
            <a:r>
              <a:rPr lang="en-US" dirty="0" err="1" smtClean="0"/>
              <a:t>paketleme</a:t>
            </a:r>
            <a:r>
              <a:rPr lang="en-US" dirty="0" smtClean="0"/>
              <a:t> </a:t>
            </a:r>
            <a:r>
              <a:rPr lang="en-US" dirty="0" err="1" smtClean="0"/>
              <a:t>anlamınd</a:t>
            </a:r>
            <a:r>
              <a:rPr lang="tr-TR" dirty="0" smtClean="0"/>
              <a:t>adır</a:t>
            </a:r>
            <a:r>
              <a:rPr lang="en-US" dirty="0" smtClean="0"/>
              <a:t>. </a:t>
            </a:r>
          </a:p>
        </p:txBody>
      </p:sp>
    </p:spTree>
    <p:extLst>
      <p:ext uri="{BB962C8B-B14F-4D97-AF65-F5344CB8AC3E}">
        <p14:creationId xmlns:p14="http://schemas.microsoft.com/office/powerpoint/2010/main" val="292731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270" y="176270"/>
            <a:ext cx="11788048" cy="6488935"/>
          </a:xfrm>
        </p:spPr>
        <p:txBody>
          <a:bodyPr>
            <a:normAutofit lnSpcReduction="10000"/>
          </a:bodyPr>
          <a:lstStyle/>
          <a:p>
            <a:pPr marL="0" indent="0">
              <a:buNone/>
            </a:pPr>
            <a:r>
              <a:rPr lang="en-US" b="1" dirty="0" err="1" smtClean="0"/>
              <a:t>Kutul</a:t>
            </a:r>
            <a:r>
              <a:rPr lang="tr-TR" b="1" dirty="0" smtClean="0"/>
              <a:t>a</a:t>
            </a:r>
            <a:r>
              <a:rPr lang="en-US" b="1" dirty="0" smtClean="0"/>
              <a:t>ma</a:t>
            </a:r>
            <a:r>
              <a:rPr lang="en-US" dirty="0" smtClean="0"/>
              <a:t> </a:t>
            </a:r>
            <a:r>
              <a:rPr lang="tr-TR" dirty="0" smtClean="0"/>
              <a:t>(</a:t>
            </a:r>
            <a:r>
              <a:rPr lang="en-US" dirty="0" smtClean="0"/>
              <a:t>boxing</a:t>
            </a:r>
            <a:r>
              <a:rPr lang="tr-TR" dirty="0" smtClean="0"/>
              <a:t>)</a:t>
            </a:r>
            <a:r>
              <a:rPr lang="en-US" dirty="0" smtClean="0"/>
              <a:t> </a:t>
            </a:r>
            <a:r>
              <a:rPr lang="en-US" dirty="0" err="1" smtClean="0"/>
              <a:t>ve</a:t>
            </a:r>
            <a:r>
              <a:rPr lang="en-US" dirty="0" smtClean="0"/>
              <a:t> </a:t>
            </a:r>
            <a:r>
              <a:rPr lang="en-US" b="1" dirty="0" err="1" smtClean="0"/>
              <a:t>kutu-açma</a:t>
            </a:r>
            <a:r>
              <a:rPr lang="en-US" dirty="0" smtClean="0"/>
              <a:t> (unboxing) </a:t>
            </a:r>
            <a:r>
              <a:rPr lang="en-US" dirty="0" err="1" smtClean="0"/>
              <a:t>eylemleri</a:t>
            </a:r>
            <a:r>
              <a:rPr lang="en-US" dirty="0" smtClean="0"/>
              <a:t> </a:t>
            </a:r>
            <a:r>
              <a:rPr lang="en-US" dirty="0" err="1" smtClean="0"/>
              <a:t>değer</a:t>
            </a:r>
            <a:r>
              <a:rPr lang="en-US" dirty="0" smtClean="0"/>
              <a:t> </a:t>
            </a:r>
            <a:r>
              <a:rPr lang="en-US" dirty="0" err="1" smtClean="0"/>
              <a:t>tiplerinin</a:t>
            </a:r>
            <a:r>
              <a:rPr lang="en-US" dirty="0" smtClean="0"/>
              <a:t> </a:t>
            </a:r>
            <a:r>
              <a:rPr lang="en-US" dirty="0" err="1" smtClean="0"/>
              <a:t>nesne</a:t>
            </a:r>
            <a:r>
              <a:rPr lang="en-US" dirty="0" smtClean="0"/>
              <a:t> </a:t>
            </a:r>
            <a:r>
              <a:rPr lang="en-US" dirty="0" err="1" smtClean="0"/>
              <a:t>imiş</a:t>
            </a:r>
            <a:r>
              <a:rPr lang="en-US" dirty="0" smtClean="0"/>
              <a:t> </a:t>
            </a:r>
            <a:r>
              <a:rPr lang="en-US" dirty="0" err="1" smtClean="0"/>
              <a:t>gibi</a:t>
            </a:r>
            <a:r>
              <a:rPr lang="en-US" dirty="0" smtClean="0"/>
              <a:t> </a:t>
            </a:r>
            <a:r>
              <a:rPr lang="en-US" dirty="0" err="1" smtClean="0"/>
              <a:t>işlem</a:t>
            </a:r>
            <a:r>
              <a:rPr lang="en-US" dirty="0" smtClean="0"/>
              <a:t> </a:t>
            </a:r>
            <a:r>
              <a:rPr lang="en-US" dirty="0" err="1" smtClean="0"/>
              <a:t>görmesini</a:t>
            </a:r>
            <a:r>
              <a:rPr lang="en-US" dirty="0" smtClean="0"/>
              <a:t> </a:t>
            </a:r>
            <a:r>
              <a:rPr lang="en-US" dirty="0" err="1" smtClean="0"/>
              <a:t>sağlar</a:t>
            </a:r>
            <a:r>
              <a:rPr lang="en-US" dirty="0" smtClean="0"/>
              <a:t>. </a:t>
            </a:r>
            <a:endParaRPr lang="tr-TR" dirty="0" smtClean="0"/>
          </a:p>
          <a:p>
            <a:pPr marL="0" indent="0">
              <a:buNone/>
            </a:pPr>
            <a:r>
              <a:rPr lang="en-US" dirty="0" smtClean="0"/>
              <a:t>Bir </a:t>
            </a:r>
            <a:r>
              <a:rPr lang="en-US" dirty="0" err="1" smtClean="0"/>
              <a:t>değer</a:t>
            </a:r>
            <a:r>
              <a:rPr lang="en-US" dirty="0" smtClean="0"/>
              <a:t> </a:t>
            </a:r>
            <a:r>
              <a:rPr lang="en-US" dirty="0" err="1" smtClean="0"/>
              <a:t>tipini</a:t>
            </a:r>
            <a:r>
              <a:rPr lang="en-US" dirty="0" smtClean="0"/>
              <a:t> </a:t>
            </a:r>
            <a:r>
              <a:rPr lang="en-US" dirty="0" err="1" smtClean="0"/>
              <a:t>kutulayınc</a:t>
            </a:r>
            <a:r>
              <a:rPr lang="tr-TR" dirty="0" smtClean="0"/>
              <a:t>a</a:t>
            </a:r>
            <a:r>
              <a:rPr lang="en-US" dirty="0" smtClean="0"/>
              <a:t> </a:t>
            </a:r>
            <a:r>
              <a:rPr lang="en-US" b="1" dirty="0" smtClean="0"/>
              <a:t>object</a:t>
            </a:r>
            <a:r>
              <a:rPr lang="en-US" dirty="0" smtClean="0"/>
              <a:t> </a:t>
            </a:r>
            <a:r>
              <a:rPr lang="en-US" dirty="0" err="1" smtClean="0"/>
              <a:t>sınıfının</a:t>
            </a:r>
            <a:r>
              <a:rPr lang="en-US" dirty="0" smtClean="0"/>
              <a:t> bir </a:t>
            </a:r>
            <a:r>
              <a:rPr lang="en-US" dirty="0" err="1" smtClean="0"/>
              <a:t>nesnesi</a:t>
            </a:r>
            <a:r>
              <a:rPr lang="en-US" dirty="0" smtClean="0"/>
              <a:t> </a:t>
            </a:r>
            <a:r>
              <a:rPr lang="en-US" dirty="0" err="1" smtClean="0"/>
              <a:t>içine</a:t>
            </a:r>
            <a:r>
              <a:rPr lang="en-US" dirty="0" smtClean="0"/>
              <a:t> </a:t>
            </a:r>
            <a:r>
              <a:rPr lang="en-US" b="1" dirty="0" err="1" smtClean="0"/>
              <a:t>gömülür</a:t>
            </a:r>
            <a:r>
              <a:rPr lang="en-US" b="1" dirty="0" smtClean="0"/>
              <a:t>(</a:t>
            </a:r>
            <a:r>
              <a:rPr lang="en-US" b="1" dirty="0" err="1" smtClean="0"/>
              <a:t>paketlenir</a:t>
            </a:r>
            <a:r>
              <a:rPr lang="en-US" dirty="0" smtClean="0"/>
              <a:t>). </a:t>
            </a:r>
            <a:r>
              <a:rPr lang="en-US" dirty="0" err="1" smtClean="0"/>
              <a:t>Böyle</a:t>
            </a:r>
            <a:r>
              <a:rPr lang="en-US" dirty="0" smtClean="0"/>
              <a:t> </a:t>
            </a:r>
            <a:r>
              <a:rPr lang="en-US" dirty="0" err="1" smtClean="0"/>
              <a:t>olunca</a:t>
            </a:r>
            <a:r>
              <a:rPr lang="en-US" dirty="0" smtClean="0"/>
              <a:t> </a:t>
            </a:r>
            <a:r>
              <a:rPr lang="en-US" dirty="0" err="1" smtClean="0"/>
              <a:t>söz</a:t>
            </a:r>
            <a:r>
              <a:rPr lang="en-US" dirty="0" smtClean="0"/>
              <a:t> </a:t>
            </a:r>
            <a:r>
              <a:rPr lang="en-US" dirty="0" err="1" smtClean="0"/>
              <a:t>konusu</a:t>
            </a:r>
            <a:r>
              <a:rPr lang="en-US" dirty="0" smtClean="0"/>
              <a:t> </a:t>
            </a:r>
            <a:r>
              <a:rPr lang="en-US" dirty="0" err="1" smtClean="0"/>
              <a:t>değer</a:t>
            </a:r>
            <a:r>
              <a:rPr lang="en-US" dirty="0" smtClean="0"/>
              <a:t> tipi heap </a:t>
            </a:r>
            <a:r>
              <a:rPr lang="en-US" dirty="0" err="1" smtClean="0"/>
              <a:t>içinde</a:t>
            </a:r>
            <a:r>
              <a:rPr lang="en-US" dirty="0" smtClean="0"/>
              <a:t> </a:t>
            </a:r>
            <a:r>
              <a:rPr lang="en-US" dirty="0" err="1" smtClean="0"/>
              <a:t>depo</a:t>
            </a:r>
            <a:r>
              <a:rPr lang="en-US" dirty="0" smtClean="0"/>
              <a:t> </a:t>
            </a:r>
            <a:r>
              <a:rPr lang="en-US" dirty="0" err="1" smtClean="0"/>
              <a:t>edilmiş</a:t>
            </a:r>
            <a:r>
              <a:rPr lang="en-US" dirty="0" smtClean="0"/>
              <a:t> </a:t>
            </a:r>
            <a:r>
              <a:rPr lang="en-US" dirty="0" err="1" smtClean="0"/>
              <a:t>olur</a:t>
            </a:r>
            <a:r>
              <a:rPr lang="en-US" dirty="0" smtClean="0"/>
              <a:t>. </a:t>
            </a:r>
            <a:r>
              <a:rPr lang="en-US" dirty="0" err="1" smtClean="0"/>
              <a:t>Daha</a:t>
            </a:r>
            <a:r>
              <a:rPr lang="en-US" dirty="0" smtClean="0"/>
              <a:t> </a:t>
            </a:r>
            <a:r>
              <a:rPr lang="en-US" dirty="0" err="1" smtClean="0"/>
              <a:t>önemlisi</a:t>
            </a:r>
            <a:r>
              <a:rPr lang="en-US" dirty="0" smtClean="0"/>
              <a:t>, o </a:t>
            </a:r>
            <a:r>
              <a:rPr lang="en-US" dirty="0" err="1" smtClean="0"/>
              <a:t>değer</a:t>
            </a:r>
            <a:r>
              <a:rPr lang="en-US" dirty="0" smtClean="0"/>
              <a:t> </a:t>
            </a:r>
            <a:r>
              <a:rPr lang="en-US" dirty="0" err="1" smtClean="0"/>
              <a:t>artık</a:t>
            </a:r>
            <a:r>
              <a:rPr lang="en-US" dirty="0" smtClean="0"/>
              <a:t> bir </a:t>
            </a:r>
            <a:r>
              <a:rPr lang="en-US" dirty="0" err="1" smtClean="0"/>
              <a:t>nesne</a:t>
            </a:r>
            <a:r>
              <a:rPr lang="en-US" dirty="0" smtClean="0"/>
              <a:t> </a:t>
            </a:r>
            <a:r>
              <a:rPr lang="en-US" dirty="0" err="1" smtClean="0"/>
              <a:t>gibi</a:t>
            </a:r>
            <a:r>
              <a:rPr lang="en-US" dirty="0" smtClean="0"/>
              <a:t> </a:t>
            </a:r>
            <a:r>
              <a:rPr lang="en-US" dirty="0" err="1" smtClean="0"/>
              <a:t>kullanılabilir</a:t>
            </a:r>
            <a:r>
              <a:rPr lang="en-US" dirty="0" smtClean="0"/>
              <a:t>. </a:t>
            </a:r>
          </a:p>
          <a:p>
            <a:pPr marL="0" indent="0">
              <a:buNone/>
            </a:pPr>
            <a:r>
              <a:rPr lang="en-US" b="1" dirty="0" err="1" smtClean="0"/>
              <a:t>Kutu-açma</a:t>
            </a:r>
            <a:r>
              <a:rPr lang="en-US" b="1" dirty="0" smtClean="0"/>
              <a:t>(unboxing</a:t>
            </a:r>
            <a:r>
              <a:rPr lang="en-US" dirty="0" smtClean="0"/>
              <a:t>) </a:t>
            </a:r>
            <a:r>
              <a:rPr lang="en-US" dirty="0" err="1" smtClean="0"/>
              <a:t>ise</a:t>
            </a:r>
            <a:r>
              <a:rPr lang="en-US" dirty="0" smtClean="0"/>
              <a:t> </a:t>
            </a:r>
            <a:r>
              <a:rPr lang="en-US" dirty="0" err="1" smtClean="0"/>
              <a:t>tersini</a:t>
            </a:r>
            <a:r>
              <a:rPr lang="en-US" dirty="0" smtClean="0"/>
              <a:t> </a:t>
            </a:r>
            <a:r>
              <a:rPr lang="en-US" dirty="0" err="1" smtClean="0"/>
              <a:t>yapar</a:t>
            </a:r>
            <a:r>
              <a:rPr lang="en-US" dirty="0" smtClean="0"/>
              <a:t>. </a:t>
            </a:r>
            <a:r>
              <a:rPr lang="en-US" dirty="0" err="1" smtClean="0"/>
              <a:t>Nesne</a:t>
            </a:r>
            <a:r>
              <a:rPr lang="en-US" dirty="0" smtClean="0"/>
              <a:t> </a:t>
            </a:r>
            <a:r>
              <a:rPr lang="en-US" dirty="0" err="1" smtClean="0"/>
              <a:t>içine</a:t>
            </a:r>
            <a:r>
              <a:rPr lang="en-US" dirty="0" smtClean="0"/>
              <a:t> </a:t>
            </a:r>
            <a:r>
              <a:rPr lang="en-US" dirty="0" err="1" smtClean="0"/>
              <a:t>gömülen</a:t>
            </a:r>
            <a:r>
              <a:rPr lang="en-US" dirty="0" smtClean="0"/>
              <a:t> </a:t>
            </a:r>
            <a:r>
              <a:rPr lang="en-US" dirty="0" err="1" smtClean="0"/>
              <a:t>değeri</a:t>
            </a:r>
            <a:r>
              <a:rPr lang="en-US" dirty="0" smtClean="0"/>
              <a:t> </a:t>
            </a:r>
            <a:r>
              <a:rPr lang="en-US" dirty="0" err="1" smtClean="0"/>
              <a:t>nesnenin</a:t>
            </a:r>
            <a:r>
              <a:rPr lang="en-US" dirty="0" smtClean="0"/>
              <a:t> </a:t>
            </a:r>
            <a:r>
              <a:rPr lang="en-US" dirty="0" err="1" smtClean="0"/>
              <a:t>dışına</a:t>
            </a:r>
            <a:r>
              <a:rPr lang="en-US" dirty="0" smtClean="0"/>
              <a:t> </a:t>
            </a:r>
            <a:r>
              <a:rPr lang="en-US" dirty="0" err="1" smtClean="0"/>
              <a:t>alır</a:t>
            </a:r>
            <a:r>
              <a:rPr lang="en-US" dirty="0" smtClean="0"/>
              <a:t>. </a:t>
            </a:r>
          </a:p>
          <a:p>
            <a:pPr marL="0" indent="0">
              <a:buNone/>
            </a:pPr>
            <a:r>
              <a:rPr lang="en-US" b="1" dirty="0" smtClean="0"/>
              <a:t>n = (</a:t>
            </a:r>
            <a:r>
              <a:rPr lang="en-US" b="1" dirty="0" err="1" smtClean="0"/>
              <a:t>int</a:t>
            </a:r>
            <a:r>
              <a:rPr lang="en-US" b="1" dirty="0" smtClean="0"/>
              <a:t>) </a:t>
            </a:r>
            <a:r>
              <a:rPr lang="en-US" b="1" dirty="0" err="1" smtClean="0"/>
              <a:t>obj</a:t>
            </a:r>
            <a:r>
              <a:rPr lang="en-US" b="1" dirty="0" smtClean="0"/>
              <a:t>; //</a:t>
            </a:r>
            <a:r>
              <a:rPr lang="en-US" b="1" dirty="0" err="1" smtClean="0"/>
              <a:t>kutu-açma</a:t>
            </a:r>
            <a:r>
              <a:rPr lang="en-US" b="1" dirty="0" smtClean="0"/>
              <a:t>(unboxing)</a:t>
            </a:r>
          </a:p>
          <a:p>
            <a:pPr marL="0" indent="0">
              <a:buNone/>
            </a:pPr>
            <a:r>
              <a:rPr lang="en-US" dirty="0" smtClean="0"/>
              <a:t>Bu </a:t>
            </a:r>
            <a:r>
              <a:rPr lang="en-US" dirty="0" err="1" smtClean="0"/>
              <a:t>istemli</a:t>
            </a:r>
            <a:r>
              <a:rPr lang="en-US" dirty="0" smtClean="0"/>
              <a:t>(explicit) bir </a:t>
            </a:r>
            <a:r>
              <a:rPr lang="en-US" dirty="0" err="1" smtClean="0"/>
              <a:t>dönüşümdür</a:t>
            </a:r>
            <a:r>
              <a:rPr lang="en-US" dirty="0" smtClean="0"/>
              <a:t>; </a:t>
            </a:r>
            <a:r>
              <a:rPr lang="en-US" dirty="0" err="1" smtClean="0"/>
              <a:t>daha</a:t>
            </a:r>
            <a:r>
              <a:rPr lang="en-US" dirty="0" smtClean="0"/>
              <a:t> </a:t>
            </a:r>
            <a:r>
              <a:rPr lang="en-US" dirty="0" err="1" smtClean="0"/>
              <a:t>önce</a:t>
            </a:r>
            <a:r>
              <a:rPr lang="en-US" dirty="0" smtClean="0"/>
              <a:t> </a:t>
            </a:r>
            <a:r>
              <a:rPr lang="en-US" dirty="0" err="1" smtClean="0"/>
              <a:t>yaptığımız</a:t>
            </a:r>
            <a:r>
              <a:rPr lang="en-US" dirty="0" smtClean="0"/>
              <a:t> </a:t>
            </a:r>
            <a:r>
              <a:rPr lang="en-US" b="1" dirty="0" smtClean="0"/>
              <a:t>'casting</a:t>
            </a:r>
            <a:r>
              <a:rPr lang="en-US" dirty="0" smtClean="0"/>
              <a:t>' </a:t>
            </a:r>
            <a:r>
              <a:rPr lang="en-US" dirty="0" err="1" smtClean="0"/>
              <a:t>eylemidir</a:t>
            </a:r>
            <a:r>
              <a:rPr lang="en-US" dirty="0" smtClean="0"/>
              <a:t>. </a:t>
            </a:r>
            <a:r>
              <a:rPr lang="en-US" dirty="0" err="1" smtClean="0"/>
              <a:t>obj</a:t>
            </a:r>
            <a:r>
              <a:rPr lang="en-US" dirty="0" smtClean="0"/>
              <a:t> </a:t>
            </a:r>
            <a:r>
              <a:rPr lang="en-US" dirty="0" err="1" smtClean="0"/>
              <a:t>referansının</a:t>
            </a:r>
            <a:r>
              <a:rPr lang="en-US" dirty="0" smtClean="0"/>
              <a:t> </a:t>
            </a:r>
            <a:r>
              <a:rPr lang="en-US" dirty="0" err="1" smtClean="0"/>
              <a:t>işaret</a:t>
            </a:r>
            <a:r>
              <a:rPr lang="en-US" dirty="0" smtClean="0"/>
              <a:t> </a:t>
            </a:r>
            <a:r>
              <a:rPr lang="en-US" dirty="0" err="1" smtClean="0"/>
              <a:t>ettiği</a:t>
            </a:r>
            <a:r>
              <a:rPr lang="en-US" dirty="0" smtClean="0"/>
              <a:t> </a:t>
            </a:r>
            <a:r>
              <a:rPr lang="en-US" dirty="0" err="1" smtClean="0"/>
              <a:t>nesne</a:t>
            </a:r>
            <a:r>
              <a:rPr lang="en-US" dirty="0" smtClean="0"/>
              <a:t> </a:t>
            </a:r>
            <a:r>
              <a:rPr lang="en-US" dirty="0" err="1" smtClean="0"/>
              <a:t>içindeki</a:t>
            </a:r>
            <a:r>
              <a:rPr lang="en-US" dirty="0" smtClean="0"/>
              <a:t> </a:t>
            </a:r>
            <a:r>
              <a:rPr lang="en-US" dirty="0" err="1" smtClean="0"/>
              <a:t>değeri</a:t>
            </a:r>
            <a:r>
              <a:rPr lang="en-US" dirty="0" smtClean="0"/>
              <a:t> </a:t>
            </a:r>
            <a:r>
              <a:rPr lang="en-US" dirty="0" err="1" smtClean="0"/>
              <a:t>int</a:t>
            </a:r>
            <a:r>
              <a:rPr lang="en-US" dirty="0" smtClean="0"/>
              <a:t> </a:t>
            </a:r>
            <a:r>
              <a:rPr lang="en-US" dirty="0" err="1" smtClean="0"/>
              <a:t>tipine</a:t>
            </a:r>
            <a:r>
              <a:rPr lang="en-US" dirty="0" smtClean="0"/>
              <a:t> </a:t>
            </a:r>
            <a:r>
              <a:rPr lang="en-US" dirty="0" err="1" smtClean="0"/>
              <a:t>dönüştürmektedir</a:t>
            </a:r>
            <a:r>
              <a:rPr lang="en-US" dirty="0" smtClean="0"/>
              <a:t>. </a:t>
            </a:r>
          </a:p>
          <a:p>
            <a:pPr marL="0" indent="0">
              <a:buNone/>
            </a:pPr>
            <a:r>
              <a:rPr lang="en-US" b="1" dirty="0" err="1" smtClean="0"/>
              <a:t>Kutulama</a:t>
            </a:r>
            <a:r>
              <a:rPr lang="en-US" b="1" dirty="0" smtClean="0"/>
              <a:t>(boxing</a:t>
            </a:r>
            <a:r>
              <a:rPr lang="en-US" dirty="0" smtClean="0"/>
              <a:t>) </a:t>
            </a:r>
            <a:r>
              <a:rPr lang="en-US" dirty="0" err="1" smtClean="0"/>
              <a:t>ve</a:t>
            </a:r>
            <a:r>
              <a:rPr lang="en-US" dirty="0" smtClean="0"/>
              <a:t> </a:t>
            </a:r>
            <a:r>
              <a:rPr lang="en-US" b="1" dirty="0" err="1" smtClean="0"/>
              <a:t>kutu-açma</a:t>
            </a:r>
            <a:r>
              <a:rPr lang="en-US" b="1" dirty="0" smtClean="0"/>
              <a:t>(unboxing</a:t>
            </a:r>
            <a:r>
              <a:rPr lang="en-US" dirty="0" smtClean="0"/>
              <a:t>) </a:t>
            </a:r>
            <a:r>
              <a:rPr lang="en-US" dirty="0" err="1" smtClean="0"/>
              <a:t>dönüşümleri</a:t>
            </a:r>
            <a:r>
              <a:rPr lang="en-US" dirty="0" smtClean="0"/>
              <a:t> </a:t>
            </a:r>
            <a:r>
              <a:rPr lang="en-US" dirty="0" err="1" smtClean="0"/>
              <a:t>performans</a:t>
            </a:r>
            <a:r>
              <a:rPr lang="en-US" dirty="0" smtClean="0"/>
              <a:t> </a:t>
            </a:r>
            <a:r>
              <a:rPr lang="en-US" dirty="0" err="1" smtClean="0"/>
              <a:t>azaltıcı</a:t>
            </a:r>
            <a:r>
              <a:rPr lang="en-US" dirty="0" smtClean="0"/>
              <a:t> </a:t>
            </a:r>
            <a:r>
              <a:rPr lang="en-US" dirty="0" err="1" smtClean="0"/>
              <a:t>eylemlerdir</a:t>
            </a:r>
            <a:r>
              <a:rPr lang="en-US" dirty="0" smtClean="0"/>
              <a:t>. </a:t>
            </a:r>
            <a:r>
              <a:rPr lang="en-US" dirty="0" err="1" smtClean="0"/>
              <a:t>Çünkü</a:t>
            </a:r>
            <a:r>
              <a:rPr lang="en-US" dirty="0" smtClean="0"/>
              <a:t>, </a:t>
            </a:r>
            <a:r>
              <a:rPr lang="en-US" dirty="0" err="1" smtClean="0"/>
              <a:t>bo</a:t>
            </a:r>
            <a:r>
              <a:rPr lang="tr-TR" b="1" dirty="0" smtClean="0"/>
              <a:t>x</a:t>
            </a:r>
            <a:r>
              <a:rPr lang="en-US" dirty="0" err="1" smtClean="0"/>
              <a:t>ing</a:t>
            </a:r>
            <a:r>
              <a:rPr lang="en-US" dirty="0" smtClean="0"/>
              <a:t> </a:t>
            </a:r>
            <a:r>
              <a:rPr lang="en-US" dirty="0" err="1" smtClean="0"/>
              <a:t>yaparken</a:t>
            </a:r>
            <a:r>
              <a:rPr lang="en-US" dirty="0" smtClean="0"/>
              <a:t> heap </a:t>
            </a:r>
            <a:r>
              <a:rPr lang="en-US" dirty="0" err="1" smtClean="0"/>
              <a:t>içinde</a:t>
            </a:r>
            <a:r>
              <a:rPr lang="en-US" dirty="0" smtClean="0"/>
              <a:t> bir </a:t>
            </a:r>
            <a:r>
              <a:rPr lang="en-US" dirty="0" err="1" smtClean="0"/>
              <a:t>nesne</a:t>
            </a:r>
            <a:r>
              <a:rPr lang="en-US" dirty="0" smtClean="0"/>
              <a:t> </a:t>
            </a:r>
            <a:r>
              <a:rPr lang="en-US" dirty="0" err="1" smtClean="0"/>
              <a:t>oluşturuluyor</a:t>
            </a:r>
            <a:r>
              <a:rPr lang="en-US" dirty="0" smtClean="0"/>
              <a:t>, </a:t>
            </a:r>
            <a:r>
              <a:rPr lang="en-US" dirty="0" err="1" smtClean="0"/>
              <a:t>yani</a:t>
            </a:r>
            <a:r>
              <a:rPr lang="en-US" dirty="0" smtClean="0"/>
              <a:t> </a:t>
            </a:r>
            <a:r>
              <a:rPr lang="en-US" dirty="0" err="1" smtClean="0"/>
              <a:t>ana</a:t>
            </a:r>
            <a:r>
              <a:rPr lang="en-US" dirty="0" smtClean="0"/>
              <a:t> </a:t>
            </a:r>
            <a:r>
              <a:rPr lang="en-US" dirty="0" err="1" smtClean="0"/>
              <a:t>bellekte</a:t>
            </a:r>
            <a:r>
              <a:rPr lang="en-US" dirty="0" smtClean="0"/>
              <a:t> bir </a:t>
            </a:r>
            <a:r>
              <a:rPr lang="en-US" dirty="0" err="1" smtClean="0"/>
              <a:t>yer</a:t>
            </a:r>
            <a:r>
              <a:rPr lang="en-US" dirty="0" smtClean="0"/>
              <a:t> </a:t>
            </a:r>
            <a:r>
              <a:rPr lang="en-US" dirty="0" err="1" smtClean="0"/>
              <a:t>ayrılıyor</a:t>
            </a:r>
            <a:r>
              <a:rPr lang="en-US" dirty="0" smtClean="0"/>
              <a:t> </a:t>
            </a:r>
            <a:r>
              <a:rPr lang="en-US" dirty="0" err="1" smtClean="0"/>
              <a:t>ve</a:t>
            </a:r>
            <a:r>
              <a:rPr lang="en-US" dirty="0" smtClean="0"/>
              <a:t> </a:t>
            </a:r>
            <a:r>
              <a:rPr lang="en-US" dirty="0" err="1" smtClean="0"/>
              <a:t>stack'teki</a:t>
            </a:r>
            <a:r>
              <a:rPr lang="en-US" dirty="0" smtClean="0"/>
              <a:t> </a:t>
            </a:r>
            <a:r>
              <a:rPr lang="en-US" dirty="0" err="1" smtClean="0"/>
              <a:t>değer</a:t>
            </a:r>
            <a:r>
              <a:rPr lang="en-US" dirty="0" smtClean="0"/>
              <a:t> </a:t>
            </a:r>
            <a:r>
              <a:rPr lang="en-US" dirty="0" err="1" smtClean="0"/>
              <a:t>oraya</a:t>
            </a:r>
            <a:r>
              <a:rPr lang="en-US" dirty="0" smtClean="0"/>
              <a:t> </a:t>
            </a:r>
            <a:r>
              <a:rPr lang="en-US" dirty="0" err="1" smtClean="0"/>
              <a:t>kopyalanıyor</a:t>
            </a:r>
            <a:r>
              <a:rPr lang="en-US" dirty="0" smtClean="0"/>
              <a:t>. </a:t>
            </a:r>
          </a:p>
          <a:p>
            <a:pPr marL="0" indent="0">
              <a:buNone/>
            </a:pPr>
            <a:r>
              <a:rPr lang="en-US" b="1" dirty="0" err="1" smtClean="0"/>
              <a:t>Kutu-açma</a:t>
            </a:r>
            <a:r>
              <a:rPr lang="en-US" b="1" dirty="0" smtClean="0"/>
              <a:t>(unboxing</a:t>
            </a:r>
            <a:r>
              <a:rPr lang="en-US" dirty="0" smtClean="0"/>
              <a:t>) </a:t>
            </a:r>
            <a:r>
              <a:rPr lang="en-US" dirty="0" err="1" smtClean="0"/>
              <a:t>eylemi</a:t>
            </a:r>
            <a:r>
              <a:rPr lang="en-US" dirty="0" smtClean="0"/>
              <a:t> </a:t>
            </a:r>
            <a:r>
              <a:rPr lang="en-US" dirty="0" err="1" smtClean="0"/>
              <a:t>biraz</a:t>
            </a:r>
            <a:r>
              <a:rPr lang="en-US" dirty="0" smtClean="0"/>
              <a:t> </a:t>
            </a:r>
            <a:r>
              <a:rPr lang="en-US" dirty="0" err="1" smtClean="0"/>
              <a:t>daha</a:t>
            </a:r>
            <a:r>
              <a:rPr lang="en-US" dirty="0" smtClean="0"/>
              <a:t> </a:t>
            </a:r>
            <a:r>
              <a:rPr lang="en-US" dirty="0" err="1" smtClean="0"/>
              <a:t>az</a:t>
            </a:r>
            <a:r>
              <a:rPr lang="en-US" dirty="0" smtClean="0"/>
              <a:t> </a:t>
            </a:r>
            <a:r>
              <a:rPr lang="en-US" dirty="0" err="1" smtClean="0"/>
              <a:t>olmakla</a:t>
            </a:r>
            <a:r>
              <a:rPr lang="en-US" dirty="0" smtClean="0"/>
              <a:t> </a:t>
            </a:r>
            <a:r>
              <a:rPr lang="en-US" dirty="0" err="1" smtClean="0"/>
              <a:t>birlikte</a:t>
            </a:r>
            <a:r>
              <a:rPr lang="en-US" dirty="0" smtClean="0"/>
              <a:t>, </a:t>
            </a:r>
            <a:r>
              <a:rPr lang="en-US" dirty="0" err="1" smtClean="0"/>
              <a:t>nesneden</a:t>
            </a:r>
            <a:r>
              <a:rPr lang="en-US" dirty="0" smtClean="0"/>
              <a:t> </a:t>
            </a:r>
            <a:r>
              <a:rPr lang="en-US" dirty="0" err="1" smtClean="0"/>
              <a:t>değere</a:t>
            </a:r>
            <a:r>
              <a:rPr lang="en-US" dirty="0" smtClean="0"/>
              <a:t> </a:t>
            </a:r>
            <a:r>
              <a:rPr lang="en-US" b="1" dirty="0" err="1" smtClean="0"/>
              <a:t>dönüşümü</a:t>
            </a:r>
            <a:r>
              <a:rPr lang="en-US" b="1" dirty="0" smtClean="0"/>
              <a:t>(casting</a:t>
            </a:r>
            <a:r>
              <a:rPr lang="en-US" dirty="0" smtClean="0"/>
              <a:t>) </a:t>
            </a:r>
            <a:r>
              <a:rPr lang="en-US" dirty="0" err="1" smtClean="0"/>
              <a:t>için</a:t>
            </a:r>
            <a:r>
              <a:rPr lang="en-US" dirty="0" smtClean="0"/>
              <a:t> bir </a:t>
            </a:r>
            <a:r>
              <a:rPr lang="en-US" dirty="0" err="1" smtClean="0"/>
              <a:t>zaman</a:t>
            </a:r>
            <a:r>
              <a:rPr lang="en-US" dirty="0" smtClean="0"/>
              <a:t> </a:t>
            </a:r>
            <a:r>
              <a:rPr lang="en-US" dirty="0" err="1" smtClean="0"/>
              <a:t>harcar</a:t>
            </a:r>
            <a:r>
              <a:rPr lang="en-US" dirty="0" smtClean="0"/>
              <a:t> </a:t>
            </a:r>
            <a:r>
              <a:rPr lang="en-US" dirty="0" err="1" smtClean="0"/>
              <a:t>ve</a:t>
            </a:r>
            <a:r>
              <a:rPr lang="en-US" dirty="0" smtClean="0"/>
              <a:t> </a:t>
            </a:r>
            <a:r>
              <a:rPr lang="en-US" dirty="0" err="1" smtClean="0"/>
              <a:t>performansı</a:t>
            </a:r>
            <a:r>
              <a:rPr lang="en-US" dirty="0" smtClean="0"/>
              <a:t> </a:t>
            </a:r>
            <a:r>
              <a:rPr lang="en-US" dirty="0" err="1" smtClean="0"/>
              <a:t>düşürür</a:t>
            </a:r>
            <a:r>
              <a:rPr lang="en-US" dirty="0" smtClean="0"/>
              <a:t>. </a:t>
            </a:r>
          </a:p>
          <a:p>
            <a:pPr marL="0" indent="0">
              <a:buNone/>
            </a:pPr>
            <a:endParaRPr lang="en-US" dirty="0"/>
          </a:p>
        </p:txBody>
      </p:sp>
    </p:spTree>
    <p:extLst>
      <p:ext uri="{BB962C8B-B14F-4D97-AF65-F5344CB8AC3E}">
        <p14:creationId xmlns:p14="http://schemas.microsoft.com/office/powerpoint/2010/main" val="843783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a:bodyPr>
          <a:lstStyle/>
          <a:p>
            <a:pPr marL="0" indent="0">
              <a:buNone/>
            </a:pPr>
            <a:r>
              <a:rPr lang="en-US" dirty="0" err="1" smtClean="0"/>
              <a:t>Listeden</a:t>
            </a:r>
            <a:r>
              <a:rPr lang="en-US" dirty="0" smtClean="0"/>
              <a:t> </a:t>
            </a:r>
            <a:r>
              <a:rPr lang="en-US" dirty="0" err="1" smtClean="0"/>
              <a:t>farklı</a:t>
            </a:r>
            <a:r>
              <a:rPr lang="en-US" dirty="0" smtClean="0"/>
              <a:t> </a:t>
            </a:r>
            <a:r>
              <a:rPr lang="en-US" dirty="0" err="1" smtClean="0"/>
              <a:t>türdeki</a:t>
            </a:r>
            <a:r>
              <a:rPr lang="en-US" dirty="0" smtClean="0"/>
              <a:t> </a:t>
            </a:r>
            <a:r>
              <a:rPr lang="en-US" dirty="0" err="1" smtClean="0"/>
              <a:t>nesnelerimizi</a:t>
            </a:r>
            <a:r>
              <a:rPr lang="en-US" dirty="0" smtClean="0"/>
              <a:t> </a:t>
            </a:r>
            <a:r>
              <a:rPr lang="en-US" dirty="0" err="1" smtClean="0"/>
              <a:t>çağırmak</a:t>
            </a:r>
            <a:r>
              <a:rPr lang="en-US" dirty="0" smtClean="0"/>
              <a:t> </a:t>
            </a:r>
            <a:r>
              <a:rPr lang="en-US" dirty="0" err="1" smtClean="0"/>
              <a:t>istediğimizde</a:t>
            </a:r>
            <a:r>
              <a:rPr lang="en-US" dirty="0" smtClean="0"/>
              <a:t> </a:t>
            </a:r>
            <a:r>
              <a:rPr lang="en-US" dirty="0" err="1" smtClean="0"/>
              <a:t>ise</a:t>
            </a:r>
            <a:r>
              <a:rPr lang="en-US" dirty="0" smtClean="0"/>
              <a:t> </a:t>
            </a:r>
            <a:r>
              <a:rPr lang="en-US" b="1" dirty="0" smtClean="0"/>
              <a:t>Cast</a:t>
            </a:r>
            <a:r>
              <a:rPr lang="en-US" dirty="0" smtClean="0"/>
              <a:t> </a:t>
            </a:r>
            <a:r>
              <a:rPr lang="en-US" dirty="0" err="1" smtClean="0"/>
              <a:t>ederek</a:t>
            </a:r>
            <a:r>
              <a:rPr lang="en-US" dirty="0" smtClean="0"/>
              <a:t> </a:t>
            </a:r>
            <a:r>
              <a:rPr lang="en-US" dirty="0" err="1" smtClean="0"/>
              <a:t>ilgili</a:t>
            </a:r>
            <a:r>
              <a:rPr lang="en-US" dirty="0" smtClean="0"/>
              <a:t> </a:t>
            </a:r>
            <a:r>
              <a:rPr lang="en-US" dirty="0" err="1" smtClean="0"/>
              <a:t>tipe</a:t>
            </a:r>
            <a:r>
              <a:rPr lang="en-US" dirty="0" smtClean="0"/>
              <a:t> </a:t>
            </a:r>
            <a:r>
              <a:rPr lang="en-US" dirty="0" err="1" smtClean="0"/>
              <a:t>atama</a:t>
            </a:r>
            <a:r>
              <a:rPr lang="en-US" dirty="0" smtClean="0"/>
              <a:t> </a:t>
            </a:r>
            <a:r>
              <a:rPr lang="en-US" dirty="0" err="1" smtClean="0"/>
              <a:t>işlemi</a:t>
            </a:r>
            <a:r>
              <a:rPr lang="en-US" dirty="0" smtClean="0"/>
              <a:t> </a:t>
            </a:r>
            <a:r>
              <a:rPr lang="en-US" dirty="0" err="1" smtClean="0"/>
              <a:t>yapılırdı</a:t>
            </a:r>
            <a:r>
              <a:rPr lang="en-US" dirty="0" smtClean="0"/>
              <a:t>.</a:t>
            </a:r>
          </a:p>
          <a:p>
            <a:pPr marL="0" indent="0">
              <a:buNone/>
            </a:pPr>
            <a:r>
              <a:rPr lang="en-US" dirty="0" err="1" smtClean="0"/>
              <a:t>Tabii</a:t>
            </a:r>
            <a:r>
              <a:rPr lang="en-US" dirty="0" smtClean="0"/>
              <a:t> </a:t>
            </a:r>
            <a:r>
              <a:rPr lang="en-US" b="1" dirty="0" smtClean="0"/>
              <a:t>Object</a:t>
            </a:r>
            <a:r>
              <a:rPr lang="en-US" dirty="0" smtClean="0"/>
              <a:t> </a:t>
            </a:r>
            <a:r>
              <a:rPr lang="en-US" dirty="0" err="1" smtClean="0"/>
              <a:t>ve</a:t>
            </a:r>
            <a:r>
              <a:rPr lang="en-US" dirty="0" smtClean="0"/>
              <a:t> </a:t>
            </a:r>
            <a:r>
              <a:rPr lang="en-US" b="1" dirty="0" smtClean="0"/>
              <a:t>Raw</a:t>
            </a:r>
            <a:r>
              <a:rPr lang="en-US" dirty="0" smtClean="0"/>
              <a:t> </a:t>
            </a:r>
            <a:r>
              <a:rPr lang="en-US" dirty="0" err="1" smtClean="0"/>
              <a:t>ile</a:t>
            </a:r>
            <a:r>
              <a:rPr lang="en-US" dirty="0" smtClean="0"/>
              <a:t> </a:t>
            </a:r>
            <a:r>
              <a:rPr lang="en-US" dirty="0" err="1" smtClean="0"/>
              <a:t>kullanım</a:t>
            </a:r>
            <a:r>
              <a:rPr lang="en-US" dirty="0" smtClean="0"/>
              <a:t> </a:t>
            </a:r>
            <a:r>
              <a:rPr lang="en-US" dirty="0" err="1" smtClean="0"/>
              <a:t>oldukça</a:t>
            </a:r>
            <a:r>
              <a:rPr lang="en-US" dirty="0" smtClean="0"/>
              <a:t> </a:t>
            </a:r>
            <a:r>
              <a:rPr lang="en-US" dirty="0" err="1" smtClean="0"/>
              <a:t>tehlikeli</a:t>
            </a:r>
            <a:r>
              <a:rPr lang="en-US" dirty="0" smtClean="0"/>
              <a:t> bir </a:t>
            </a:r>
            <a:r>
              <a:rPr lang="en-US" dirty="0" err="1" smtClean="0"/>
              <a:t>işlemdi</a:t>
            </a:r>
            <a:r>
              <a:rPr lang="en-US" dirty="0" smtClean="0"/>
              <a:t>. </a:t>
            </a:r>
            <a:r>
              <a:rPr lang="en-US" dirty="0" err="1" smtClean="0"/>
              <a:t>Çünkü</a:t>
            </a:r>
            <a:r>
              <a:rPr lang="en-US" dirty="0" smtClean="0"/>
              <a:t> </a:t>
            </a:r>
            <a:r>
              <a:rPr lang="en-US" dirty="0" err="1" smtClean="0"/>
              <a:t>fütursuzca</a:t>
            </a:r>
            <a:r>
              <a:rPr lang="en-US" dirty="0" smtClean="0"/>
              <a:t> </a:t>
            </a:r>
            <a:r>
              <a:rPr lang="en-US" dirty="0" err="1" smtClean="0"/>
              <a:t>kullanımda</a:t>
            </a:r>
            <a:r>
              <a:rPr lang="en-US" dirty="0" smtClean="0"/>
              <a:t> </a:t>
            </a:r>
            <a:r>
              <a:rPr lang="en-US" dirty="0" err="1" smtClean="0"/>
              <a:t>çalışma</a:t>
            </a:r>
            <a:r>
              <a:rPr lang="en-US" dirty="0" smtClean="0"/>
              <a:t> </a:t>
            </a:r>
            <a:r>
              <a:rPr lang="en-US" dirty="0" err="1" smtClean="0"/>
              <a:t>zamanında</a:t>
            </a:r>
            <a:r>
              <a:rPr lang="en-US" dirty="0" smtClean="0"/>
              <a:t> </a:t>
            </a:r>
            <a:r>
              <a:rPr lang="en-US" b="1" dirty="0" err="1" smtClean="0"/>
              <a:t>RuntimeException</a:t>
            </a:r>
            <a:r>
              <a:rPr lang="en-US" dirty="0" smtClean="0"/>
              <a:t> </a:t>
            </a:r>
            <a:r>
              <a:rPr lang="en-US" dirty="0" err="1" smtClean="0"/>
              <a:t>almamız</a:t>
            </a:r>
            <a:r>
              <a:rPr lang="en-US" dirty="0" smtClean="0"/>
              <a:t> </a:t>
            </a:r>
            <a:r>
              <a:rPr lang="en-US" dirty="0" err="1" smtClean="0"/>
              <a:t>kaçınılmazdı</a:t>
            </a:r>
            <a:r>
              <a:rPr lang="en-US" dirty="0" smtClean="0"/>
              <a:t>.</a:t>
            </a:r>
          </a:p>
          <a:p>
            <a:pPr marL="0" indent="0">
              <a:buNone/>
            </a:pPr>
            <a:r>
              <a:rPr lang="en-US" dirty="0" err="1" smtClean="0"/>
              <a:t>Aşağıdaki</a:t>
            </a:r>
            <a:r>
              <a:rPr lang="en-US" dirty="0" smtClean="0"/>
              <a:t> </a:t>
            </a:r>
            <a:r>
              <a:rPr lang="en-US" dirty="0" err="1" smtClean="0"/>
              <a:t>kodda</a:t>
            </a:r>
            <a:r>
              <a:rPr lang="en-US" dirty="0" smtClean="0"/>
              <a:t> </a:t>
            </a:r>
            <a:r>
              <a:rPr lang="en-US" dirty="0" err="1" smtClean="0"/>
              <a:t>çalışma</a:t>
            </a:r>
            <a:r>
              <a:rPr lang="en-US" dirty="0" smtClean="0"/>
              <a:t> </a:t>
            </a:r>
            <a:r>
              <a:rPr lang="en-US" dirty="0" err="1" smtClean="0"/>
              <a:t>zamanında</a:t>
            </a:r>
            <a:r>
              <a:rPr lang="en-US" dirty="0" smtClean="0"/>
              <a:t> </a:t>
            </a:r>
            <a:r>
              <a:rPr lang="en-US" b="1" dirty="0" err="1" smtClean="0"/>
              <a:t>ClassCastException</a:t>
            </a:r>
            <a:r>
              <a:rPr lang="en-US" dirty="0" smtClean="0"/>
              <a:t> </a:t>
            </a:r>
            <a:r>
              <a:rPr lang="en-US" dirty="0" err="1" smtClean="0"/>
              <a:t>hatasını</a:t>
            </a:r>
            <a:r>
              <a:rPr lang="en-US" dirty="0" smtClean="0"/>
              <a:t> </a:t>
            </a:r>
            <a:r>
              <a:rPr lang="en-US" dirty="0" err="1" smtClean="0"/>
              <a:t>alırız</a:t>
            </a:r>
            <a:r>
              <a:rPr lang="en-US" dirty="0" smtClean="0"/>
              <a:t>.</a:t>
            </a:r>
            <a:endParaRPr lang="tr-TR" dirty="0" smtClean="0"/>
          </a:p>
          <a:p>
            <a:pPr marL="0" indent="0">
              <a:buNone/>
            </a:pPr>
            <a:r>
              <a:rPr lang="en-US" dirty="0"/>
              <a:t>List </a:t>
            </a:r>
            <a:r>
              <a:rPr lang="en-US" dirty="0" err="1"/>
              <a:t>list</a:t>
            </a:r>
            <a:r>
              <a:rPr lang="en-US" dirty="0"/>
              <a:t> = new </a:t>
            </a:r>
            <a:r>
              <a:rPr lang="en-US" dirty="0" err="1"/>
              <a:t>ArrayList</a:t>
            </a:r>
            <a:r>
              <a:rPr lang="en-US" dirty="0"/>
              <a:t>()</a:t>
            </a:r>
            <a:r>
              <a:rPr lang="en-US" b="1" dirty="0"/>
              <a:t>;</a:t>
            </a:r>
            <a:br>
              <a:rPr lang="en-US" b="1" dirty="0"/>
            </a:br>
            <a:r>
              <a:rPr lang="en-US" dirty="0" err="1"/>
              <a:t>list.add</a:t>
            </a:r>
            <a:r>
              <a:rPr lang="en-US" dirty="0"/>
              <a:t>("</a:t>
            </a:r>
            <a:r>
              <a:rPr lang="en-US" dirty="0" err="1"/>
              <a:t>Merhaba</a:t>
            </a:r>
            <a:r>
              <a:rPr lang="en-US" dirty="0"/>
              <a:t> </a:t>
            </a:r>
            <a:r>
              <a:rPr lang="en-US" dirty="0" err="1"/>
              <a:t>Dünya</a:t>
            </a:r>
            <a:r>
              <a:rPr lang="en-US" dirty="0"/>
              <a:t>")</a:t>
            </a:r>
            <a:r>
              <a:rPr lang="en-US" b="1" dirty="0"/>
              <a:t>;</a:t>
            </a:r>
            <a:br>
              <a:rPr lang="en-US" b="1" dirty="0"/>
            </a:br>
            <a:r>
              <a:rPr lang="en-US" dirty="0" err="1"/>
              <a:t>list.add</a:t>
            </a:r>
            <a:r>
              <a:rPr lang="en-US" dirty="0"/>
              <a:t>(123)</a:t>
            </a:r>
            <a:r>
              <a:rPr lang="en-US" b="1" dirty="0"/>
              <a:t>;</a:t>
            </a:r>
            <a:br>
              <a:rPr lang="en-US" b="1" dirty="0"/>
            </a:br>
            <a:r>
              <a:rPr lang="en-US" dirty="0"/>
              <a:t>for (</a:t>
            </a:r>
            <a:r>
              <a:rPr lang="en-US" dirty="0" err="1"/>
              <a:t>int</a:t>
            </a:r>
            <a:r>
              <a:rPr lang="en-US" dirty="0"/>
              <a:t> </a:t>
            </a:r>
            <a:r>
              <a:rPr lang="en-US" dirty="0" err="1"/>
              <a:t>i</a:t>
            </a:r>
            <a:r>
              <a:rPr lang="en-US" dirty="0"/>
              <a:t> = 0</a:t>
            </a:r>
            <a:r>
              <a:rPr lang="en-US" b="1" dirty="0"/>
              <a:t>; </a:t>
            </a:r>
            <a:r>
              <a:rPr lang="en-US" dirty="0" err="1"/>
              <a:t>i</a:t>
            </a:r>
            <a:r>
              <a:rPr lang="en-US" dirty="0"/>
              <a:t> &lt; </a:t>
            </a:r>
            <a:r>
              <a:rPr lang="en-US" dirty="0" err="1"/>
              <a:t>list.size</a:t>
            </a:r>
            <a:r>
              <a:rPr lang="en-US" dirty="0"/>
              <a:t>()</a:t>
            </a:r>
            <a:r>
              <a:rPr lang="en-US" b="1" dirty="0"/>
              <a:t>; </a:t>
            </a:r>
            <a:r>
              <a:rPr lang="en-US" dirty="0" err="1"/>
              <a:t>i</a:t>
            </a:r>
            <a:r>
              <a:rPr lang="en-US" dirty="0"/>
              <a:t>++) {</a:t>
            </a:r>
            <a:r>
              <a:rPr lang="en-US" dirty="0" smtClean="0"/>
              <a:t/>
            </a:r>
            <a:br>
              <a:rPr lang="en-US" dirty="0" smtClean="0"/>
            </a:br>
            <a:r>
              <a:rPr lang="en-US" b="1" dirty="0"/>
              <a:t>String </a:t>
            </a:r>
            <a:r>
              <a:rPr lang="en-US" b="1" dirty="0" err="1"/>
              <a:t>string</a:t>
            </a:r>
            <a:r>
              <a:rPr lang="en-US" b="1" dirty="0"/>
              <a:t> = (String) </a:t>
            </a:r>
            <a:r>
              <a:rPr lang="en-US" b="1" dirty="0" err="1"/>
              <a:t>list.get</a:t>
            </a:r>
            <a:r>
              <a:rPr lang="en-US" b="1" dirty="0"/>
              <a:t>(</a:t>
            </a:r>
            <a:r>
              <a:rPr lang="en-US" b="1" dirty="0" err="1"/>
              <a:t>i</a:t>
            </a:r>
            <a:r>
              <a:rPr lang="en-US" b="1" dirty="0"/>
              <a:t>);</a:t>
            </a:r>
            <a:br>
              <a:rPr lang="en-US" b="1" dirty="0"/>
            </a:br>
            <a:r>
              <a:rPr lang="en-US" dirty="0" smtClean="0"/>
              <a:t>}</a:t>
            </a:r>
            <a:endParaRPr lang="tr-TR" dirty="0" smtClean="0"/>
          </a:p>
          <a:p>
            <a:pPr marL="0" indent="0">
              <a:buNone/>
            </a:pPr>
            <a:r>
              <a:rPr lang="en-US" b="1" dirty="0"/>
              <a:t>Generic </a:t>
            </a:r>
            <a:r>
              <a:rPr lang="en-US" b="1" dirty="0" err="1"/>
              <a:t>Sonrası</a:t>
            </a:r>
            <a:endParaRPr lang="en-US" b="1" dirty="0"/>
          </a:p>
          <a:p>
            <a:pPr marL="0" indent="0">
              <a:buNone/>
            </a:pPr>
            <a:r>
              <a:rPr lang="en-US" dirty="0"/>
              <a:t>2004'de Java 5 </a:t>
            </a:r>
            <a:r>
              <a:rPr lang="en-US" dirty="0" err="1"/>
              <a:t>çıktığında</a:t>
            </a:r>
            <a:r>
              <a:rPr lang="en-US" dirty="0"/>
              <a:t> </a:t>
            </a:r>
            <a:r>
              <a:rPr lang="en-US" dirty="0" err="1"/>
              <a:t>beraberinde</a:t>
            </a:r>
            <a:r>
              <a:rPr lang="en-US" dirty="0"/>
              <a:t> </a:t>
            </a:r>
            <a:r>
              <a:rPr lang="en-US" dirty="0" err="1"/>
              <a:t>çok</a:t>
            </a:r>
            <a:r>
              <a:rPr lang="en-US" dirty="0"/>
              <a:t> </a:t>
            </a:r>
            <a:r>
              <a:rPr lang="en-US" dirty="0" err="1"/>
              <a:t>önemli</a:t>
            </a:r>
            <a:r>
              <a:rPr lang="en-US" dirty="0"/>
              <a:t> </a:t>
            </a:r>
            <a:r>
              <a:rPr lang="en-US" dirty="0" err="1"/>
              <a:t>özellikler</a:t>
            </a:r>
            <a:r>
              <a:rPr lang="en-US" dirty="0"/>
              <a:t> </a:t>
            </a:r>
            <a:r>
              <a:rPr lang="en-US" dirty="0" err="1"/>
              <a:t>geldi</a:t>
            </a:r>
            <a:r>
              <a:rPr lang="en-US" dirty="0"/>
              <a:t>. </a:t>
            </a:r>
            <a:r>
              <a:rPr lang="en-US" b="1" dirty="0" err="1"/>
              <a:t>Autoboxing</a:t>
            </a:r>
            <a:r>
              <a:rPr lang="en-US" dirty="0"/>
              <a:t> </a:t>
            </a:r>
            <a:r>
              <a:rPr lang="en-US" b="1" dirty="0"/>
              <a:t>Unboxing</a:t>
            </a:r>
            <a:r>
              <a:rPr lang="en-US" dirty="0"/>
              <a:t>, </a:t>
            </a:r>
            <a:r>
              <a:rPr lang="en-US" b="1" dirty="0" err="1"/>
              <a:t>Foreach</a:t>
            </a:r>
            <a:r>
              <a:rPr lang="en-US" dirty="0"/>
              <a:t>, </a:t>
            </a:r>
            <a:r>
              <a:rPr lang="en-US" b="1" dirty="0"/>
              <a:t>Static Import, Concurrency </a:t>
            </a:r>
            <a:r>
              <a:rPr lang="en-US" dirty="0" err="1"/>
              <a:t>iyileştirmeleri</a:t>
            </a:r>
            <a:r>
              <a:rPr lang="en-US" dirty="0"/>
              <a:t> vs.</a:t>
            </a:r>
          </a:p>
          <a:p>
            <a:pPr marL="0" indent="0">
              <a:buNone/>
            </a:pPr>
            <a:endParaRPr lang="en-US" dirty="0"/>
          </a:p>
        </p:txBody>
      </p:sp>
    </p:spTree>
    <p:extLst>
      <p:ext uri="{BB962C8B-B14F-4D97-AF65-F5344CB8AC3E}">
        <p14:creationId xmlns:p14="http://schemas.microsoft.com/office/powerpoint/2010/main" val="3573816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270" y="176270"/>
            <a:ext cx="11788048" cy="6681730"/>
          </a:xfrm>
        </p:spPr>
        <p:txBody>
          <a:bodyPr>
            <a:noAutofit/>
          </a:bodyPr>
          <a:lstStyle/>
          <a:p>
            <a:pPr marL="0" indent="0">
              <a:buNone/>
            </a:pPr>
            <a:r>
              <a:rPr lang="tr-TR" b="1" dirty="0" smtClean="0"/>
              <a:t>Stack ve Heap Nedir?</a:t>
            </a:r>
          </a:p>
          <a:p>
            <a:r>
              <a:rPr lang="en-US" b="1" dirty="0"/>
              <a:t>Stack</a:t>
            </a:r>
            <a:r>
              <a:rPr lang="en-US" dirty="0"/>
              <a:t> </a:t>
            </a:r>
            <a:r>
              <a:rPr lang="en-US" dirty="0" err="1"/>
              <a:t>ve</a:t>
            </a:r>
            <a:r>
              <a:rPr lang="en-US" dirty="0"/>
              <a:t> </a:t>
            </a:r>
            <a:r>
              <a:rPr lang="en-US" b="1" dirty="0"/>
              <a:t>Heap </a:t>
            </a:r>
            <a:r>
              <a:rPr lang="en-US" dirty="0" err="1"/>
              <a:t>kavramlarından</a:t>
            </a:r>
            <a:r>
              <a:rPr lang="en-US" dirty="0"/>
              <a:t> </a:t>
            </a:r>
            <a:r>
              <a:rPr lang="en-US" dirty="0" err="1"/>
              <a:t>kısaca</a:t>
            </a:r>
            <a:r>
              <a:rPr lang="en-US" dirty="0"/>
              <a:t> </a:t>
            </a:r>
            <a:r>
              <a:rPr lang="en-US" dirty="0" err="1"/>
              <a:t>bahsetmek</a:t>
            </a:r>
            <a:r>
              <a:rPr lang="en-US" dirty="0"/>
              <a:t> </a:t>
            </a:r>
            <a:r>
              <a:rPr lang="en-US" dirty="0" err="1"/>
              <a:t>gerekirse</a:t>
            </a:r>
            <a:r>
              <a:rPr lang="en-US" dirty="0"/>
              <a:t>, </a:t>
            </a:r>
            <a:r>
              <a:rPr lang="en-US" dirty="0" err="1"/>
              <a:t>ram’in</a:t>
            </a:r>
            <a:r>
              <a:rPr lang="en-US" dirty="0"/>
              <a:t> </a:t>
            </a:r>
            <a:r>
              <a:rPr lang="en-US" b="1" dirty="0" err="1"/>
              <a:t>mantıksal</a:t>
            </a:r>
            <a:r>
              <a:rPr lang="en-US" dirty="0"/>
              <a:t> </a:t>
            </a:r>
            <a:r>
              <a:rPr lang="en-US" dirty="0" err="1"/>
              <a:t>bölümleridir</a:t>
            </a:r>
            <a:r>
              <a:rPr lang="en-US" dirty="0"/>
              <a:t> </a:t>
            </a:r>
            <a:r>
              <a:rPr lang="en-US" dirty="0" err="1"/>
              <a:t>diyebiliriz</a:t>
            </a:r>
            <a:r>
              <a:rPr lang="en-US" dirty="0" smtClean="0"/>
              <a:t>.</a:t>
            </a:r>
            <a:endParaRPr lang="tr-TR" dirty="0" smtClean="0"/>
          </a:p>
          <a:p>
            <a:r>
              <a:rPr lang="en-US" dirty="0" smtClean="0"/>
              <a:t> </a:t>
            </a:r>
            <a:r>
              <a:rPr lang="en-US" dirty="0" err="1"/>
              <a:t>Stack’de</a:t>
            </a:r>
            <a:r>
              <a:rPr lang="en-US" dirty="0"/>
              <a:t> </a:t>
            </a:r>
            <a:r>
              <a:rPr lang="en-US" b="1" dirty="0" err="1"/>
              <a:t>değer</a:t>
            </a:r>
            <a:r>
              <a:rPr lang="en-US" dirty="0"/>
              <a:t> </a:t>
            </a:r>
            <a:r>
              <a:rPr lang="en-US" b="1" dirty="0" err="1"/>
              <a:t>tipleri</a:t>
            </a:r>
            <a:r>
              <a:rPr lang="en-US" dirty="0"/>
              <a:t>, pointer </a:t>
            </a:r>
            <a:r>
              <a:rPr lang="en-US" dirty="0" err="1"/>
              <a:t>ve</a:t>
            </a:r>
            <a:r>
              <a:rPr lang="en-US" dirty="0"/>
              <a:t> </a:t>
            </a:r>
            <a:r>
              <a:rPr lang="en-US" dirty="0" err="1"/>
              <a:t>adresler</a:t>
            </a:r>
            <a:r>
              <a:rPr lang="en-US" dirty="0"/>
              <a:t> </a:t>
            </a:r>
            <a:r>
              <a:rPr lang="en-US" dirty="0" err="1"/>
              <a:t>saklanırken</a:t>
            </a:r>
            <a:r>
              <a:rPr lang="en-US" dirty="0"/>
              <a:t>, </a:t>
            </a:r>
            <a:r>
              <a:rPr lang="en-US" dirty="0" err="1"/>
              <a:t>Heap’de</a:t>
            </a:r>
            <a:r>
              <a:rPr lang="en-US" dirty="0"/>
              <a:t> </a:t>
            </a:r>
            <a:r>
              <a:rPr lang="en-US" dirty="0" err="1"/>
              <a:t>ise</a:t>
            </a:r>
            <a:r>
              <a:rPr lang="en-US" dirty="0"/>
              <a:t> </a:t>
            </a:r>
            <a:r>
              <a:rPr lang="en-US" b="1" dirty="0" err="1"/>
              <a:t>referans</a:t>
            </a:r>
            <a:r>
              <a:rPr lang="en-US" b="1" dirty="0"/>
              <a:t> </a:t>
            </a:r>
            <a:r>
              <a:rPr lang="en-US" b="1" dirty="0" err="1"/>
              <a:t>değerleri</a:t>
            </a:r>
            <a:r>
              <a:rPr lang="en-US" dirty="0"/>
              <a:t> </a:t>
            </a:r>
            <a:r>
              <a:rPr lang="en-US" dirty="0" err="1"/>
              <a:t>saklanmaktadır</a:t>
            </a:r>
            <a:r>
              <a:rPr lang="en-US" dirty="0"/>
              <a:t>.</a:t>
            </a:r>
          </a:p>
          <a:p>
            <a:r>
              <a:rPr lang="en-US" dirty="0" err="1"/>
              <a:t>Stack’e</a:t>
            </a:r>
            <a:r>
              <a:rPr lang="en-US" dirty="0"/>
              <a:t> </a:t>
            </a:r>
            <a:r>
              <a:rPr lang="en-US" dirty="0" err="1"/>
              <a:t>erişim</a:t>
            </a:r>
            <a:r>
              <a:rPr lang="en-US" dirty="0"/>
              <a:t> </a:t>
            </a:r>
            <a:r>
              <a:rPr lang="en-US" dirty="0" err="1"/>
              <a:t>Heap’den</a:t>
            </a:r>
            <a:r>
              <a:rPr lang="en-US" dirty="0"/>
              <a:t> </a:t>
            </a:r>
            <a:r>
              <a:rPr lang="en-US" dirty="0" err="1"/>
              <a:t>daha</a:t>
            </a:r>
            <a:r>
              <a:rPr lang="en-US" dirty="0"/>
              <a:t> </a:t>
            </a:r>
            <a:r>
              <a:rPr lang="en-US" dirty="0" err="1"/>
              <a:t>hızlıdır</a:t>
            </a:r>
            <a:r>
              <a:rPr lang="en-US" dirty="0"/>
              <a:t> </a:t>
            </a:r>
            <a:r>
              <a:rPr lang="en-US" dirty="0" err="1"/>
              <a:t>ve</a:t>
            </a:r>
            <a:r>
              <a:rPr lang="en-US" dirty="0"/>
              <a:t> Stack, </a:t>
            </a:r>
            <a:r>
              <a:rPr lang="en-US" b="1" dirty="0"/>
              <a:t>LIFO</a:t>
            </a:r>
            <a:r>
              <a:rPr lang="en-US" dirty="0"/>
              <a:t> (Last-In-First-Out) </a:t>
            </a:r>
            <a:r>
              <a:rPr lang="en-US" dirty="0" err="1"/>
              <a:t>mantığında</a:t>
            </a:r>
            <a:r>
              <a:rPr lang="en-US" dirty="0"/>
              <a:t> </a:t>
            </a:r>
            <a:r>
              <a:rPr lang="en-US" dirty="0" err="1"/>
              <a:t>çalışmaktadır</a:t>
            </a:r>
            <a:r>
              <a:rPr lang="en-US" dirty="0"/>
              <a:t>. </a:t>
            </a:r>
            <a:r>
              <a:rPr lang="en-US" dirty="0" err="1"/>
              <a:t>Yani</a:t>
            </a:r>
            <a:r>
              <a:rPr lang="en-US" dirty="0"/>
              <a:t> son </a:t>
            </a:r>
            <a:r>
              <a:rPr lang="en-US" dirty="0" err="1"/>
              <a:t>gelen</a:t>
            </a:r>
            <a:r>
              <a:rPr lang="en-US" dirty="0"/>
              <a:t> ilk </a:t>
            </a:r>
            <a:r>
              <a:rPr lang="en-US" dirty="0" err="1"/>
              <a:t>olarak</a:t>
            </a:r>
            <a:r>
              <a:rPr lang="en-US" dirty="0"/>
              <a:t> </a:t>
            </a:r>
            <a:r>
              <a:rPr lang="en-US" dirty="0" err="1"/>
              <a:t>çıkar</a:t>
            </a:r>
            <a:r>
              <a:rPr lang="en-US" dirty="0" smtClean="0"/>
              <a:t>.</a:t>
            </a:r>
            <a:endParaRPr lang="tr-TR" dirty="0" smtClean="0"/>
          </a:p>
          <a:p>
            <a:r>
              <a:rPr lang="en-US" dirty="0" smtClean="0"/>
              <a:t> </a:t>
            </a:r>
            <a:r>
              <a:rPr lang="en-US" dirty="0"/>
              <a:t>Bu </a:t>
            </a:r>
            <a:r>
              <a:rPr lang="en-US" dirty="0" err="1"/>
              <a:t>sebep</a:t>
            </a:r>
            <a:r>
              <a:rPr lang="en-US" dirty="0"/>
              <a:t> </a:t>
            </a:r>
            <a:r>
              <a:rPr lang="en-US" dirty="0" err="1"/>
              <a:t>ile</a:t>
            </a:r>
            <a:r>
              <a:rPr lang="en-US" dirty="0"/>
              <a:t> </a:t>
            </a:r>
            <a:r>
              <a:rPr lang="en-US" dirty="0" err="1"/>
              <a:t>aradan</a:t>
            </a:r>
            <a:r>
              <a:rPr lang="en-US" dirty="0"/>
              <a:t> </a:t>
            </a:r>
            <a:r>
              <a:rPr lang="en-US" dirty="0" err="1"/>
              <a:t>herhangi</a:t>
            </a:r>
            <a:r>
              <a:rPr lang="en-US" dirty="0"/>
              <a:t> bir </a:t>
            </a:r>
            <a:r>
              <a:rPr lang="en-US" dirty="0" err="1"/>
              <a:t>eleman</a:t>
            </a:r>
            <a:r>
              <a:rPr lang="en-US" dirty="0"/>
              <a:t> </a:t>
            </a:r>
            <a:r>
              <a:rPr lang="en-US" dirty="0" err="1"/>
              <a:t>çıkartamazsınız</a:t>
            </a:r>
            <a:r>
              <a:rPr lang="en-US" dirty="0"/>
              <a:t>, </a:t>
            </a:r>
            <a:r>
              <a:rPr lang="en-US" dirty="0" err="1"/>
              <a:t>birbirleri</a:t>
            </a:r>
            <a:r>
              <a:rPr lang="en-US" dirty="0"/>
              <a:t> </a:t>
            </a:r>
            <a:r>
              <a:rPr lang="en-US" dirty="0" err="1"/>
              <a:t>ile</a:t>
            </a:r>
            <a:r>
              <a:rPr lang="en-US" dirty="0"/>
              <a:t> </a:t>
            </a:r>
            <a:r>
              <a:rPr lang="en-US" dirty="0" err="1"/>
              <a:t>ilişki</a:t>
            </a:r>
            <a:r>
              <a:rPr lang="en-US" dirty="0"/>
              <a:t> </a:t>
            </a:r>
            <a:r>
              <a:rPr lang="en-US" dirty="0" err="1"/>
              <a:t>içerisindedirler</a:t>
            </a:r>
            <a:r>
              <a:rPr lang="en-US" dirty="0"/>
              <a:t>.</a:t>
            </a:r>
          </a:p>
          <a:p>
            <a:r>
              <a:rPr lang="en-US" b="1" dirty="0" err="1"/>
              <a:t>Struct</a:t>
            </a:r>
            <a:r>
              <a:rPr lang="en-US" dirty="0"/>
              <a:t> </a:t>
            </a:r>
            <a:r>
              <a:rPr lang="en-US" dirty="0" err="1"/>
              <a:t>tipindeki</a:t>
            </a:r>
            <a:r>
              <a:rPr lang="en-US" dirty="0"/>
              <a:t> </a:t>
            </a:r>
            <a:r>
              <a:rPr lang="en-US" dirty="0" err="1"/>
              <a:t>değişkenler</a:t>
            </a:r>
            <a:r>
              <a:rPr lang="en-US" dirty="0"/>
              <a:t> </a:t>
            </a:r>
            <a:r>
              <a:rPr lang="en-US" dirty="0" err="1"/>
              <a:t>değer</a:t>
            </a:r>
            <a:r>
              <a:rPr lang="en-US" dirty="0"/>
              <a:t> </a:t>
            </a:r>
            <a:r>
              <a:rPr lang="en-US" dirty="0" err="1"/>
              <a:t>tipleridir</a:t>
            </a:r>
            <a:r>
              <a:rPr lang="en-US" dirty="0"/>
              <a:t> </a:t>
            </a:r>
            <a:r>
              <a:rPr lang="en-US" dirty="0" err="1"/>
              <a:t>ve</a:t>
            </a:r>
            <a:r>
              <a:rPr lang="en-US" dirty="0"/>
              <a:t> </a:t>
            </a:r>
            <a:r>
              <a:rPr lang="en-US" b="1" dirty="0"/>
              <a:t>Stack</a:t>
            </a:r>
            <a:r>
              <a:rPr lang="en-US" dirty="0"/>
              <a:t> </a:t>
            </a:r>
            <a:r>
              <a:rPr lang="en-US" dirty="0" err="1"/>
              <a:t>içerisinde</a:t>
            </a:r>
            <a:r>
              <a:rPr lang="en-US" dirty="0"/>
              <a:t> </a:t>
            </a:r>
            <a:r>
              <a:rPr lang="en-US" dirty="0" err="1"/>
              <a:t>saklanmaktadır</a:t>
            </a:r>
            <a:r>
              <a:rPr lang="en-US" dirty="0"/>
              <a:t>. </a:t>
            </a:r>
            <a:endParaRPr lang="tr-TR" dirty="0" smtClean="0"/>
          </a:p>
          <a:p>
            <a:r>
              <a:rPr lang="en-US" b="1" dirty="0" smtClean="0"/>
              <a:t>Class</a:t>
            </a:r>
            <a:r>
              <a:rPr lang="en-US" dirty="0"/>
              <a:t> </a:t>
            </a:r>
            <a:r>
              <a:rPr lang="en-US" dirty="0" err="1"/>
              <a:t>tipindeki</a:t>
            </a:r>
            <a:r>
              <a:rPr lang="en-US" dirty="0"/>
              <a:t> </a:t>
            </a:r>
            <a:r>
              <a:rPr lang="en-US" dirty="0" err="1"/>
              <a:t>değişkenler</a:t>
            </a:r>
            <a:r>
              <a:rPr lang="en-US" dirty="0"/>
              <a:t> </a:t>
            </a:r>
            <a:r>
              <a:rPr lang="en-US" dirty="0" err="1"/>
              <a:t>ise</a:t>
            </a:r>
            <a:r>
              <a:rPr lang="en-US" dirty="0"/>
              <a:t> </a:t>
            </a:r>
            <a:r>
              <a:rPr lang="en-US" b="1" dirty="0" err="1"/>
              <a:t>referans</a:t>
            </a:r>
            <a:r>
              <a:rPr lang="en-US" dirty="0"/>
              <a:t> </a:t>
            </a:r>
            <a:r>
              <a:rPr lang="en-US" dirty="0" err="1"/>
              <a:t>tipleridir</a:t>
            </a:r>
            <a:r>
              <a:rPr lang="en-US" dirty="0"/>
              <a:t> </a:t>
            </a:r>
            <a:r>
              <a:rPr lang="en-US" dirty="0" err="1"/>
              <a:t>ve</a:t>
            </a:r>
            <a:r>
              <a:rPr lang="en-US" dirty="0"/>
              <a:t> </a:t>
            </a:r>
            <a:r>
              <a:rPr lang="en-US" dirty="0" err="1"/>
              <a:t>referansları</a:t>
            </a:r>
            <a:r>
              <a:rPr lang="en-US" dirty="0"/>
              <a:t> </a:t>
            </a:r>
            <a:r>
              <a:rPr lang="en-US" b="1" dirty="0" err="1"/>
              <a:t>Stack’de</a:t>
            </a:r>
            <a:r>
              <a:rPr lang="en-US" dirty="0"/>
              <a:t> </a:t>
            </a:r>
            <a:r>
              <a:rPr lang="en-US" dirty="0" err="1"/>
              <a:t>kendisi</a:t>
            </a:r>
            <a:r>
              <a:rPr lang="en-US" dirty="0"/>
              <a:t> </a:t>
            </a:r>
            <a:r>
              <a:rPr lang="en-US" dirty="0" err="1"/>
              <a:t>ise</a:t>
            </a:r>
            <a:r>
              <a:rPr lang="en-US" dirty="0"/>
              <a:t> </a:t>
            </a:r>
            <a:r>
              <a:rPr lang="en-US" b="1" dirty="0" err="1"/>
              <a:t>Heap’de</a:t>
            </a:r>
            <a:r>
              <a:rPr lang="en-US" dirty="0"/>
              <a:t> </a:t>
            </a:r>
            <a:r>
              <a:rPr lang="en-US" dirty="0" err="1"/>
              <a:t>saklanır</a:t>
            </a:r>
            <a:r>
              <a:rPr lang="en-US" dirty="0"/>
              <a:t>.</a:t>
            </a:r>
          </a:p>
          <a:p>
            <a:pPr marL="0" indent="0">
              <a:buNone/>
            </a:pPr>
            <a:endParaRPr lang="tr-TR" sz="2400" dirty="0" smtClean="0"/>
          </a:p>
          <a:p>
            <a:pPr marL="0" indent="0">
              <a:buNone/>
            </a:pPr>
            <a:endParaRPr lang="tr-TR" sz="2400" dirty="0" smtClean="0"/>
          </a:p>
          <a:p>
            <a:pPr marL="0" indent="0">
              <a:buNone/>
            </a:pPr>
            <a:endParaRPr lang="tr-TR" sz="2400" dirty="0"/>
          </a:p>
          <a:p>
            <a:pPr marL="0" indent="0">
              <a:buNone/>
            </a:pPr>
            <a:endParaRPr lang="tr-TR" sz="2400" dirty="0"/>
          </a:p>
        </p:txBody>
      </p:sp>
    </p:spTree>
    <p:extLst>
      <p:ext uri="{BB962C8B-B14F-4D97-AF65-F5344CB8AC3E}">
        <p14:creationId xmlns:p14="http://schemas.microsoft.com/office/powerpoint/2010/main" val="2110065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77500" lnSpcReduction="20000"/>
          </a:bodyPr>
          <a:lstStyle/>
          <a:p>
            <a:pPr marL="0" indent="0">
              <a:buNone/>
            </a:pPr>
            <a:r>
              <a:rPr lang="tr-TR" b="1" dirty="0" smtClean="0"/>
              <a:t>Generic’ler </a:t>
            </a:r>
            <a:r>
              <a:rPr lang="en-US" b="1" dirty="0" err="1" smtClean="0"/>
              <a:t>Nasıl</a:t>
            </a:r>
            <a:r>
              <a:rPr lang="en-US" b="1" dirty="0" smtClean="0"/>
              <a:t> </a:t>
            </a:r>
            <a:r>
              <a:rPr lang="en-US" b="1" dirty="0" err="1"/>
              <a:t>kullanılır</a:t>
            </a:r>
            <a:r>
              <a:rPr lang="en-US" b="1" dirty="0"/>
              <a:t>?</a:t>
            </a:r>
          </a:p>
          <a:p>
            <a:pPr marL="0" indent="0">
              <a:buNone/>
            </a:pPr>
            <a:r>
              <a:rPr lang="en-US" b="1" dirty="0"/>
              <a:t>Generics</a:t>
            </a:r>
            <a:r>
              <a:rPr lang="en-US" dirty="0"/>
              <a:t> </a:t>
            </a:r>
            <a:r>
              <a:rPr lang="en-US" dirty="0" err="1"/>
              <a:t>ifadeler</a:t>
            </a:r>
            <a:r>
              <a:rPr lang="en-US" dirty="0"/>
              <a:t> </a:t>
            </a:r>
            <a:r>
              <a:rPr lang="en-US" b="1" dirty="0"/>
              <a:t>Interface, Class, </a:t>
            </a:r>
            <a:r>
              <a:rPr lang="en-US" b="1" dirty="0" err="1"/>
              <a:t>Metohod’larda</a:t>
            </a:r>
            <a:r>
              <a:rPr lang="en-US" b="1" dirty="0"/>
              <a:t> </a:t>
            </a:r>
            <a:r>
              <a:rPr lang="en-US" dirty="0" err="1"/>
              <a:t>kullanılabilir</a:t>
            </a:r>
            <a:r>
              <a:rPr lang="en-US" dirty="0"/>
              <a:t>.</a:t>
            </a:r>
          </a:p>
          <a:p>
            <a:pPr marL="0" indent="0">
              <a:buNone/>
            </a:pPr>
            <a:r>
              <a:rPr lang="en-US" b="1" dirty="0" smtClean="0"/>
              <a:t>// Interface </a:t>
            </a:r>
            <a:r>
              <a:rPr lang="en-US" b="1" dirty="0" err="1" smtClean="0"/>
              <a:t>ile</a:t>
            </a:r>
            <a:r>
              <a:rPr lang="en-US" b="1" dirty="0" smtClean="0"/>
              <a:t> </a:t>
            </a:r>
            <a:r>
              <a:rPr lang="en-US" b="1" dirty="0" err="1" smtClean="0"/>
              <a:t>kullanım</a:t>
            </a:r>
            <a:endParaRPr lang="en-US" b="1" dirty="0" smtClean="0"/>
          </a:p>
          <a:p>
            <a:pPr marL="0" indent="0">
              <a:buNone/>
            </a:pPr>
            <a:r>
              <a:rPr lang="en-US" dirty="0" smtClean="0"/>
              <a:t>public interface Comparable&lt;T&gt; {</a:t>
            </a:r>
          </a:p>
          <a:p>
            <a:pPr marL="0" indent="0">
              <a:buNone/>
            </a:pPr>
            <a:r>
              <a:rPr lang="en-US" dirty="0" smtClean="0"/>
              <a:t>    public </a:t>
            </a:r>
            <a:r>
              <a:rPr lang="en-US" dirty="0" err="1" smtClean="0"/>
              <a:t>int</a:t>
            </a:r>
            <a:r>
              <a:rPr lang="en-US" dirty="0" smtClean="0"/>
              <a:t> </a:t>
            </a:r>
            <a:r>
              <a:rPr lang="en-US" dirty="0" err="1" smtClean="0"/>
              <a:t>compareTo</a:t>
            </a:r>
            <a:r>
              <a:rPr lang="en-US" dirty="0" smtClean="0"/>
              <a:t>(T object);</a:t>
            </a:r>
          </a:p>
          <a:p>
            <a:pPr marL="0" indent="0">
              <a:buNone/>
            </a:pPr>
            <a:r>
              <a:rPr lang="en-US" dirty="0" smtClean="0"/>
              <a:t>}</a:t>
            </a:r>
          </a:p>
          <a:p>
            <a:pPr marL="0" indent="0">
              <a:buNone/>
            </a:pPr>
            <a:r>
              <a:rPr lang="en-US" b="1" dirty="0" smtClean="0"/>
              <a:t>// Class </a:t>
            </a:r>
            <a:r>
              <a:rPr lang="en-US" b="1" dirty="0" err="1" smtClean="0"/>
              <a:t>ile</a:t>
            </a:r>
            <a:r>
              <a:rPr lang="en-US" b="1" dirty="0" smtClean="0"/>
              <a:t> </a:t>
            </a:r>
            <a:r>
              <a:rPr lang="en-US" b="1" dirty="0" err="1" smtClean="0"/>
              <a:t>kullanım</a:t>
            </a:r>
            <a:endParaRPr lang="en-US" b="1" dirty="0" smtClean="0"/>
          </a:p>
          <a:p>
            <a:pPr marL="0" indent="0">
              <a:buNone/>
            </a:pPr>
            <a:r>
              <a:rPr lang="en-US" dirty="0" smtClean="0"/>
              <a:t>public class Printer&lt;T&gt; {</a:t>
            </a:r>
          </a:p>
          <a:p>
            <a:pPr marL="0" indent="0">
              <a:buNone/>
            </a:pPr>
            <a:r>
              <a:rPr lang="en-US" dirty="0" smtClean="0"/>
              <a:t>    public void print(T object) {</a:t>
            </a:r>
          </a:p>
          <a:p>
            <a:pPr marL="0" indent="0">
              <a:buNone/>
            </a:pPr>
            <a:r>
              <a:rPr lang="en-US" dirty="0" smtClean="0"/>
              <a:t>        </a:t>
            </a:r>
            <a:r>
              <a:rPr lang="en-US" dirty="0" err="1" smtClean="0"/>
              <a:t>System.out.println</a:t>
            </a:r>
            <a:r>
              <a:rPr lang="en-US" dirty="0" smtClean="0"/>
              <a:t>(object);</a:t>
            </a:r>
          </a:p>
          <a:p>
            <a:pPr marL="0" indent="0">
              <a:buNone/>
            </a:pPr>
            <a:r>
              <a:rPr lang="en-US" dirty="0" smtClean="0"/>
              <a:t>    }</a:t>
            </a:r>
          </a:p>
          <a:p>
            <a:pPr marL="0" indent="0">
              <a:buNone/>
            </a:pPr>
            <a:r>
              <a:rPr lang="en-US" dirty="0" smtClean="0"/>
              <a:t>}</a:t>
            </a:r>
          </a:p>
          <a:p>
            <a:pPr marL="0" indent="0">
              <a:buNone/>
            </a:pPr>
            <a:r>
              <a:rPr lang="en-US" b="1" dirty="0" smtClean="0"/>
              <a:t>// Method </a:t>
            </a:r>
            <a:r>
              <a:rPr lang="en-US" b="1" dirty="0" err="1" smtClean="0"/>
              <a:t>ile</a:t>
            </a:r>
            <a:r>
              <a:rPr lang="en-US" b="1" dirty="0" smtClean="0"/>
              <a:t> </a:t>
            </a:r>
            <a:r>
              <a:rPr lang="en-US" b="1" dirty="0" err="1" smtClean="0"/>
              <a:t>kullanım</a:t>
            </a:r>
            <a:r>
              <a:rPr lang="en-US" b="1" dirty="0" smtClean="0"/>
              <a:t> -1</a:t>
            </a:r>
          </a:p>
          <a:p>
            <a:pPr marL="0" indent="0">
              <a:buNone/>
            </a:pPr>
            <a:r>
              <a:rPr lang="en-US" dirty="0" smtClean="0"/>
              <a:t>public &lt;T&gt; T </a:t>
            </a:r>
            <a:r>
              <a:rPr lang="en-US" dirty="0" err="1" smtClean="0"/>
              <a:t>myGenericMethod</a:t>
            </a:r>
            <a:r>
              <a:rPr lang="en-US" dirty="0" smtClean="0"/>
              <a:t>(){</a:t>
            </a:r>
          </a:p>
          <a:p>
            <a:pPr marL="0" indent="0">
              <a:buNone/>
            </a:pPr>
            <a:r>
              <a:rPr lang="en-US" dirty="0" smtClean="0"/>
              <a:t>    T object = null;</a:t>
            </a:r>
          </a:p>
          <a:p>
            <a:pPr marL="0" indent="0">
              <a:buNone/>
            </a:pPr>
            <a:r>
              <a:rPr lang="en-US" dirty="0" smtClean="0"/>
              <a:t>    //***</a:t>
            </a:r>
          </a:p>
          <a:p>
            <a:pPr marL="0" indent="0">
              <a:buNone/>
            </a:pPr>
            <a:r>
              <a:rPr lang="en-US" dirty="0" smtClean="0"/>
              <a:t>    return object;</a:t>
            </a:r>
          </a:p>
          <a:p>
            <a:pPr marL="0" indent="0">
              <a:buNone/>
            </a:pPr>
            <a:r>
              <a:rPr lang="en-US" dirty="0" smtClean="0"/>
              <a:t>}</a:t>
            </a:r>
          </a:p>
        </p:txBody>
      </p:sp>
    </p:spTree>
    <p:extLst>
      <p:ext uri="{BB962C8B-B14F-4D97-AF65-F5344CB8AC3E}">
        <p14:creationId xmlns:p14="http://schemas.microsoft.com/office/powerpoint/2010/main" val="15743494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lstStyle/>
          <a:p>
            <a:pPr marL="0" indent="0">
              <a:buNone/>
            </a:pPr>
            <a:r>
              <a:rPr lang="en-US" b="1" dirty="0" smtClean="0"/>
              <a:t>// Method </a:t>
            </a:r>
            <a:r>
              <a:rPr lang="en-US" b="1" dirty="0" err="1" smtClean="0"/>
              <a:t>ile</a:t>
            </a:r>
            <a:r>
              <a:rPr lang="en-US" b="1" dirty="0" smtClean="0"/>
              <a:t> </a:t>
            </a:r>
            <a:r>
              <a:rPr lang="en-US" b="1" dirty="0" err="1" smtClean="0"/>
              <a:t>kullanım</a:t>
            </a:r>
            <a:r>
              <a:rPr lang="en-US" b="1" dirty="0" smtClean="0"/>
              <a:t> -2</a:t>
            </a:r>
          </a:p>
          <a:p>
            <a:pPr marL="0" indent="0">
              <a:buNone/>
            </a:pPr>
            <a:r>
              <a:rPr lang="en-US" dirty="0" smtClean="0"/>
              <a:t>public &lt;T&gt; T </a:t>
            </a:r>
            <a:r>
              <a:rPr lang="en-US" dirty="0" err="1" smtClean="0"/>
              <a:t>myGenericMethodWithParameter</a:t>
            </a:r>
            <a:r>
              <a:rPr lang="en-US" dirty="0" smtClean="0"/>
              <a:t>(T object){</a:t>
            </a:r>
          </a:p>
          <a:p>
            <a:pPr marL="0" indent="0">
              <a:buNone/>
            </a:pPr>
            <a:r>
              <a:rPr lang="en-US" dirty="0" smtClean="0"/>
              <a:t>    return object;</a:t>
            </a:r>
          </a:p>
          <a:p>
            <a:pPr marL="0" indent="0">
              <a:buNone/>
            </a:pPr>
            <a:r>
              <a:rPr lang="en-US" dirty="0" smtClean="0"/>
              <a:t>}</a:t>
            </a:r>
          </a:p>
          <a:p>
            <a:pPr marL="0" indent="0">
              <a:buNone/>
            </a:pPr>
            <a:r>
              <a:rPr lang="en-US" b="1" dirty="0" smtClean="0"/>
              <a:t>// Method </a:t>
            </a:r>
            <a:r>
              <a:rPr lang="en-US" b="1" dirty="0" err="1" smtClean="0"/>
              <a:t>ile</a:t>
            </a:r>
            <a:r>
              <a:rPr lang="en-US" b="1" dirty="0" smtClean="0"/>
              <a:t> </a:t>
            </a:r>
            <a:r>
              <a:rPr lang="en-US" b="1" dirty="0" err="1" smtClean="0"/>
              <a:t>kullanım</a:t>
            </a:r>
            <a:r>
              <a:rPr lang="en-US" b="1" dirty="0" smtClean="0"/>
              <a:t> -3</a:t>
            </a:r>
          </a:p>
          <a:p>
            <a:pPr marL="0" indent="0">
              <a:buNone/>
            </a:pPr>
            <a:r>
              <a:rPr lang="en-US" dirty="0" smtClean="0"/>
              <a:t>public &lt;T&gt; void </a:t>
            </a:r>
            <a:r>
              <a:rPr lang="en-US" dirty="0" err="1" smtClean="0"/>
              <a:t>myGenericVoidMethod</a:t>
            </a:r>
            <a:r>
              <a:rPr lang="en-US" dirty="0" smtClean="0"/>
              <a:t>(T object){</a:t>
            </a:r>
          </a:p>
          <a:p>
            <a:pPr marL="0" indent="0">
              <a:buNone/>
            </a:pPr>
            <a:r>
              <a:rPr lang="en-US" dirty="0" smtClean="0"/>
              <a:t>    </a:t>
            </a:r>
            <a:r>
              <a:rPr lang="en-US" dirty="0" err="1" smtClean="0"/>
              <a:t>System.out.println</a:t>
            </a:r>
            <a:r>
              <a:rPr lang="en-US" dirty="0" smtClean="0"/>
              <a:t>(object);</a:t>
            </a:r>
          </a:p>
          <a:p>
            <a:pPr marL="0" indent="0">
              <a:buNone/>
            </a:pPr>
            <a:r>
              <a:rPr lang="en-US" dirty="0" smtClean="0"/>
              <a:t>}</a:t>
            </a:r>
            <a:endParaRPr lang="tr-TR" dirty="0" smtClean="0"/>
          </a:p>
          <a:p>
            <a:pPr marL="0" indent="0">
              <a:buNone/>
            </a:pPr>
            <a:r>
              <a:rPr lang="en-US" b="1" dirty="0"/>
              <a:t>Generics </a:t>
            </a:r>
            <a:r>
              <a:rPr lang="en-US" b="1" dirty="0" err="1"/>
              <a:t>Avantajları</a:t>
            </a:r>
            <a:r>
              <a:rPr lang="en-US" b="1" dirty="0"/>
              <a:t>, </a:t>
            </a:r>
            <a:r>
              <a:rPr lang="en-US" b="1" dirty="0" err="1"/>
              <a:t>Neden</a:t>
            </a:r>
            <a:r>
              <a:rPr lang="en-US" b="1" dirty="0"/>
              <a:t> </a:t>
            </a:r>
            <a:r>
              <a:rPr lang="en-US" b="1" dirty="0" err="1"/>
              <a:t>kullanmalıyız</a:t>
            </a:r>
            <a:r>
              <a:rPr lang="en-US" b="1" dirty="0"/>
              <a:t>?</a:t>
            </a:r>
          </a:p>
          <a:p>
            <a:pPr marL="0" indent="0">
              <a:buNone/>
            </a:pPr>
            <a:r>
              <a:rPr lang="en-US" b="1" dirty="0" err="1"/>
              <a:t>Genericler</a:t>
            </a:r>
            <a:r>
              <a:rPr lang="en-US" dirty="0"/>
              <a:t> </a:t>
            </a:r>
            <a:r>
              <a:rPr lang="en-US" dirty="0" err="1"/>
              <a:t>uygulamalarınızda</a:t>
            </a:r>
            <a:r>
              <a:rPr lang="en-US" dirty="0"/>
              <a:t> </a:t>
            </a:r>
            <a:r>
              <a:rPr lang="en-US" dirty="0" err="1"/>
              <a:t>ki</a:t>
            </a:r>
            <a:r>
              <a:rPr lang="en-US" dirty="0"/>
              <a:t> </a:t>
            </a:r>
            <a:r>
              <a:rPr lang="en-US" dirty="0" err="1"/>
              <a:t>hataları</a:t>
            </a:r>
            <a:r>
              <a:rPr lang="en-US" dirty="0"/>
              <a:t> </a:t>
            </a:r>
            <a:r>
              <a:rPr lang="en-US" dirty="0" err="1"/>
              <a:t>minimuma</a:t>
            </a:r>
            <a:r>
              <a:rPr lang="en-US" dirty="0"/>
              <a:t> </a:t>
            </a:r>
            <a:r>
              <a:rPr lang="en-US" dirty="0" err="1"/>
              <a:t>indirmeyi</a:t>
            </a:r>
            <a:r>
              <a:rPr lang="en-US" dirty="0"/>
              <a:t> </a:t>
            </a:r>
            <a:r>
              <a:rPr lang="en-US" dirty="0" err="1"/>
              <a:t>amaçlar</a:t>
            </a:r>
            <a:r>
              <a:rPr lang="en-US" dirty="0"/>
              <a:t>. </a:t>
            </a:r>
            <a:r>
              <a:rPr lang="en-US" dirty="0" err="1"/>
              <a:t>Özellikle</a:t>
            </a:r>
            <a:r>
              <a:rPr lang="en-US" dirty="0"/>
              <a:t> Runtime </a:t>
            </a:r>
            <a:r>
              <a:rPr lang="en-US" dirty="0" err="1"/>
              <a:t>sırasında</a:t>
            </a:r>
            <a:r>
              <a:rPr lang="en-US" dirty="0"/>
              <a:t> </a:t>
            </a:r>
            <a:r>
              <a:rPr lang="en-US" dirty="0" err="1"/>
              <a:t>oluşacak</a:t>
            </a:r>
            <a:r>
              <a:rPr lang="en-US" dirty="0"/>
              <a:t> </a:t>
            </a:r>
            <a:r>
              <a:rPr lang="en-US" b="1" dirty="0" err="1"/>
              <a:t>ClassCastException</a:t>
            </a:r>
            <a:r>
              <a:rPr lang="en-US" dirty="0"/>
              <a:t> </a:t>
            </a:r>
            <a:r>
              <a:rPr lang="en-US" dirty="0" err="1"/>
              <a:t>hatalarını</a:t>
            </a:r>
            <a:r>
              <a:rPr lang="en-US" dirty="0"/>
              <a:t> </a:t>
            </a:r>
            <a:r>
              <a:rPr lang="en-US" dirty="0" err="1"/>
              <a:t>derleme</a:t>
            </a:r>
            <a:r>
              <a:rPr lang="en-US" dirty="0"/>
              <a:t> </a:t>
            </a:r>
            <a:r>
              <a:rPr lang="en-US" dirty="0" err="1"/>
              <a:t>sırasında</a:t>
            </a:r>
            <a:r>
              <a:rPr lang="en-US" dirty="0"/>
              <a:t> </a:t>
            </a:r>
            <a:r>
              <a:rPr lang="en-US" dirty="0" err="1"/>
              <a:t>yakalayabiliriz</a:t>
            </a:r>
            <a:r>
              <a:rPr lang="en-US" dirty="0"/>
              <a:t>.</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802632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92500" lnSpcReduction="10000"/>
          </a:bodyPr>
          <a:lstStyle/>
          <a:p>
            <a:pPr marL="0" indent="0">
              <a:buNone/>
            </a:pPr>
            <a:r>
              <a:rPr lang="en-US" dirty="0" err="1"/>
              <a:t>Yukarıda</a:t>
            </a:r>
            <a:r>
              <a:rPr lang="en-US" dirty="0"/>
              <a:t> </a:t>
            </a:r>
            <a:r>
              <a:rPr lang="en-US" b="1" dirty="0" err="1"/>
              <a:t>ClassCastException</a:t>
            </a:r>
            <a:r>
              <a:rPr lang="en-US" dirty="0"/>
              <a:t> </a:t>
            </a:r>
            <a:r>
              <a:rPr lang="en-US" dirty="0" err="1"/>
              <a:t>hatasını</a:t>
            </a:r>
            <a:r>
              <a:rPr lang="en-US" dirty="0"/>
              <a:t> </a:t>
            </a:r>
            <a:r>
              <a:rPr lang="en-US" dirty="0" err="1"/>
              <a:t>aldığımız</a:t>
            </a:r>
            <a:r>
              <a:rPr lang="en-US" dirty="0"/>
              <a:t> </a:t>
            </a:r>
            <a:r>
              <a:rPr lang="en-US" dirty="0" err="1"/>
              <a:t>kodu</a:t>
            </a:r>
            <a:r>
              <a:rPr lang="en-US" dirty="0"/>
              <a:t> </a:t>
            </a:r>
            <a:r>
              <a:rPr lang="en-US" dirty="0" err="1"/>
              <a:t>hatırlayalım</a:t>
            </a:r>
            <a:r>
              <a:rPr lang="en-US" dirty="0"/>
              <a:t>. </a:t>
            </a:r>
            <a:r>
              <a:rPr lang="en-US" dirty="0" err="1"/>
              <a:t>Ve</a:t>
            </a:r>
            <a:r>
              <a:rPr lang="en-US" dirty="0"/>
              <a:t> </a:t>
            </a:r>
            <a:r>
              <a:rPr lang="en-US" dirty="0" err="1"/>
              <a:t>oradaki</a:t>
            </a:r>
            <a:r>
              <a:rPr lang="en-US" dirty="0"/>
              <a:t> </a:t>
            </a:r>
            <a:r>
              <a:rPr lang="en-US" dirty="0" err="1"/>
              <a:t>kod</a:t>
            </a:r>
            <a:r>
              <a:rPr lang="en-US" dirty="0"/>
              <a:t> </a:t>
            </a:r>
            <a:r>
              <a:rPr lang="en-US" dirty="0" err="1"/>
              <a:t>bloğunu</a:t>
            </a:r>
            <a:r>
              <a:rPr lang="en-US" dirty="0"/>
              <a:t> </a:t>
            </a:r>
            <a:r>
              <a:rPr lang="en-US" b="1" dirty="0"/>
              <a:t>Generic</a:t>
            </a:r>
            <a:r>
              <a:rPr lang="en-US" dirty="0"/>
              <a:t> </a:t>
            </a:r>
            <a:r>
              <a:rPr lang="en-US" dirty="0" err="1"/>
              <a:t>ifadeler</a:t>
            </a:r>
            <a:r>
              <a:rPr lang="en-US" dirty="0"/>
              <a:t> </a:t>
            </a:r>
            <a:r>
              <a:rPr lang="en-US" dirty="0" err="1"/>
              <a:t>kullanarak</a:t>
            </a:r>
            <a:r>
              <a:rPr lang="en-US" dirty="0"/>
              <a:t> </a:t>
            </a:r>
            <a:r>
              <a:rPr lang="en-US" dirty="0" err="1"/>
              <a:t>yeniden</a:t>
            </a:r>
            <a:r>
              <a:rPr lang="en-US" dirty="0"/>
              <a:t> </a:t>
            </a:r>
            <a:r>
              <a:rPr lang="en-US" dirty="0" err="1"/>
              <a:t>yazalım</a:t>
            </a:r>
            <a:r>
              <a:rPr lang="en-US" dirty="0" smtClean="0"/>
              <a:t>.</a:t>
            </a:r>
            <a:endParaRPr lang="tr-TR" dirty="0" smtClean="0"/>
          </a:p>
          <a:p>
            <a:pPr marL="0" indent="0">
              <a:buNone/>
            </a:pPr>
            <a:r>
              <a:rPr lang="en-US" b="1" dirty="0"/>
              <a:t>// Generic </a:t>
            </a:r>
            <a:r>
              <a:rPr lang="en-US" b="1" dirty="0" err="1"/>
              <a:t>ifadeler</a:t>
            </a:r>
            <a:r>
              <a:rPr lang="en-US" b="1" dirty="0"/>
              <a:t> </a:t>
            </a:r>
            <a:r>
              <a:rPr lang="en-US" b="1" dirty="0" err="1"/>
              <a:t>kullanılarak</a:t>
            </a:r>
            <a:r>
              <a:rPr lang="en-US" dirty="0" smtClean="0"/>
              <a:t/>
            </a:r>
            <a:br>
              <a:rPr lang="en-US" dirty="0" smtClean="0"/>
            </a:br>
            <a:r>
              <a:rPr lang="en-US" dirty="0"/>
              <a:t>List&lt;String&gt; list = new </a:t>
            </a:r>
            <a:r>
              <a:rPr lang="en-US" dirty="0" err="1"/>
              <a:t>ArrayList</a:t>
            </a:r>
            <a:r>
              <a:rPr lang="en-US" dirty="0"/>
              <a:t>&lt;String&gt;()</a:t>
            </a:r>
            <a:r>
              <a:rPr lang="en-US" b="1" dirty="0"/>
              <a:t>;</a:t>
            </a:r>
            <a:br>
              <a:rPr lang="en-US" b="1" dirty="0"/>
            </a:br>
            <a:r>
              <a:rPr lang="en-US" dirty="0" err="1"/>
              <a:t>list.add</a:t>
            </a:r>
            <a:r>
              <a:rPr lang="en-US" dirty="0"/>
              <a:t>("</a:t>
            </a:r>
            <a:r>
              <a:rPr lang="en-US" dirty="0" err="1"/>
              <a:t>Merhaba</a:t>
            </a:r>
            <a:r>
              <a:rPr lang="en-US" dirty="0"/>
              <a:t> </a:t>
            </a:r>
            <a:r>
              <a:rPr lang="en-US" dirty="0" err="1"/>
              <a:t>Dünya</a:t>
            </a:r>
            <a:r>
              <a:rPr lang="en-US" dirty="0"/>
              <a:t>")</a:t>
            </a:r>
            <a:r>
              <a:rPr lang="en-US" b="1" dirty="0"/>
              <a:t>;</a:t>
            </a:r>
            <a:br>
              <a:rPr lang="en-US" b="1" dirty="0"/>
            </a:br>
            <a:r>
              <a:rPr lang="en-US" dirty="0" err="1"/>
              <a:t>list.add</a:t>
            </a:r>
            <a:r>
              <a:rPr lang="en-US" dirty="0"/>
              <a:t>(123)</a:t>
            </a:r>
            <a:r>
              <a:rPr lang="en-US" b="1" dirty="0"/>
              <a:t>;</a:t>
            </a:r>
            <a:br>
              <a:rPr lang="en-US" b="1" dirty="0"/>
            </a:br>
            <a:r>
              <a:rPr lang="en-US" dirty="0"/>
              <a:t>for (</a:t>
            </a:r>
            <a:r>
              <a:rPr lang="en-US" dirty="0" err="1"/>
              <a:t>int</a:t>
            </a:r>
            <a:r>
              <a:rPr lang="en-US" dirty="0"/>
              <a:t> </a:t>
            </a:r>
            <a:r>
              <a:rPr lang="en-US" dirty="0" err="1"/>
              <a:t>i</a:t>
            </a:r>
            <a:r>
              <a:rPr lang="en-US" dirty="0"/>
              <a:t> = 0</a:t>
            </a:r>
            <a:r>
              <a:rPr lang="en-US" b="1" dirty="0"/>
              <a:t>; </a:t>
            </a:r>
            <a:r>
              <a:rPr lang="en-US" dirty="0" err="1"/>
              <a:t>i</a:t>
            </a:r>
            <a:r>
              <a:rPr lang="en-US" dirty="0"/>
              <a:t> &lt; </a:t>
            </a:r>
            <a:r>
              <a:rPr lang="en-US" dirty="0" err="1"/>
              <a:t>list.size</a:t>
            </a:r>
            <a:r>
              <a:rPr lang="en-US" dirty="0"/>
              <a:t>()</a:t>
            </a:r>
            <a:r>
              <a:rPr lang="en-US" b="1" dirty="0"/>
              <a:t>; </a:t>
            </a:r>
            <a:r>
              <a:rPr lang="en-US" dirty="0" err="1"/>
              <a:t>i</a:t>
            </a:r>
            <a:r>
              <a:rPr lang="en-US" dirty="0"/>
              <a:t>++) {</a:t>
            </a:r>
            <a:r>
              <a:rPr lang="en-US" dirty="0" smtClean="0"/>
              <a:t/>
            </a:r>
            <a:br>
              <a:rPr lang="en-US" dirty="0" smtClean="0"/>
            </a:br>
            <a:r>
              <a:rPr lang="en-US" dirty="0"/>
              <a:t>String </a:t>
            </a:r>
            <a:r>
              <a:rPr lang="en-US" dirty="0" err="1"/>
              <a:t>string</a:t>
            </a:r>
            <a:r>
              <a:rPr lang="en-US" dirty="0"/>
              <a:t> = </a:t>
            </a:r>
            <a:r>
              <a:rPr lang="en-US" dirty="0" err="1"/>
              <a:t>list.get</a:t>
            </a:r>
            <a:r>
              <a:rPr lang="en-US" dirty="0"/>
              <a:t>(</a:t>
            </a:r>
            <a:r>
              <a:rPr lang="en-US" dirty="0" err="1"/>
              <a:t>i</a:t>
            </a:r>
            <a:r>
              <a:rPr lang="en-US" dirty="0"/>
              <a:t>)</a:t>
            </a:r>
            <a:r>
              <a:rPr lang="en-US" b="1" dirty="0"/>
              <a:t>;</a:t>
            </a:r>
            <a:br>
              <a:rPr lang="en-US" b="1" dirty="0"/>
            </a:br>
            <a:r>
              <a:rPr lang="en-US" dirty="0" smtClean="0"/>
              <a:t>}</a:t>
            </a:r>
            <a:endParaRPr lang="tr-TR" dirty="0" smtClean="0"/>
          </a:p>
          <a:p>
            <a:pPr marL="0" indent="0">
              <a:buNone/>
            </a:pPr>
            <a:r>
              <a:rPr lang="en-US" dirty="0" err="1"/>
              <a:t>Yukarıdaki</a:t>
            </a:r>
            <a:r>
              <a:rPr lang="en-US" dirty="0"/>
              <a:t> </a:t>
            </a:r>
            <a:r>
              <a:rPr lang="en-US" dirty="0" err="1"/>
              <a:t>kod</a:t>
            </a:r>
            <a:r>
              <a:rPr lang="en-US" dirty="0"/>
              <a:t> </a:t>
            </a:r>
            <a:r>
              <a:rPr lang="en-US" dirty="0" err="1"/>
              <a:t>derlenmez</a:t>
            </a:r>
            <a:r>
              <a:rPr lang="en-US" dirty="0"/>
              <a:t>. </a:t>
            </a:r>
            <a:r>
              <a:rPr lang="en-US" dirty="0" err="1"/>
              <a:t>Çünkü</a:t>
            </a:r>
            <a:r>
              <a:rPr lang="en-US" dirty="0"/>
              <a:t> </a:t>
            </a:r>
            <a:r>
              <a:rPr lang="en-US" dirty="0" err="1"/>
              <a:t>listemizin</a:t>
            </a:r>
            <a:r>
              <a:rPr lang="en-US" dirty="0"/>
              <a:t> </a:t>
            </a:r>
            <a:r>
              <a:rPr lang="en-US" dirty="0" err="1"/>
              <a:t>sadece</a:t>
            </a:r>
            <a:r>
              <a:rPr lang="en-US" dirty="0"/>
              <a:t> </a:t>
            </a:r>
            <a:r>
              <a:rPr lang="en-US" b="1" dirty="0"/>
              <a:t>String</a:t>
            </a:r>
            <a:r>
              <a:rPr lang="en-US" dirty="0"/>
              <a:t> </a:t>
            </a:r>
            <a:r>
              <a:rPr lang="en-US" dirty="0" err="1"/>
              <a:t>tipindeki</a:t>
            </a:r>
            <a:r>
              <a:rPr lang="en-US" dirty="0"/>
              <a:t> </a:t>
            </a:r>
            <a:r>
              <a:rPr lang="en-US" dirty="0" err="1"/>
              <a:t>verileri</a:t>
            </a:r>
            <a:r>
              <a:rPr lang="en-US" dirty="0"/>
              <a:t> </a:t>
            </a:r>
            <a:r>
              <a:rPr lang="en-US" dirty="0" err="1"/>
              <a:t>kabul</a:t>
            </a:r>
            <a:r>
              <a:rPr lang="en-US" dirty="0"/>
              <a:t> </a:t>
            </a:r>
            <a:r>
              <a:rPr lang="en-US" dirty="0" err="1"/>
              <a:t>edeceğini</a:t>
            </a:r>
            <a:r>
              <a:rPr lang="en-US" dirty="0"/>
              <a:t> </a:t>
            </a:r>
            <a:r>
              <a:rPr lang="en-US" dirty="0" err="1"/>
              <a:t>bildiriyoruz</a:t>
            </a:r>
            <a:r>
              <a:rPr lang="en-US" dirty="0"/>
              <a:t>. </a:t>
            </a:r>
            <a:r>
              <a:rPr lang="en-US" dirty="0" err="1"/>
              <a:t>Dolayısıyla</a:t>
            </a:r>
            <a:r>
              <a:rPr lang="en-US" dirty="0"/>
              <a:t> </a:t>
            </a:r>
            <a:r>
              <a:rPr lang="en-US" dirty="0" err="1"/>
              <a:t>çalışma</a:t>
            </a:r>
            <a:r>
              <a:rPr lang="en-US" dirty="0"/>
              <a:t> </a:t>
            </a:r>
            <a:r>
              <a:rPr lang="en-US" dirty="0" err="1"/>
              <a:t>zamanında</a:t>
            </a:r>
            <a:r>
              <a:rPr lang="en-US" dirty="0"/>
              <a:t> </a:t>
            </a:r>
            <a:r>
              <a:rPr lang="en-US" dirty="0" err="1"/>
              <a:t>alacağımız</a:t>
            </a:r>
            <a:r>
              <a:rPr lang="en-US" dirty="0"/>
              <a:t> </a:t>
            </a:r>
            <a:r>
              <a:rPr lang="en-US" dirty="0" err="1"/>
              <a:t>hatayı</a:t>
            </a:r>
            <a:r>
              <a:rPr lang="en-US" dirty="0"/>
              <a:t> </a:t>
            </a:r>
            <a:r>
              <a:rPr lang="en-US" dirty="0" err="1"/>
              <a:t>derleme</a:t>
            </a:r>
            <a:r>
              <a:rPr lang="en-US" dirty="0"/>
              <a:t> </a:t>
            </a:r>
            <a:r>
              <a:rPr lang="en-US" dirty="0" err="1"/>
              <a:t>sırasında</a:t>
            </a:r>
            <a:r>
              <a:rPr lang="en-US" dirty="0"/>
              <a:t> </a:t>
            </a:r>
            <a:r>
              <a:rPr lang="en-US" dirty="0" err="1"/>
              <a:t>alırız</a:t>
            </a:r>
            <a:r>
              <a:rPr lang="en-US" dirty="0"/>
              <a:t> </a:t>
            </a:r>
            <a:r>
              <a:rPr lang="en-US" dirty="0" err="1"/>
              <a:t>ve</a:t>
            </a:r>
            <a:r>
              <a:rPr lang="en-US" dirty="0"/>
              <a:t> </a:t>
            </a:r>
            <a:r>
              <a:rPr lang="en-US" dirty="0" err="1"/>
              <a:t>derleyici</a:t>
            </a:r>
            <a:r>
              <a:rPr lang="en-US" dirty="0"/>
              <a:t> </a:t>
            </a:r>
            <a:r>
              <a:rPr lang="en-US" dirty="0" err="1"/>
              <a:t>bizi</a:t>
            </a:r>
            <a:r>
              <a:rPr lang="en-US" dirty="0"/>
              <a:t> </a:t>
            </a:r>
            <a:r>
              <a:rPr lang="en-US" dirty="0" err="1"/>
              <a:t>uyarıp</a:t>
            </a:r>
            <a:r>
              <a:rPr lang="en-US" dirty="0"/>
              <a:t> </a:t>
            </a:r>
            <a:r>
              <a:rPr lang="en-US" dirty="0" err="1"/>
              <a:t>hatayı</a:t>
            </a:r>
            <a:r>
              <a:rPr lang="en-US" dirty="0"/>
              <a:t> </a:t>
            </a:r>
            <a:r>
              <a:rPr lang="en-US" dirty="0" err="1"/>
              <a:t>düzeltmemizi</a:t>
            </a:r>
            <a:r>
              <a:rPr lang="en-US" dirty="0"/>
              <a:t> </a:t>
            </a:r>
            <a:r>
              <a:rPr lang="en-US" dirty="0" err="1"/>
              <a:t>ister</a:t>
            </a:r>
            <a:r>
              <a:rPr lang="en-US" dirty="0" smtClean="0"/>
              <a:t>.</a:t>
            </a:r>
            <a:endParaRPr lang="tr-TR" dirty="0" smtClean="0"/>
          </a:p>
          <a:p>
            <a:r>
              <a:rPr lang="en-US" i="1" dirty="0"/>
              <a:t>Java tip </a:t>
            </a:r>
            <a:r>
              <a:rPr lang="en-US" i="1" dirty="0" err="1"/>
              <a:t>ihlaline</a:t>
            </a:r>
            <a:r>
              <a:rPr lang="en-US" i="1" dirty="0"/>
              <a:t> </a:t>
            </a:r>
            <a:r>
              <a:rPr lang="en-US" i="1" dirty="0" err="1"/>
              <a:t>dikkat</a:t>
            </a:r>
            <a:r>
              <a:rPr lang="en-US" i="1" dirty="0"/>
              <a:t> </a:t>
            </a:r>
            <a:r>
              <a:rPr lang="en-US" i="1" dirty="0" err="1"/>
              <a:t>eden</a:t>
            </a:r>
            <a:r>
              <a:rPr lang="en-US" i="1" dirty="0"/>
              <a:t> bir </a:t>
            </a:r>
            <a:r>
              <a:rPr lang="en-US" i="1" dirty="0" err="1"/>
              <a:t>dildir</a:t>
            </a:r>
            <a:r>
              <a:rPr lang="en-US" i="1" dirty="0"/>
              <a:t>. </a:t>
            </a:r>
            <a:r>
              <a:rPr lang="en-US" i="1" dirty="0" err="1"/>
              <a:t>Derleme</a:t>
            </a:r>
            <a:r>
              <a:rPr lang="en-US" i="1" dirty="0"/>
              <a:t> </a:t>
            </a:r>
            <a:r>
              <a:rPr lang="en-US" i="1" dirty="0" err="1"/>
              <a:t>zamanındaki</a:t>
            </a:r>
            <a:r>
              <a:rPr lang="en-US" i="1" dirty="0"/>
              <a:t> </a:t>
            </a:r>
            <a:r>
              <a:rPr lang="en-US" i="1" dirty="0" err="1"/>
              <a:t>hataları</a:t>
            </a:r>
            <a:r>
              <a:rPr lang="en-US" i="1" dirty="0"/>
              <a:t> </a:t>
            </a:r>
            <a:r>
              <a:rPr lang="en-US" i="1" dirty="0" err="1"/>
              <a:t>bulmak</a:t>
            </a:r>
            <a:r>
              <a:rPr lang="en-US" i="1" dirty="0"/>
              <a:t> </a:t>
            </a:r>
            <a:r>
              <a:rPr lang="en-US" i="1" dirty="0" err="1"/>
              <a:t>çalışma</a:t>
            </a:r>
            <a:r>
              <a:rPr lang="en-US" i="1" dirty="0"/>
              <a:t> </a:t>
            </a:r>
            <a:r>
              <a:rPr lang="en-US" i="1" dirty="0" err="1"/>
              <a:t>zamanındaki</a:t>
            </a:r>
            <a:r>
              <a:rPr lang="en-US" i="1" dirty="0"/>
              <a:t> </a:t>
            </a:r>
            <a:r>
              <a:rPr lang="en-US" i="1" dirty="0" err="1"/>
              <a:t>hataları</a:t>
            </a:r>
            <a:r>
              <a:rPr lang="en-US" i="1" dirty="0"/>
              <a:t> </a:t>
            </a:r>
            <a:r>
              <a:rPr lang="en-US" i="1" dirty="0" err="1"/>
              <a:t>bulmaktan</a:t>
            </a:r>
            <a:r>
              <a:rPr lang="en-US" i="1" dirty="0"/>
              <a:t> </a:t>
            </a:r>
            <a:r>
              <a:rPr lang="en-US" i="1" dirty="0" err="1"/>
              <a:t>daha</a:t>
            </a:r>
            <a:r>
              <a:rPr lang="en-US" i="1" dirty="0"/>
              <a:t> </a:t>
            </a:r>
            <a:r>
              <a:rPr lang="en-US" i="1" dirty="0" err="1"/>
              <a:t>önemlidir</a:t>
            </a:r>
            <a:r>
              <a:rPr lang="en-US" i="1" dirty="0"/>
              <a:t>, </a:t>
            </a:r>
            <a:r>
              <a:rPr lang="en-US" i="1" dirty="0" err="1"/>
              <a:t>daha</a:t>
            </a:r>
            <a:r>
              <a:rPr lang="en-US" i="1" dirty="0"/>
              <a:t> </a:t>
            </a:r>
            <a:r>
              <a:rPr lang="en-US" i="1" dirty="0" err="1"/>
              <a:t>doğru</a:t>
            </a:r>
            <a:r>
              <a:rPr lang="en-US" i="1" dirty="0"/>
              <a:t> bir </a:t>
            </a:r>
            <a:r>
              <a:rPr lang="en-US" i="1" dirty="0" err="1"/>
              <a:t>yaklaşımdır</a:t>
            </a:r>
            <a:r>
              <a:rPr lang="en-US" i="1" dirty="0"/>
              <a:t>. Bu </a:t>
            </a:r>
            <a:r>
              <a:rPr lang="en-US" i="1" dirty="0" err="1"/>
              <a:t>nedenle</a:t>
            </a:r>
            <a:r>
              <a:rPr lang="en-US" i="1" dirty="0"/>
              <a:t> Generics </a:t>
            </a:r>
            <a:r>
              <a:rPr lang="en-US" i="1" dirty="0" err="1"/>
              <a:t>ifadelerle</a:t>
            </a:r>
            <a:r>
              <a:rPr lang="en-US" i="1" dirty="0"/>
              <a:t> </a:t>
            </a:r>
            <a:r>
              <a:rPr lang="en-US" i="1" dirty="0" err="1"/>
              <a:t>yazılan</a:t>
            </a:r>
            <a:r>
              <a:rPr lang="en-US" i="1" dirty="0"/>
              <a:t> </a:t>
            </a:r>
            <a:r>
              <a:rPr lang="en-US" i="1" dirty="0" err="1"/>
              <a:t>kodlar</a:t>
            </a:r>
            <a:r>
              <a:rPr lang="en-US" i="1" dirty="0"/>
              <a:t> </a:t>
            </a:r>
            <a:r>
              <a:rPr lang="en-US" i="1" dirty="0" err="1"/>
              <a:t>derleme</a:t>
            </a:r>
            <a:r>
              <a:rPr lang="en-US" i="1" dirty="0"/>
              <a:t> </a:t>
            </a:r>
            <a:r>
              <a:rPr lang="en-US" i="1" dirty="0" err="1"/>
              <a:t>zamanında</a:t>
            </a:r>
            <a:r>
              <a:rPr lang="en-US" i="1" dirty="0"/>
              <a:t> </a:t>
            </a:r>
            <a:r>
              <a:rPr lang="en-US" i="1" dirty="0" err="1"/>
              <a:t>işleme</a:t>
            </a:r>
            <a:r>
              <a:rPr lang="en-US" i="1" dirty="0"/>
              <a:t> </a:t>
            </a:r>
            <a:r>
              <a:rPr lang="en-US" i="1" dirty="0" err="1"/>
              <a:t>alınır</a:t>
            </a:r>
            <a:r>
              <a:rPr lang="en-US" i="1" dirty="0"/>
              <a:t> </a:t>
            </a:r>
            <a:r>
              <a:rPr lang="en-US" i="1" dirty="0" err="1"/>
              <a:t>ve</a:t>
            </a:r>
            <a:r>
              <a:rPr lang="en-US" i="1" dirty="0"/>
              <a:t> </a:t>
            </a:r>
            <a:r>
              <a:rPr lang="en-US" i="1" dirty="0" err="1"/>
              <a:t>hatayı</a:t>
            </a:r>
            <a:r>
              <a:rPr lang="en-US" i="1" dirty="0"/>
              <a:t> </a:t>
            </a:r>
            <a:r>
              <a:rPr lang="en-US" i="1" dirty="0" err="1"/>
              <a:t>yakalamak</a:t>
            </a:r>
            <a:r>
              <a:rPr lang="en-US" i="1" dirty="0"/>
              <a:t> </a:t>
            </a:r>
            <a:r>
              <a:rPr lang="en-US" i="1" dirty="0" err="1"/>
              <a:t>çok</a:t>
            </a:r>
            <a:r>
              <a:rPr lang="en-US" i="1" dirty="0"/>
              <a:t> </a:t>
            </a:r>
            <a:r>
              <a:rPr lang="en-US" i="1" dirty="0" err="1"/>
              <a:t>daha</a:t>
            </a:r>
            <a:r>
              <a:rPr lang="en-US" i="1" dirty="0"/>
              <a:t> </a:t>
            </a:r>
            <a:r>
              <a:rPr lang="en-US" i="1" dirty="0" err="1"/>
              <a:t>kolaydır</a:t>
            </a:r>
            <a:r>
              <a:rPr lang="en-US" i="1" dirty="0"/>
              <a:t>.</a:t>
            </a:r>
          </a:p>
          <a:p>
            <a:r>
              <a:rPr lang="en-US" i="1" dirty="0" err="1"/>
              <a:t>Ayrıca</a:t>
            </a:r>
            <a:r>
              <a:rPr lang="en-US" i="1" dirty="0"/>
              <a:t> Generic </a:t>
            </a:r>
            <a:r>
              <a:rPr lang="en-US" i="1" dirty="0" err="1"/>
              <a:t>ifadeleri</a:t>
            </a:r>
            <a:r>
              <a:rPr lang="en-US" i="1" dirty="0"/>
              <a:t> </a:t>
            </a:r>
            <a:r>
              <a:rPr lang="en-US" i="1" dirty="0" err="1"/>
              <a:t>kullanarak</a:t>
            </a:r>
            <a:r>
              <a:rPr lang="en-US" i="1" dirty="0"/>
              <a:t> </a:t>
            </a:r>
            <a:r>
              <a:rPr lang="en-US" i="1" dirty="0" err="1"/>
              <a:t>uygulamamızdaki</a:t>
            </a:r>
            <a:r>
              <a:rPr lang="en-US" i="1" dirty="0"/>
              <a:t> </a:t>
            </a:r>
            <a:r>
              <a:rPr lang="en-US" i="1" dirty="0" err="1"/>
              <a:t>kodları</a:t>
            </a:r>
            <a:r>
              <a:rPr lang="en-US" i="1" dirty="0"/>
              <a:t> </a:t>
            </a:r>
            <a:r>
              <a:rPr lang="en-US" b="1" i="1" dirty="0"/>
              <a:t>type-safety</a:t>
            </a:r>
            <a:r>
              <a:rPr lang="en-US" i="1" dirty="0"/>
              <a:t> </a:t>
            </a:r>
            <a:r>
              <a:rPr lang="en-US" i="1" dirty="0" err="1"/>
              <a:t>olarak</a:t>
            </a:r>
            <a:r>
              <a:rPr lang="en-US" i="1" dirty="0"/>
              <a:t> </a:t>
            </a:r>
            <a:r>
              <a:rPr lang="en-US" i="1" dirty="0" err="1"/>
              <a:t>yazarız</a:t>
            </a:r>
            <a:r>
              <a:rPr lang="en-US" i="1" dirty="0"/>
              <a:t>.</a:t>
            </a:r>
          </a:p>
          <a:p>
            <a:pPr marL="0" indent="0">
              <a:buNone/>
            </a:pPr>
            <a:endParaRPr lang="en-US" dirty="0"/>
          </a:p>
        </p:txBody>
      </p:sp>
    </p:spTree>
    <p:extLst>
      <p:ext uri="{BB962C8B-B14F-4D97-AF65-F5344CB8AC3E}">
        <p14:creationId xmlns:p14="http://schemas.microsoft.com/office/powerpoint/2010/main" val="550267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85000" lnSpcReduction="20000"/>
          </a:bodyPr>
          <a:lstStyle/>
          <a:p>
            <a:pPr marL="0" indent="0">
              <a:buNone/>
            </a:pPr>
            <a:r>
              <a:rPr lang="en-US" b="1" dirty="0"/>
              <a:t>Type Safety:</a:t>
            </a:r>
            <a:r>
              <a:rPr lang="en-US" dirty="0"/>
              <a:t> Tip </a:t>
            </a:r>
            <a:r>
              <a:rPr lang="en-US" dirty="0" err="1"/>
              <a:t>güvenli</a:t>
            </a:r>
            <a:r>
              <a:rPr lang="en-US" dirty="0"/>
              <a:t>, tip </a:t>
            </a:r>
            <a:r>
              <a:rPr lang="en-US" dirty="0" err="1"/>
              <a:t>doğrulaması</a:t>
            </a:r>
            <a:r>
              <a:rPr lang="en-US" dirty="0"/>
              <a:t> </a:t>
            </a:r>
            <a:r>
              <a:rPr lang="en-US" dirty="0" err="1"/>
              <a:t>anlamına</a:t>
            </a:r>
            <a:r>
              <a:rPr lang="en-US" dirty="0"/>
              <a:t> </a:t>
            </a:r>
            <a:r>
              <a:rPr lang="en-US" dirty="0" err="1"/>
              <a:t>gelmektedir</a:t>
            </a:r>
            <a:r>
              <a:rPr lang="en-US" dirty="0"/>
              <a:t>. Java, C# </a:t>
            </a:r>
            <a:r>
              <a:rPr lang="en-US" dirty="0" err="1"/>
              <a:t>gibi</a:t>
            </a:r>
            <a:r>
              <a:rPr lang="en-US" dirty="0"/>
              <a:t> </a:t>
            </a:r>
            <a:r>
              <a:rPr lang="en-US" dirty="0" err="1"/>
              <a:t>diller</a:t>
            </a:r>
            <a:r>
              <a:rPr lang="en-US" dirty="0"/>
              <a:t> type-safety </a:t>
            </a:r>
            <a:r>
              <a:rPr lang="en-US" dirty="0" err="1"/>
              <a:t>dillerdir</a:t>
            </a:r>
            <a:r>
              <a:rPr lang="en-US" dirty="0"/>
              <a:t>. </a:t>
            </a:r>
            <a:r>
              <a:rPr lang="en-US" dirty="0" err="1"/>
              <a:t>Yani</a:t>
            </a:r>
            <a:r>
              <a:rPr lang="en-US" dirty="0"/>
              <a:t> bir </a:t>
            </a:r>
            <a:r>
              <a:rPr lang="en-US" dirty="0" err="1"/>
              <a:t>değişken</a:t>
            </a:r>
            <a:r>
              <a:rPr lang="en-US" dirty="0"/>
              <a:t> </a:t>
            </a:r>
            <a:r>
              <a:rPr lang="en-US" dirty="0" err="1"/>
              <a:t>tanımlamak</a:t>
            </a:r>
            <a:r>
              <a:rPr lang="en-US" dirty="0"/>
              <a:t> </a:t>
            </a:r>
            <a:r>
              <a:rPr lang="en-US" dirty="0" err="1"/>
              <a:t>istediğimizde</a:t>
            </a:r>
            <a:r>
              <a:rPr lang="en-US" dirty="0"/>
              <a:t> </a:t>
            </a:r>
            <a:r>
              <a:rPr lang="en-US" dirty="0" err="1"/>
              <a:t>hangi</a:t>
            </a:r>
            <a:r>
              <a:rPr lang="en-US" dirty="0"/>
              <a:t> </a:t>
            </a:r>
            <a:r>
              <a:rPr lang="en-US" dirty="0" err="1"/>
              <a:t>tipte</a:t>
            </a:r>
            <a:r>
              <a:rPr lang="en-US" dirty="0"/>
              <a:t> bir </a:t>
            </a:r>
            <a:r>
              <a:rPr lang="en-US" dirty="0" err="1"/>
              <a:t>değişken</a:t>
            </a:r>
            <a:r>
              <a:rPr lang="en-US" dirty="0"/>
              <a:t> </a:t>
            </a:r>
            <a:r>
              <a:rPr lang="en-US" dirty="0" err="1"/>
              <a:t>olduğunu</a:t>
            </a:r>
            <a:r>
              <a:rPr lang="en-US" dirty="0"/>
              <a:t> </a:t>
            </a:r>
            <a:r>
              <a:rPr lang="en-US" dirty="0" err="1"/>
              <a:t>bildirmek</a:t>
            </a:r>
            <a:r>
              <a:rPr lang="en-US" dirty="0"/>
              <a:t> </a:t>
            </a:r>
            <a:r>
              <a:rPr lang="en-US" dirty="0" err="1"/>
              <a:t>zorundayız</a:t>
            </a:r>
            <a:r>
              <a:rPr lang="en-US" dirty="0"/>
              <a:t>. </a:t>
            </a:r>
            <a:r>
              <a:rPr lang="en-US" dirty="0" err="1"/>
              <a:t>Derleyici</a:t>
            </a:r>
            <a:r>
              <a:rPr lang="en-US" dirty="0"/>
              <a:t> </a:t>
            </a:r>
            <a:r>
              <a:rPr lang="en-US" dirty="0" err="1"/>
              <a:t>derleme</a:t>
            </a:r>
            <a:r>
              <a:rPr lang="en-US" dirty="0"/>
              <a:t> </a:t>
            </a:r>
            <a:r>
              <a:rPr lang="en-US" dirty="0" err="1"/>
              <a:t>sırasında</a:t>
            </a:r>
            <a:r>
              <a:rPr lang="en-US" dirty="0"/>
              <a:t> </a:t>
            </a:r>
            <a:r>
              <a:rPr lang="en-US" dirty="0" err="1"/>
              <a:t>tüm</a:t>
            </a:r>
            <a:r>
              <a:rPr lang="en-US" dirty="0"/>
              <a:t> </a:t>
            </a:r>
            <a:r>
              <a:rPr lang="en-US" dirty="0" err="1"/>
              <a:t>değişkenler</a:t>
            </a:r>
            <a:r>
              <a:rPr lang="en-US" dirty="0"/>
              <a:t> </a:t>
            </a:r>
            <a:r>
              <a:rPr lang="en-US" dirty="0" err="1"/>
              <a:t>için</a:t>
            </a:r>
            <a:r>
              <a:rPr lang="en-US" dirty="0"/>
              <a:t> </a:t>
            </a:r>
            <a:r>
              <a:rPr lang="en-US" dirty="0" err="1"/>
              <a:t>doğrulama</a:t>
            </a:r>
            <a:r>
              <a:rPr lang="en-US" dirty="0"/>
              <a:t> </a:t>
            </a:r>
            <a:r>
              <a:rPr lang="en-US" dirty="0" err="1"/>
              <a:t>yapar</a:t>
            </a:r>
            <a:r>
              <a:rPr lang="en-US" dirty="0"/>
              <a:t> </a:t>
            </a:r>
            <a:r>
              <a:rPr lang="en-US" dirty="0" err="1"/>
              <a:t>ve</a:t>
            </a:r>
            <a:r>
              <a:rPr lang="en-US" dirty="0"/>
              <a:t> </a:t>
            </a:r>
            <a:r>
              <a:rPr lang="en-US" dirty="0" err="1"/>
              <a:t>yanlış</a:t>
            </a:r>
            <a:r>
              <a:rPr lang="en-US" dirty="0"/>
              <a:t> bir </a:t>
            </a:r>
            <a:r>
              <a:rPr lang="en-US" dirty="0" err="1"/>
              <a:t>atama</a:t>
            </a:r>
            <a:r>
              <a:rPr lang="en-US" dirty="0"/>
              <a:t> </a:t>
            </a:r>
            <a:r>
              <a:rPr lang="en-US" dirty="0" err="1"/>
              <a:t>yapıldığında</a:t>
            </a:r>
            <a:r>
              <a:rPr lang="en-US" dirty="0"/>
              <a:t> </a:t>
            </a:r>
            <a:r>
              <a:rPr lang="en-US" dirty="0" err="1"/>
              <a:t>hata</a:t>
            </a:r>
            <a:r>
              <a:rPr lang="en-US" dirty="0"/>
              <a:t> </a:t>
            </a:r>
            <a:r>
              <a:rPr lang="en-US" dirty="0" err="1"/>
              <a:t>verir</a:t>
            </a:r>
            <a:r>
              <a:rPr lang="en-US" dirty="0" smtClean="0"/>
              <a:t>.</a:t>
            </a:r>
            <a:endParaRPr lang="tr-TR" dirty="0" smtClean="0"/>
          </a:p>
          <a:p>
            <a:pPr marL="0" indent="0">
              <a:buNone/>
            </a:pPr>
            <a:r>
              <a:rPr lang="en-US" b="1" dirty="0" err="1"/>
              <a:t>Genericler</a:t>
            </a:r>
            <a:r>
              <a:rPr lang="en-US" dirty="0"/>
              <a:t>, </a:t>
            </a:r>
            <a:r>
              <a:rPr lang="en-US" dirty="0" err="1"/>
              <a:t>referans</a:t>
            </a:r>
            <a:r>
              <a:rPr lang="en-US" dirty="0"/>
              <a:t> </a:t>
            </a:r>
            <a:r>
              <a:rPr lang="en-US" dirty="0" err="1"/>
              <a:t>veri</a:t>
            </a:r>
            <a:r>
              <a:rPr lang="en-US" dirty="0"/>
              <a:t> </a:t>
            </a:r>
            <a:r>
              <a:rPr lang="en-US" dirty="0" err="1"/>
              <a:t>tiplerini</a:t>
            </a:r>
            <a:r>
              <a:rPr lang="en-US" dirty="0"/>
              <a:t> </a:t>
            </a:r>
            <a:r>
              <a:rPr lang="en-US" dirty="0" err="1"/>
              <a:t>tek</a:t>
            </a:r>
            <a:r>
              <a:rPr lang="en-US" dirty="0"/>
              <a:t> bir </a:t>
            </a:r>
            <a:r>
              <a:rPr lang="en-US" dirty="0" err="1"/>
              <a:t>yapı</a:t>
            </a:r>
            <a:r>
              <a:rPr lang="en-US" dirty="0"/>
              <a:t> </a:t>
            </a:r>
            <a:r>
              <a:rPr lang="en-US" dirty="0" err="1"/>
              <a:t>altında</a:t>
            </a:r>
            <a:r>
              <a:rPr lang="en-US" dirty="0"/>
              <a:t> </a:t>
            </a:r>
            <a:r>
              <a:rPr lang="en-US" dirty="0" err="1"/>
              <a:t>toplayarak</a:t>
            </a:r>
            <a:r>
              <a:rPr lang="en-US" dirty="0"/>
              <a:t> </a:t>
            </a:r>
            <a:r>
              <a:rPr lang="en-US" dirty="0" err="1"/>
              <a:t>kod</a:t>
            </a:r>
            <a:r>
              <a:rPr lang="en-US" dirty="0"/>
              <a:t> </a:t>
            </a:r>
            <a:r>
              <a:rPr lang="en-US" dirty="0" err="1"/>
              <a:t>tekrarını</a:t>
            </a:r>
            <a:r>
              <a:rPr lang="en-US" dirty="0"/>
              <a:t> </a:t>
            </a:r>
            <a:r>
              <a:rPr lang="en-US" dirty="0" err="1"/>
              <a:t>engellemiş</a:t>
            </a:r>
            <a:r>
              <a:rPr lang="en-US" dirty="0"/>
              <a:t> </a:t>
            </a:r>
            <a:r>
              <a:rPr lang="en-US" dirty="0" err="1"/>
              <a:t>olur</a:t>
            </a:r>
            <a:r>
              <a:rPr lang="en-US" dirty="0"/>
              <a:t> </a:t>
            </a:r>
            <a:r>
              <a:rPr lang="en-US" dirty="0" err="1"/>
              <a:t>ve</a:t>
            </a:r>
            <a:r>
              <a:rPr lang="en-US" dirty="0"/>
              <a:t> </a:t>
            </a:r>
            <a:r>
              <a:rPr lang="en-US" dirty="0" err="1"/>
              <a:t>daha</a:t>
            </a:r>
            <a:r>
              <a:rPr lang="en-US" dirty="0"/>
              <a:t> </a:t>
            </a:r>
            <a:r>
              <a:rPr lang="en-US" dirty="0" err="1"/>
              <a:t>temiz</a:t>
            </a:r>
            <a:r>
              <a:rPr lang="en-US" dirty="0"/>
              <a:t> </a:t>
            </a:r>
            <a:r>
              <a:rPr lang="en-US" dirty="0" err="1"/>
              <a:t>kod</a:t>
            </a:r>
            <a:r>
              <a:rPr lang="en-US" dirty="0"/>
              <a:t> </a:t>
            </a:r>
            <a:r>
              <a:rPr lang="en-US" dirty="0" err="1"/>
              <a:t>yazmamızı</a:t>
            </a:r>
            <a:r>
              <a:rPr lang="en-US" dirty="0"/>
              <a:t> </a:t>
            </a:r>
            <a:r>
              <a:rPr lang="en-US" dirty="0" err="1"/>
              <a:t>sağlar</a:t>
            </a:r>
            <a:r>
              <a:rPr lang="en-US" dirty="0"/>
              <a:t>. </a:t>
            </a:r>
            <a:r>
              <a:rPr lang="en-US" dirty="0" err="1"/>
              <a:t>Ayrıca</a:t>
            </a:r>
            <a:r>
              <a:rPr lang="en-US" dirty="0"/>
              <a:t> </a:t>
            </a:r>
            <a:r>
              <a:rPr lang="en-US" dirty="0" err="1"/>
              <a:t>uygulamalarımızda</a:t>
            </a:r>
            <a:r>
              <a:rPr lang="en-US" dirty="0"/>
              <a:t> </a:t>
            </a:r>
            <a:r>
              <a:rPr lang="en-US" dirty="0" err="1"/>
              <a:t>kullandığımız</a:t>
            </a:r>
            <a:r>
              <a:rPr lang="en-US" dirty="0"/>
              <a:t> </a:t>
            </a:r>
            <a:r>
              <a:rPr lang="en-US" dirty="0" err="1"/>
              <a:t>kodların</a:t>
            </a:r>
            <a:r>
              <a:rPr lang="en-US" dirty="0"/>
              <a:t> </a:t>
            </a:r>
            <a:r>
              <a:rPr lang="en-US" dirty="0" err="1"/>
              <a:t>çok</a:t>
            </a:r>
            <a:r>
              <a:rPr lang="en-US" dirty="0"/>
              <a:t> </a:t>
            </a:r>
            <a:r>
              <a:rPr lang="en-US" dirty="0" err="1"/>
              <a:t>daha</a:t>
            </a:r>
            <a:r>
              <a:rPr lang="en-US" dirty="0"/>
              <a:t> </a:t>
            </a:r>
            <a:r>
              <a:rPr lang="en-US" dirty="0" err="1"/>
              <a:t>etkili</a:t>
            </a:r>
            <a:r>
              <a:rPr lang="en-US" dirty="0"/>
              <a:t> bir </a:t>
            </a:r>
            <a:r>
              <a:rPr lang="en-US" dirty="0" err="1"/>
              <a:t>şekilde</a:t>
            </a:r>
            <a:r>
              <a:rPr lang="en-US" dirty="0"/>
              <a:t> </a:t>
            </a:r>
            <a:r>
              <a:rPr lang="en-US" dirty="0" err="1"/>
              <a:t>tasarlanmasına</a:t>
            </a:r>
            <a:r>
              <a:rPr lang="en-US" dirty="0"/>
              <a:t> </a:t>
            </a:r>
            <a:r>
              <a:rPr lang="en-US" dirty="0" err="1"/>
              <a:t>yardımcı</a:t>
            </a:r>
            <a:r>
              <a:rPr lang="en-US" dirty="0"/>
              <a:t> </a:t>
            </a:r>
            <a:r>
              <a:rPr lang="en-US" dirty="0" err="1"/>
              <a:t>olur</a:t>
            </a:r>
            <a:r>
              <a:rPr lang="en-US" dirty="0" smtClean="0"/>
              <a:t>.</a:t>
            </a:r>
            <a:endParaRPr lang="tr-TR" dirty="0" smtClean="0"/>
          </a:p>
          <a:p>
            <a:pPr marL="0" indent="0">
              <a:buNone/>
            </a:pPr>
            <a:r>
              <a:rPr lang="en-US" b="1" dirty="0" smtClean="0"/>
              <a:t>// Generic </a:t>
            </a:r>
            <a:r>
              <a:rPr lang="en-US" b="1" dirty="0" err="1" smtClean="0"/>
              <a:t>kullanmadan</a:t>
            </a:r>
            <a:endParaRPr lang="en-US" b="1" dirty="0" smtClean="0"/>
          </a:p>
          <a:p>
            <a:pPr marL="0" indent="0">
              <a:buNone/>
            </a:pPr>
            <a:r>
              <a:rPr lang="en-US" dirty="0" err="1" smtClean="0"/>
              <a:t>PersonRepository</a:t>
            </a:r>
            <a:r>
              <a:rPr lang="en-US" dirty="0" smtClean="0"/>
              <a:t> {</a:t>
            </a:r>
          </a:p>
          <a:p>
            <a:pPr marL="0" indent="0">
              <a:buNone/>
            </a:pPr>
            <a:r>
              <a:rPr lang="en-US" dirty="0" smtClean="0"/>
              <a:t>   </a:t>
            </a:r>
            <a:r>
              <a:rPr lang="en-US" dirty="0" err="1" smtClean="0"/>
              <a:t>savePerson</a:t>
            </a:r>
            <a:r>
              <a:rPr lang="en-US" dirty="0" smtClean="0"/>
              <a:t>(Person person) {</a:t>
            </a:r>
          </a:p>
          <a:p>
            <a:pPr marL="0" indent="0">
              <a:buNone/>
            </a:pPr>
            <a:r>
              <a:rPr lang="en-US" dirty="0" smtClean="0"/>
              <a:t>      ***</a:t>
            </a:r>
          </a:p>
          <a:p>
            <a:pPr marL="0" indent="0">
              <a:buNone/>
            </a:pPr>
            <a:r>
              <a:rPr lang="en-US" dirty="0" smtClean="0"/>
              <a:t>   }</a:t>
            </a:r>
          </a:p>
          <a:p>
            <a:pPr marL="0" indent="0">
              <a:buNone/>
            </a:pPr>
            <a:r>
              <a:rPr lang="en-US" dirty="0" smtClean="0"/>
              <a:t>}</a:t>
            </a:r>
          </a:p>
          <a:p>
            <a:pPr marL="0" indent="0">
              <a:buNone/>
            </a:pPr>
            <a:r>
              <a:rPr lang="en-US" dirty="0" err="1" smtClean="0"/>
              <a:t>AnimalRepository</a:t>
            </a:r>
            <a:r>
              <a:rPr lang="en-US" dirty="0" smtClean="0"/>
              <a:t> {</a:t>
            </a:r>
          </a:p>
          <a:p>
            <a:pPr marL="0" indent="0">
              <a:buNone/>
            </a:pPr>
            <a:r>
              <a:rPr lang="en-US" dirty="0" smtClean="0"/>
              <a:t>   </a:t>
            </a:r>
            <a:r>
              <a:rPr lang="en-US" dirty="0" err="1" smtClean="0"/>
              <a:t>saveAnimal</a:t>
            </a:r>
            <a:r>
              <a:rPr lang="en-US" dirty="0" smtClean="0"/>
              <a:t>(Animal animal) {</a:t>
            </a:r>
          </a:p>
          <a:p>
            <a:pPr marL="0" indent="0">
              <a:buNone/>
            </a:pPr>
            <a:r>
              <a:rPr lang="en-US" dirty="0" smtClean="0"/>
              <a:t>      ***</a:t>
            </a:r>
          </a:p>
          <a:p>
            <a:pPr marL="0" indent="0">
              <a:buNone/>
            </a:pPr>
            <a:r>
              <a:rPr lang="en-US" dirty="0" smtClean="0"/>
              <a:t>   }</a:t>
            </a:r>
          </a:p>
          <a:p>
            <a:pPr marL="0" indent="0">
              <a:buNone/>
            </a:pP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21449623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92500" lnSpcReduction="20000"/>
          </a:bodyPr>
          <a:lstStyle/>
          <a:p>
            <a:pPr marL="0" indent="0">
              <a:buNone/>
            </a:pPr>
            <a:r>
              <a:rPr lang="en-US" b="1" dirty="0" err="1"/>
              <a:t>Neden</a:t>
            </a:r>
            <a:r>
              <a:rPr lang="en-US" b="1" dirty="0"/>
              <a:t> Generic tip </a:t>
            </a:r>
            <a:r>
              <a:rPr lang="en-US" b="1" dirty="0" err="1"/>
              <a:t>tanımlarken</a:t>
            </a:r>
            <a:r>
              <a:rPr lang="en-US" b="1" dirty="0"/>
              <a:t> T </a:t>
            </a:r>
            <a:r>
              <a:rPr lang="en-US" b="1" dirty="0" err="1"/>
              <a:t>kullanılıyor</a:t>
            </a:r>
            <a:r>
              <a:rPr lang="en-US" b="1" dirty="0"/>
              <a:t>? </a:t>
            </a:r>
            <a:r>
              <a:rPr lang="en-US" b="1" dirty="0" err="1"/>
              <a:t>Neden</a:t>
            </a:r>
            <a:r>
              <a:rPr lang="en-US" b="1" dirty="0"/>
              <a:t> X,Y,Z </a:t>
            </a:r>
            <a:r>
              <a:rPr lang="en-US" b="1" dirty="0" err="1"/>
              <a:t>değil</a:t>
            </a:r>
            <a:r>
              <a:rPr lang="en-US" b="1" dirty="0"/>
              <a:t>?</a:t>
            </a:r>
          </a:p>
          <a:p>
            <a:pPr marL="0" indent="0">
              <a:buNone/>
            </a:pPr>
            <a:r>
              <a:rPr lang="en-US" dirty="0"/>
              <a:t>Generic </a:t>
            </a:r>
            <a:r>
              <a:rPr lang="en-US" dirty="0" err="1"/>
              <a:t>ifadelerde</a:t>
            </a:r>
            <a:r>
              <a:rPr lang="en-US" dirty="0"/>
              <a:t> </a:t>
            </a:r>
            <a:r>
              <a:rPr lang="en-US" dirty="0" err="1"/>
              <a:t>dikkat</a:t>
            </a:r>
            <a:r>
              <a:rPr lang="en-US" dirty="0"/>
              <a:t> </a:t>
            </a:r>
            <a:r>
              <a:rPr lang="en-US" dirty="0" err="1"/>
              <a:t>etmişsinizdir</a:t>
            </a:r>
            <a:r>
              <a:rPr lang="en-US" dirty="0"/>
              <a:t> </a:t>
            </a:r>
            <a:r>
              <a:rPr lang="en-US" dirty="0" err="1"/>
              <a:t>hep</a:t>
            </a:r>
            <a:r>
              <a:rPr lang="en-US" dirty="0"/>
              <a:t> T </a:t>
            </a:r>
            <a:r>
              <a:rPr lang="en-US" dirty="0" err="1"/>
              <a:t>harifini</a:t>
            </a:r>
            <a:r>
              <a:rPr lang="en-US" dirty="0"/>
              <a:t> </a:t>
            </a:r>
            <a:r>
              <a:rPr lang="en-US" dirty="0" err="1"/>
              <a:t>kullandık</a:t>
            </a:r>
            <a:r>
              <a:rPr lang="en-US" dirty="0"/>
              <a:t>. </a:t>
            </a:r>
            <a:r>
              <a:rPr lang="en-US" dirty="0" err="1"/>
              <a:t>Bunun</a:t>
            </a:r>
            <a:r>
              <a:rPr lang="en-US" dirty="0"/>
              <a:t> </a:t>
            </a:r>
            <a:r>
              <a:rPr lang="en-US" dirty="0" err="1"/>
              <a:t>nedeni</a:t>
            </a:r>
            <a:r>
              <a:rPr lang="en-US" dirty="0"/>
              <a:t> Java </a:t>
            </a:r>
            <a:r>
              <a:rPr lang="en-US" b="1" dirty="0"/>
              <a:t>Naming Convention (Java </a:t>
            </a:r>
            <a:r>
              <a:rPr lang="en-US" b="1" dirty="0" err="1"/>
              <a:t>İsimlendirme</a:t>
            </a:r>
            <a:r>
              <a:rPr lang="en-US" b="1" dirty="0"/>
              <a:t> </a:t>
            </a:r>
            <a:r>
              <a:rPr lang="en-US" b="1" dirty="0" err="1"/>
              <a:t>Standartları</a:t>
            </a:r>
            <a:r>
              <a:rPr lang="en-US" b="1" dirty="0" smtClean="0"/>
              <a:t>).</a:t>
            </a:r>
            <a:endParaRPr lang="tr-TR" b="1" dirty="0" smtClean="0"/>
          </a:p>
          <a:p>
            <a:pPr marL="0" indent="0">
              <a:buNone/>
            </a:pPr>
            <a:endParaRPr lang="tr-TR" dirty="0"/>
          </a:p>
          <a:p>
            <a:pPr marL="0" indent="0">
              <a:buNone/>
            </a:pPr>
            <a:endParaRPr lang="tr-TR" dirty="0" smtClean="0"/>
          </a:p>
          <a:p>
            <a:pPr marL="0" indent="0">
              <a:buNone/>
            </a:pPr>
            <a:endParaRPr lang="tr-TR" dirty="0"/>
          </a:p>
          <a:p>
            <a:pPr marL="0" indent="0">
              <a:buNone/>
            </a:pPr>
            <a:endParaRPr lang="tr-TR" dirty="0" smtClean="0"/>
          </a:p>
          <a:p>
            <a:pPr marL="0" indent="0">
              <a:buNone/>
            </a:pPr>
            <a:endParaRPr lang="tr-TR" dirty="0"/>
          </a:p>
          <a:p>
            <a:pPr marL="0" indent="0">
              <a:buNone/>
            </a:pPr>
            <a:endParaRPr lang="tr-TR" dirty="0" smtClean="0"/>
          </a:p>
          <a:p>
            <a:pPr marL="0" indent="0">
              <a:buNone/>
            </a:pPr>
            <a:endParaRPr lang="tr-TR" dirty="0"/>
          </a:p>
          <a:p>
            <a:pPr marL="0" indent="0">
              <a:buNone/>
            </a:pPr>
            <a:r>
              <a:rPr lang="en-US" dirty="0" smtClean="0"/>
              <a:t>public interface List&lt;E&gt; extends Collection&lt;E&gt; {</a:t>
            </a:r>
          </a:p>
          <a:p>
            <a:pPr marL="0" indent="0">
              <a:buNone/>
            </a:pPr>
            <a:r>
              <a:rPr lang="en-US" dirty="0" smtClean="0"/>
              <a:t>    </a:t>
            </a:r>
            <a:r>
              <a:rPr lang="en-US" dirty="0" err="1" smtClean="0"/>
              <a:t>boolean</a:t>
            </a:r>
            <a:r>
              <a:rPr lang="en-US" dirty="0" smtClean="0"/>
              <a:t> add(E e);</a:t>
            </a:r>
          </a:p>
          <a:p>
            <a:pPr marL="0" indent="0">
              <a:buNone/>
            </a:pPr>
            <a:r>
              <a:rPr lang="en-US" dirty="0" smtClean="0"/>
              <a:t>}</a:t>
            </a:r>
          </a:p>
          <a:p>
            <a:pPr marL="0" indent="0">
              <a:buNone/>
            </a:pPr>
            <a:r>
              <a:rPr lang="en-US" dirty="0" smtClean="0"/>
              <a:t>public interface Map&lt;K, V&gt; {</a:t>
            </a:r>
          </a:p>
          <a:p>
            <a:pPr marL="0" indent="0">
              <a:buNone/>
            </a:pPr>
            <a:r>
              <a:rPr lang="en-US" dirty="0" smtClean="0"/>
              <a:t>    V put(K key, V value);</a:t>
            </a:r>
          </a:p>
          <a:p>
            <a:pPr marL="0" indent="0">
              <a:buNone/>
            </a:pPr>
            <a:r>
              <a:rPr lang="en-US"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36" y="1178805"/>
            <a:ext cx="11314453" cy="2875402"/>
          </a:xfrm>
          <a:prstGeom prst="rect">
            <a:avLst/>
          </a:prstGeom>
        </p:spPr>
      </p:pic>
    </p:spTree>
    <p:extLst>
      <p:ext uri="{BB962C8B-B14F-4D97-AF65-F5344CB8AC3E}">
        <p14:creationId xmlns:p14="http://schemas.microsoft.com/office/powerpoint/2010/main" val="11186159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77500" lnSpcReduction="20000"/>
          </a:bodyPr>
          <a:lstStyle/>
          <a:p>
            <a:pPr marL="0" indent="0">
              <a:buNone/>
            </a:pPr>
            <a:r>
              <a:rPr lang="en-US" dirty="0" err="1"/>
              <a:t>Yukarıdaki</a:t>
            </a:r>
            <a:r>
              <a:rPr lang="en-US" dirty="0"/>
              <a:t> </a:t>
            </a:r>
            <a:r>
              <a:rPr lang="en-US" dirty="0" err="1"/>
              <a:t>kod</a:t>
            </a:r>
            <a:r>
              <a:rPr lang="en-US" dirty="0"/>
              <a:t> </a:t>
            </a:r>
            <a:r>
              <a:rPr lang="en-US" dirty="0" err="1"/>
              <a:t>örneğinde</a:t>
            </a:r>
            <a:r>
              <a:rPr lang="en-US" dirty="0"/>
              <a:t> </a:t>
            </a:r>
            <a:r>
              <a:rPr lang="en-US" dirty="0" err="1"/>
              <a:t>görüldüğü</a:t>
            </a:r>
            <a:r>
              <a:rPr lang="en-US" dirty="0"/>
              <a:t> </a:t>
            </a:r>
            <a:r>
              <a:rPr lang="en-US" dirty="0" err="1"/>
              <a:t>üzere</a:t>
            </a:r>
            <a:r>
              <a:rPr lang="en-US" dirty="0"/>
              <a:t> </a:t>
            </a:r>
            <a:r>
              <a:rPr lang="en-US" dirty="0" err="1"/>
              <a:t>iki</a:t>
            </a:r>
            <a:r>
              <a:rPr lang="en-US" dirty="0"/>
              <a:t> </a:t>
            </a:r>
            <a:r>
              <a:rPr lang="en-US" dirty="0" err="1"/>
              <a:t>farklı</a:t>
            </a:r>
            <a:r>
              <a:rPr lang="en-US" dirty="0"/>
              <a:t> </a:t>
            </a:r>
            <a:r>
              <a:rPr lang="en-US" dirty="0" err="1"/>
              <a:t>tipdeki</a:t>
            </a:r>
            <a:r>
              <a:rPr lang="en-US" dirty="0"/>
              <a:t> </a:t>
            </a:r>
            <a:r>
              <a:rPr lang="en-US" dirty="0" err="1"/>
              <a:t>veri</a:t>
            </a:r>
            <a:r>
              <a:rPr lang="en-US" dirty="0"/>
              <a:t> </a:t>
            </a:r>
            <a:r>
              <a:rPr lang="en-US" dirty="0" err="1"/>
              <a:t>veritabanına</a:t>
            </a:r>
            <a:r>
              <a:rPr lang="en-US" dirty="0"/>
              <a:t> </a:t>
            </a:r>
            <a:r>
              <a:rPr lang="en-US" dirty="0" err="1"/>
              <a:t>kaydedilmek</a:t>
            </a:r>
            <a:r>
              <a:rPr lang="en-US" dirty="0"/>
              <a:t> </a:t>
            </a:r>
            <a:r>
              <a:rPr lang="en-US" dirty="0" err="1"/>
              <a:t>isteniyor</a:t>
            </a:r>
            <a:r>
              <a:rPr lang="en-US" dirty="0"/>
              <a:t>. </a:t>
            </a:r>
            <a:r>
              <a:rPr lang="en-US" b="1" dirty="0"/>
              <a:t>Generic</a:t>
            </a:r>
            <a:r>
              <a:rPr lang="en-US" dirty="0"/>
              <a:t> </a:t>
            </a:r>
            <a:r>
              <a:rPr lang="en-US" dirty="0" err="1"/>
              <a:t>kullanmadan</a:t>
            </a:r>
            <a:r>
              <a:rPr lang="en-US" dirty="0"/>
              <a:t> </a:t>
            </a:r>
            <a:r>
              <a:rPr lang="en-US" dirty="0" err="1"/>
              <a:t>iki</a:t>
            </a:r>
            <a:r>
              <a:rPr lang="en-US" dirty="0"/>
              <a:t> </a:t>
            </a:r>
            <a:r>
              <a:rPr lang="en-US" dirty="0" err="1"/>
              <a:t>ayrı</a:t>
            </a:r>
            <a:r>
              <a:rPr lang="en-US" dirty="0"/>
              <a:t> method </a:t>
            </a:r>
            <a:r>
              <a:rPr lang="en-US" dirty="0" err="1"/>
              <a:t>yazılmış</a:t>
            </a:r>
            <a:r>
              <a:rPr lang="en-US" dirty="0"/>
              <a:t> </a:t>
            </a:r>
            <a:r>
              <a:rPr lang="en-US" dirty="0" err="1"/>
              <a:t>ve</a:t>
            </a:r>
            <a:r>
              <a:rPr lang="en-US" dirty="0"/>
              <a:t> </a:t>
            </a:r>
            <a:r>
              <a:rPr lang="en-US" dirty="0" err="1"/>
              <a:t>aslında</a:t>
            </a:r>
            <a:r>
              <a:rPr lang="en-US" dirty="0"/>
              <a:t> </a:t>
            </a:r>
            <a:r>
              <a:rPr lang="en-US" dirty="0" err="1"/>
              <a:t>ikiside</a:t>
            </a:r>
            <a:r>
              <a:rPr lang="en-US" dirty="0"/>
              <a:t> </a:t>
            </a:r>
            <a:r>
              <a:rPr lang="en-US" dirty="0" err="1"/>
              <a:t>aynı</a:t>
            </a:r>
            <a:r>
              <a:rPr lang="en-US" dirty="0"/>
              <a:t> </a:t>
            </a:r>
            <a:r>
              <a:rPr lang="en-US" dirty="0" err="1"/>
              <a:t>işi</a:t>
            </a:r>
            <a:r>
              <a:rPr lang="en-US" dirty="0"/>
              <a:t> </a:t>
            </a:r>
            <a:r>
              <a:rPr lang="en-US" dirty="0" err="1"/>
              <a:t>farklı</a:t>
            </a:r>
            <a:r>
              <a:rPr lang="en-US" dirty="0"/>
              <a:t> </a:t>
            </a:r>
            <a:r>
              <a:rPr lang="en-US" dirty="0" err="1"/>
              <a:t>tipler</a:t>
            </a:r>
            <a:r>
              <a:rPr lang="en-US" dirty="0"/>
              <a:t> </a:t>
            </a:r>
            <a:r>
              <a:rPr lang="en-US" dirty="0" err="1"/>
              <a:t>için</a:t>
            </a:r>
            <a:r>
              <a:rPr lang="en-US" dirty="0"/>
              <a:t> </a:t>
            </a:r>
            <a:r>
              <a:rPr lang="en-US" dirty="0" err="1"/>
              <a:t>yapıyor</a:t>
            </a:r>
            <a:r>
              <a:rPr lang="en-US" dirty="0" smtClean="0"/>
              <a:t>.</a:t>
            </a:r>
            <a:endParaRPr lang="tr-TR" dirty="0"/>
          </a:p>
          <a:p>
            <a:pPr marL="0" indent="0">
              <a:buNone/>
            </a:pPr>
            <a:r>
              <a:rPr lang="en-US" b="1" dirty="0"/>
              <a:t>// Generic </a:t>
            </a:r>
            <a:r>
              <a:rPr lang="en-US" b="1" dirty="0" err="1"/>
              <a:t>kullanarak</a:t>
            </a:r>
            <a:r>
              <a:rPr lang="en-US" dirty="0" smtClean="0"/>
              <a:t/>
            </a:r>
            <a:br>
              <a:rPr lang="en-US" dirty="0" smtClean="0"/>
            </a:br>
            <a:r>
              <a:rPr lang="en-US" dirty="0" err="1"/>
              <a:t>GenericRepository</a:t>
            </a:r>
            <a:r>
              <a:rPr lang="en-US" dirty="0"/>
              <a:t> &lt;T&gt; {</a:t>
            </a:r>
            <a:r>
              <a:rPr lang="en-US" dirty="0" smtClean="0"/>
              <a:t/>
            </a:r>
            <a:br>
              <a:rPr lang="en-US" dirty="0" smtClean="0"/>
            </a:br>
            <a:r>
              <a:rPr lang="en-US" dirty="0"/>
              <a:t>save(T object) {</a:t>
            </a:r>
            <a:r>
              <a:rPr lang="en-US" dirty="0" smtClean="0"/>
              <a:t/>
            </a:r>
            <a:br>
              <a:rPr lang="en-US" dirty="0" smtClean="0"/>
            </a:br>
            <a:r>
              <a:rPr lang="en-US" dirty="0"/>
              <a:t>***</a:t>
            </a:r>
            <a:r>
              <a:rPr lang="en-US" b="1" dirty="0"/>
              <a:t/>
            </a:r>
            <a:br>
              <a:rPr lang="en-US" b="1" dirty="0"/>
            </a:br>
            <a:r>
              <a:rPr lang="en-US" dirty="0"/>
              <a:t>}</a:t>
            </a:r>
            <a:r>
              <a:rPr lang="en-US" dirty="0" smtClean="0"/>
              <a:t/>
            </a:r>
            <a:br>
              <a:rPr lang="en-US" dirty="0" smtClean="0"/>
            </a:br>
            <a:r>
              <a:rPr lang="en-US" dirty="0" smtClean="0"/>
              <a:t>}</a:t>
            </a:r>
            <a:endParaRPr lang="tr-TR" dirty="0" smtClean="0"/>
          </a:p>
          <a:p>
            <a:pPr marL="0" indent="0">
              <a:buNone/>
            </a:pPr>
            <a:r>
              <a:rPr lang="en-US" dirty="0" err="1"/>
              <a:t>Yukarıda</a:t>
            </a:r>
            <a:r>
              <a:rPr lang="en-US" dirty="0"/>
              <a:t> </a:t>
            </a:r>
            <a:r>
              <a:rPr lang="en-US" b="1" dirty="0"/>
              <a:t>Generic</a:t>
            </a:r>
            <a:r>
              <a:rPr lang="en-US" dirty="0"/>
              <a:t> bir </a:t>
            </a:r>
            <a:r>
              <a:rPr lang="en-US" dirty="0" err="1"/>
              <a:t>tanımlama</a:t>
            </a:r>
            <a:r>
              <a:rPr lang="en-US" dirty="0"/>
              <a:t> </a:t>
            </a:r>
            <a:r>
              <a:rPr lang="en-US" dirty="0" err="1"/>
              <a:t>yaparak</a:t>
            </a:r>
            <a:r>
              <a:rPr lang="en-US" dirty="0"/>
              <a:t> </a:t>
            </a:r>
            <a:r>
              <a:rPr lang="en-US" dirty="0" err="1"/>
              <a:t>önceki</a:t>
            </a:r>
            <a:r>
              <a:rPr lang="en-US" dirty="0"/>
              <a:t> </a:t>
            </a:r>
            <a:r>
              <a:rPr lang="en-US" dirty="0" err="1"/>
              <a:t>iki</a:t>
            </a:r>
            <a:r>
              <a:rPr lang="en-US" dirty="0"/>
              <a:t> method </a:t>
            </a:r>
            <a:r>
              <a:rPr lang="en-US" dirty="0" err="1"/>
              <a:t>ile</a:t>
            </a:r>
            <a:r>
              <a:rPr lang="en-US" dirty="0"/>
              <a:t> </a:t>
            </a:r>
            <a:r>
              <a:rPr lang="en-US" dirty="0" err="1"/>
              <a:t>aynı</a:t>
            </a:r>
            <a:r>
              <a:rPr lang="en-US" dirty="0"/>
              <a:t> </a:t>
            </a:r>
            <a:r>
              <a:rPr lang="en-US" dirty="0" err="1"/>
              <a:t>görevi</a:t>
            </a:r>
            <a:r>
              <a:rPr lang="en-US" dirty="0"/>
              <a:t> </a:t>
            </a:r>
            <a:r>
              <a:rPr lang="en-US" dirty="0" err="1"/>
              <a:t>yapan</a:t>
            </a:r>
            <a:r>
              <a:rPr lang="en-US" dirty="0"/>
              <a:t> </a:t>
            </a:r>
            <a:r>
              <a:rPr lang="en-US" dirty="0" err="1"/>
              <a:t>tek</a:t>
            </a:r>
            <a:r>
              <a:rPr lang="en-US" dirty="0"/>
              <a:t> bir method </a:t>
            </a:r>
            <a:r>
              <a:rPr lang="en-US" dirty="0" err="1"/>
              <a:t>yazarak</a:t>
            </a:r>
            <a:r>
              <a:rPr lang="en-US" dirty="0"/>
              <a:t> </a:t>
            </a:r>
            <a:r>
              <a:rPr lang="en-US" dirty="0" err="1"/>
              <a:t>kod</a:t>
            </a:r>
            <a:r>
              <a:rPr lang="en-US" dirty="0"/>
              <a:t> </a:t>
            </a:r>
            <a:r>
              <a:rPr lang="en-US" dirty="0" err="1"/>
              <a:t>fazlalığından</a:t>
            </a:r>
            <a:r>
              <a:rPr lang="en-US" dirty="0"/>
              <a:t> </a:t>
            </a:r>
            <a:r>
              <a:rPr lang="en-US" dirty="0" err="1"/>
              <a:t>kurtulmuş</a:t>
            </a:r>
            <a:r>
              <a:rPr lang="en-US" dirty="0"/>
              <a:t> </a:t>
            </a:r>
            <a:r>
              <a:rPr lang="en-US" dirty="0" err="1"/>
              <a:t>olduk</a:t>
            </a:r>
            <a:r>
              <a:rPr lang="en-US" dirty="0" smtClean="0"/>
              <a:t>.</a:t>
            </a:r>
            <a:endParaRPr lang="tr-TR" dirty="0" smtClean="0"/>
          </a:p>
          <a:p>
            <a:pPr marL="0" indent="0">
              <a:buNone/>
            </a:pPr>
            <a:r>
              <a:rPr lang="en-US" b="1" dirty="0"/>
              <a:t>Generics</a:t>
            </a:r>
            <a:r>
              <a:rPr lang="en-US" dirty="0"/>
              <a:t> </a:t>
            </a:r>
            <a:r>
              <a:rPr lang="en-US" dirty="0" err="1"/>
              <a:t>ifadelerin</a:t>
            </a:r>
            <a:r>
              <a:rPr lang="en-US" dirty="0"/>
              <a:t> bir </a:t>
            </a:r>
            <a:r>
              <a:rPr lang="en-US" dirty="0" err="1"/>
              <a:t>diğer</a:t>
            </a:r>
            <a:r>
              <a:rPr lang="en-US" dirty="0"/>
              <a:t> </a:t>
            </a:r>
            <a:r>
              <a:rPr lang="en-US" dirty="0" err="1"/>
              <a:t>faydası</a:t>
            </a:r>
            <a:r>
              <a:rPr lang="en-US" dirty="0"/>
              <a:t> </a:t>
            </a:r>
            <a:r>
              <a:rPr lang="en-US" b="1" dirty="0"/>
              <a:t>Casting</a:t>
            </a:r>
            <a:r>
              <a:rPr lang="en-US" dirty="0"/>
              <a:t> </a:t>
            </a:r>
            <a:r>
              <a:rPr lang="en-US" dirty="0" err="1"/>
              <a:t>işlemine</a:t>
            </a:r>
            <a:r>
              <a:rPr lang="en-US" dirty="0"/>
              <a:t> </a:t>
            </a:r>
            <a:r>
              <a:rPr lang="en-US" dirty="0" err="1"/>
              <a:t>gerek</a:t>
            </a:r>
            <a:r>
              <a:rPr lang="en-US" dirty="0"/>
              <a:t> </a:t>
            </a:r>
            <a:r>
              <a:rPr lang="en-US" dirty="0" err="1"/>
              <a:t>duymamasıdır</a:t>
            </a:r>
            <a:r>
              <a:rPr lang="en-US" dirty="0"/>
              <a:t>. Java 1.4 </a:t>
            </a:r>
            <a:r>
              <a:rPr lang="en-US" dirty="0" err="1"/>
              <a:t>ve</a:t>
            </a:r>
            <a:r>
              <a:rPr lang="en-US" dirty="0"/>
              <a:t> </a:t>
            </a:r>
            <a:r>
              <a:rPr lang="en-US" dirty="0" err="1"/>
              <a:t>önceki</a:t>
            </a:r>
            <a:r>
              <a:rPr lang="en-US" dirty="0"/>
              <a:t> </a:t>
            </a:r>
            <a:r>
              <a:rPr lang="en-US" dirty="0" err="1"/>
              <a:t>versiyonlarda</a:t>
            </a:r>
            <a:r>
              <a:rPr lang="en-US" dirty="0"/>
              <a:t> Object </a:t>
            </a:r>
            <a:r>
              <a:rPr lang="en-US" dirty="0" err="1"/>
              <a:t>veya</a:t>
            </a:r>
            <a:r>
              <a:rPr lang="en-US" dirty="0"/>
              <a:t> Raw </a:t>
            </a:r>
            <a:r>
              <a:rPr lang="en-US" dirty="0" err="1"/>
              <a:t>ile</a:t>
            </a:r>
            <a:r>
              <a:rPr lang="en-US" dirty="0"/>
              <a:t> </a:t>
            </a:r>
            <a:r>
              <a:rPr lang="en-US" dirty="0" err="1"/>
              <a:t>kullanımda</a:t>
            </a:r>
            <a:r>
              <a:rPr lang="en-US" dirty="0"/>
              <a:t> Casting </a:t>
            </a:r>
            <a:r>
              <a:rPr lang="en-US" dirty="0" err="1"/>
              <a:t>işlemi</a:t>
            </a:r>
            <a:r>
              <a:rPr lang="en-US" dirty="0"/>
              <a:t> </a:t>
            </a:r>
            <a:r>
              <a:rPr lang="en-US" dirty="0" err="1"/>
              <a:t>zorunluydu</a:t>
            </a:r>
            <a:r>
              <a:rPr lang="en-US" dirty="0"/>
              <a:t> </a:t>
            </a:r>
            <a:r>
              <a:rPr lang="en-US" dirty="0" err="1"/>
              <a:t>ve</a:t>
            </a:r>
            <a:r>
              <a:rPr lang="en-US" dirty="0"/>
              <a:t> </a:t>
            </a:r>
            <a:r>
              <a:rPr lang="en-US" dirty="0" err="1"/>
              <a:t>gereksiz</a:t>
            </a:r>
            <a:r>
              <a:rPr lang="en-US" dirty="0"/>
              <a:t> </a:t>
            </a:r>
            <a:r>
              <a:rPr lang="en-US" dirty="0" err="1"/>
              <a:t>kod</a:t>
            </a:r>
            <a:r>
              <a:rPr lang="en-US" dirty="0"/>
              <a:t> </a:t>
            </a:r>
            <a:r>
              <a:rPr lang="en-US" dirty="0" err="1"/>
              <a:t>kalabalığı</a:t>
            </a:r>
            <a:r>
              <a:rPr lang="en-US" dirty="0"/>
              <a:t> </a:t>
            </a:r>
            <a:r>
              <a:rPr lang="en-US" dirty="0" err="1"/>
              <a:t>vardı</a:t>
            </a:r>
            <a:r>
              <a:rPr lang="en-US" dirty="0" smtClean="0"/>
              <a:t>.</a:t>
            </a:r>
            <a:endParaRPr lang="tr-TR" dirty="0" smtClean="0"/>
          </a:p>
          <a:p>
            <a:pPr marL="0" indent="0">
              <a:buNone/>
            </a:pPr>
            <a:r>
              <a:rPr lang="en-US" b="1" dirty="0" smtClean="0"/>
              <a:t>// Java 5 </a:t>
            </a:r>
            <a:r>
              <a:rPr lang="en-US" b="1" dirty="0" err="1" smtClean="0"/>
              <a:t>Öncesi</a:t>
            </a:r>
            <a:endParaRPr lang="en-US" b="1" dirty="0" smtClean="0"/>
          </a:p>
          <a:p>
            <a:pPr marL="0" indent="0">
              <a:buNone/>
            </a:pPr>
            <a:r>
              <a:rPr lang="en-US" dirty="0" smtClean="0"/>
              <a:t>List </a:t>
            </a:r>
            <a:r>
              <a:rPr lang="en-US" dirty="0" err="1" smtClean="0"/>
              <a:t>list</a:t>
            </a:r>
            <a:r>
              <a:rPr lang="en-US" dirty="0" smtClean="0"/>
              <a:t> = new </a:t>
            </a:r>
            <a:r>
              <a:rPr lang="en-US" dirty="0" err="1" smtClean="0"/>
              <a:t>ArrayList</a:t>
            </a:r>
            <a:r>
              <a:rPr lang="en-US" dirty="0" smtClean="0"/>
              <a:t>();</a:t>
            </a:r>
          </a:p>
          <a:p>
            <a:pPr marL="0" indent="0">
              <a:buNone/>
            </a:pPr>
            <a:r>
              <a:rPr lang="en-US" dirty="0" err="1" smtClean="0"/>
              <a:t>list.add</a:t>
            </a:r>
            <a:r>
              <a:rPr lang="en-US" dirty="0" smtClean="0"/>
              <a:t>("</a:t>
            </a:r>
            <a:r>
              <a:rPr lang="en-US" dirty="0" err="1" smtClean="0"/>
              <a:t>Merhaba</a:t>
            </a:r>
            <a:r>
              <a:rPr lang="en-US" dirty="0" smtClean="0"/>
              <a:t>");</a:t>
            </a:r>
          </a:p>
          <a:p>
            <a:pPr marL="0" indent="0">
              <a:buNone/>
            </a:pPr>
            <a:r>
              <a:rPr lang="en-US" dirty="0" smtClean="0"/>
              <a:t>String </a:t>
            </a:r>
            <a:r>
              <a:rPr lang="en-US" dirty="0" err="1" smtClean="0"/>
              <a:t>str</a:t>
            </a:r>
            <a:r>
              <a:rPr lang="en-US" dirty="0" smtClean="0"/>
              <a:t> = (String) </a:t>
            </a:r>
            <a:r>
              <a:rPr lang="en-US" dirty="0" err="1" smtClean="0"/>
              <a:t>list.get</a:t>
            </a:r>
            <a:r>
              <a:rPr lang="en-US" dirty="0" smtClean="0"/>
              <a:t>(0);</a:t>
            </a:r>
          </a:p>
          <a:p>
            <a:pPr marL="0" indent="0">
              <a:buNone/>
            </a:pPr>
            <a:r>
              <a:rPr lang="en-US" b="1" dirty="0" smtClean="0"/>
              <a:t>// Java 5 </a:t>
            </a:r>
            <a:r>
              <a:rPr lang="en-US" b="1" dirty="0" err="1" smtClean="0"/>
              <a:t>Sonrası</a:t>
            </a:r>
            <a:endParaRPr lang="en-US" b="1" dirty="0" smtClean="0"/>
          </a:p>
          <a:p>
            <a:pPr marL="0" indent="0">
              <a:buNone/>
            </a:pPr>
            <a:r>
              <a:rPr lang="en-US" dirty="0" smtClean="0"/>
              <a:t>List&lt;String&gt; </a:t>
            </a:r>
            <a:r>
              <a:rPr lang="en-US" dirty="0" err="1" smtClean="0"/>
              <a:t>genericList</a:t>
            </a:r>
            <a:r>
              <a:rPr lang="en-US" dirty="0" smtClean="0"/>
              <a:t> = new </a:t>
            </a:r>
            <a:r>
              <a:rPr lang="en-US" dirty="0" err="1" smtClean="0"/>
              <a:t>ArrayList</a:t>
            </a:r>
            <a:r>
              <a:rPr lang="en-US" dirty="0" smtClean="0"/>
              <a:t>&lt;String&gt;();</a:t>
            </a:r>
          </a:p>
          <a:p>
            <a:pPr marL="0" indent="0">
              <a:buNone/>
            </a:pPr>
            <a:r>
              <a:rPr lang="en-US" dirty="0" err="1" smtClean="0"/>
              <a:t>genericList.add</a:t>
            </a:r>
            <a:r>
              <a:rPr lang="en-US" dirty="0" smtClean="0"/>
              <a:t>("</a:t>
            </a:r>
            <a:r>
              <a:rPr lang="en-US" dirty="0" err="1" smtClean="0"/>
              <a:t>Merhaba</a:t>
            </a:r>
            <a:r>
              <a:rPr lang="en-US" dirty="0" smtClean="0"/>
              <a:t>");</a:t>
            </a:r>
          </a:p>
          <a:p>
            <a:pPr marL="0" indent="0">
              <a:buNone/>
            </a:pPr>
            <a:r>
              <a:rPr lang="en-US" dirty="0" err="1" smtClean="0"/>
              <a:t>str</a:t>
            </a:r>
            <a:r>
              <a:rPr lang="en-US" dirty="0" smtClean="0"/>
              <a:t> = </a:t>
            </a:r>
            <a:r>
              <a:rPr lang="en-US" dirty="0" err="1" smtClean="0"/>
              <a:t>genericList.get</a:t>
            </a:r>
            <a:r>
              <a:rPr lang="en-US" dirty="0" smtClean="0"/>
              <a:t>(0);</a:t>
            </a:r>
            <a:endParaRPr lang="en-US" dirty="0"/>
          </a:p>
          <a:p>
            <a:pPr marL="0" indent="0">
              <a:buNone/>
            </a:pPr>
            <a:endParaRPr lang="en-US" dirty="0"/>
          </a:p>
        </p:txBody>
      </p:sp>
    </p:spTree>
    <p:extLst>
      <p:ext uri="{BB962C8B-B14F-4D97-AF65-F5344CB8AC3E}">
        <p14:creationId xmlns:p14="http://schemas.microsoft.com/office/powerpoint/2010/main" val="5053371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lstStyle/>
          <a:p>
            <a:pPr marL="0" indent="0">
              <a:buNone/>
            </a:pPr>
            <a:r>
              <a:rPr lang="en-US" b="1" dirty="0" smtClean="0"/>
              <a:t>Java 7 </a:t>
            </a:r>
            <a:r>
              <a:rPr lang="en-US" b="1" dirty="0" err="1" smtClean="0"/>
              <a:t>ile</a:t>
            </a:r>
            <a:r>
              <a:rPr lang="en-US" b="1" dirty="0" smtClean="0"/>
              <a:t> Generic instance </a:t>
            </a:r>
            <a:r>
              <a:rPr lang="en-US" b="1" dirty="0" err="1" smtClean="0"/>
              <a:t>oluşturma</a:t>
            </a:r>
            <a:endParaRPr lang="en-US" b="1" dirty="0" smtClean="0"/>
          </a:p>
          <a:p>
            <a:pPr marL="0" indent="0">
              <a:buNone/>
            </a:pPr>
            <a:r>
              <a:rPr lang="en-US" dirty="0" smtClean="0"/>
              <a:t>Java 7'de </a:t>
            </a:r>
            <a:r>
              <a:rPr lang="en-US" dirty="0" err="1" smtClean="0"/>
              <a:t>derleyici</a:t>
            </a:r>
            <a:r>
              <a:rPr lang="en-US" dirty="0" smtClean="0"/>
              <a:t> </a:t>
            </a:r>
            <a:r>
              <a:rPr lang="en-US" dirty="0" err="1" smtClean="0"/>
              <a:t>daha</a:t>
            </a:r>
            <a:r>
              <a:rPr lang="en-US" dirty="0" smtClean="0"/>
              <a:t> </a:t>
            </a:r>
            <a:r>
              <a:rPr lang="en-US" dirty="0" err="1" smtClean="0"/>
              <a:t>akıllı</a:t>
            </a:r>
            <a:r>
              <a:rPr lang="en-US" dirty="0" smtClean="0"/>
              <a:t> hale </a:t>
            </a:r>
            <a:r>
              <a:rPr lang="en-US" dirty="0" err="1" smtClean="0"/>
              <a:t>getirildi</a:t>
            </a:r>
            <a:r>
              <a:rPr lang="en-US" dirty="0" smtClean="0"/>
              <a:t>. </a:t>
            </a:r>
            <a:r>
              <a:rPr lang="en-US" b="1" dirty="0" smtClean="0"/>
              <a:t>Generic</a:t>
            </a:r>
            <a:r>
              <a:rPr lang="en-US" dirty="0" smtClean="0"/>
              <a:t> instance </a:t>
            </a:r>
            <a:r>
              <a:rPr lang="en-US" dirty="0" err="1" smtClean="0"/>
              <a:t>oluşturduğumuzda</a:t>
            </a:r>
            <a:r>
              <a:rPr lang="en-US" dirty="0" smtClean="0"/>
              <a:t> </a:t>
            </a:r>
            <a:r>
              <a:rPr lang="en-US" dirty="0" err="1" smtClean="0"/>
              <a:t>sağ</a:t>
            </a:r>
            <a:r>
              <a:rPr lang="en-US" dirty="0" smtClean="0"/>
              <a:t> </a:t>
            </a:r>
            <a:r>
              <a:rPr lang="en-US" dirty="0" err="1" smtClean="0"/>
              <a:t>tarafta</a:t>
            </a:r>
            <a:r>
              <a:rPr lang="en-US" dirty="0" smtClean="0"/>
              <a:t> generic tipi </a:t>
            </a:r>
            <a:r>
              <a:rPr lang="en-US" dirty="0" err="1" smtClean="0"/>
              <a:t>tekrar</a:t>
            </a:r>
            <a:r>
              <a:rPr lang="en-US" dirty="0" smtClean="0"/>
              <a:t> </a:t>
            </a:r>
            <a:r>
              <a:rPr lang="en-US" dirty="0" err="1" smtClean="0"/>
              <a:t>belirtme</a:t>
            </a:r>
            <a:r>
              <a:rPr lang="en-US" dirty="0" smtClean="0"/>
              <a:t> </a:t>
            </a:r>
            <a:r>
              <a:rPr lang="en-US" dirty="0" err="1" smtClean="0"/>
              <a:t>zorunluluğu</a:t>
            </a:r>
            <a:r>
              <a:rPr lang="en-US" dirty="0" smtClean="0"/>
              <a:t> </a:t>
            </a:r>
            <a:r>
              <a:rPr lang="en-US" dirty="0" err="1" smtClean="0"/>
              <a:t>kaldırıldı</a:t>
            </a:r>
            <a:r>
              <a:rPr lang="en-US" dirty="0" smtClean="0"/>
              <a:t>.</a:t>
            </a:r>
            <a:endParaRPr lang="tr-TR" dirty="0" smtClean="0"/>
          </a:p>
          <a:p>
            <a:pPr marL="0" indent="0">
              <a:buNone/>
            </a:pPr>
            <a:r>
              <a:rPr lang="en-US" dirty="0" smtClean="0"/>
              <a:t>/</a:t>
            </a:r>
            <a:r>
              <a:rPr lang="en-US" b="1" dirty="0" smtClean="0"/>
              <a:t>/ Java 7 </a:t>
            </a:r>
            <a:r>
              <a:rPr lang="en-US" b="1" dirty="0" err="1" smtClean="0"/>
              <a:t>öncesi</a:t>
            </a:r>
            <a:endParaRPr lang="en-US" b="1" dirty="0" smtClean="0"/>
          </a:p>
          <a:p>
            <a:pPr marL="0" indent="0">
              <a:buNone/>
            </a:pPr>
            <a:r>
              <a:rPr lang="en-US" dirty="0" smtClean="0"/>
              <a:t>List&lt;String&gt; list = new </a:t>
            </a:r>
            <a:r>
              <a:rPr lang="en-US" dirty="0" err="1" smtClean="0"/>
              <a:t>ArrayList</a:t>
            </a:r>
            <a:r>
              <a:rPr lang="en-US" dirty="0" smtClean="0"/>
              <a:t>&lt;String&gt;();</a:t>
            </a:r>
          </a:p>
          <a:p>
            <a:pPr marL="0" indent="0">
              <a:buNone/>
            </a:pPr>
            <a:r>
              <a:rPr lang="en-US" b="1" dirty="0" smtClean="0"/>
              <a:t>// Java 7 </a:t>
            </a:r>
            <a:r>
              <a:rPr lang="en-US" b="1" dirty="0" err="1" smtClean="0"/>
              <a:t>sonrası</a:t>
            </a:r>
            <a:endParaRPr lang="en-US" b="1" dirty="0" smtClean="0"/>
          </a:p>
          <a:p>
            <a:pPr marL="0" indent="0">
              <a:buNone/>
            </a:pPr>
            <a:r>
              <a:rPr lang="en-US" dirty="0" smtClean="0"/>
              <a:t>List&lt;String&gt; list = new </a:t>
            </a:r>
            <a:r>
              <a:rPr lang="en-US" dirty="0" err="1" smtClean="0"/>
              <a:t>ArrayList</a:t>
            </a:r>
            <a:r>
              <a:rPr lang="en-US" dirty="0" smtClean="0"/>
              <a:t>&lt;&gt;();</a:t>
            </a:r>
            <a:endParaRPr lang="tr-TR" dirty="0" smtClean="0"/>
          </a:p>
          <a:p>
            <a:pPr marL="0" indent="0">
              <a:buNone/>
            </a:pPr>
            <a:r>
              <a:rPr lang="en-US" b="1" dirty="0"/>
              <a:t>Bounded Types</a:t>
            </a:r>
          </a:p>
          <a:p>
            <a:pPr marL="0" indent="0">
              <a:buNone/>
            </a:pPr>
            <a:r>
              <a:rPr lang="en-US" b="1" i="1" dirty="0"/>
              <a:t>Generic</a:t>
            </a:r>
            <a:r>
              <a:rPr lang="en-US" i="1" dirty="0"/>
              <a:t> </a:t>
            </a:r>
            <a:r>
              <a:rPr lang="en-US" i="1" dirty="0" err="1"/>
              <a:t>ifadeler</a:t>
            </a:r>
            <a:r>
              <a:rPr lang="en-US" i="1" dirty="0"/>
              <a:t> </a:t>
            </a:r>
            <a:r>
              <a:rPr lang="en-US" i="1" dirty="0" err="1"/>
              <a:t>kodlarımızda</a:t>
            </a:r>
            <a:r>
              <a:rPr lang="en-US" i="1" dirty="0"/>
              <a:t> </a:t>
            </a:r>
            <a:r>
              <a:rPr lang="en-US" i="1" dirty="0" err="1"/>
              <a:t>birden</a:t>
            </a:r>
            <a:r>
              <a:rPr lang="en-US" i="1" dirty="0"/>
              <a:t> </a:t>
            </a:r>
            <a:r>
              <a:rPr lang="en-US" i="1" dirty="0" err="1"/>
              <a:t>fazla</a:t>
            </a:r>
            <a:r>
              <a:rPr lang="en-US" i="1" dirty="0"/>
              <a:t> </a:t>
            </a:r>
            <a:r>
              <a:rPr lang="en-US" i="1" dirty="0" err="1"/>
              <a:t>veri</a:t>
            </a:r>
            <a:r>
              <a:rPr lang="en-US" i="1" dirty="0"/>
              <a:t> tipi </a:t>
            </a:r>
            <a:r>
              <a:rPr lang="en-US" i="1" dirty="0" err="1"/>
              <a:t>ile</a:t>
            </a:r>
            <a:r>
              <a:rPr lang="en-US" i="1" dirty="0"/>
              <a:t> </a:t>
            </a:r>
            <a:r>
              <a:rPr lang="en-US" i="1" dirty="0" err="1"/>
              <a:t>çalışmamıza</a:t>
            </a:r>
            <a:r>
              <a:rPr lang="en-US" i="1" dirty="0"/>
              <a:t> </a:t>
            </a:r>
            <a:r>
              <a:rPr lang="en-US" i="1" dirty="0" err="1"/>
              <a:t>olanak</a:t>
            </a:r>
            <a:r>
              <a:rPr lang="en-US" i="1" dirty="0"/>
              <a:t> </a:t>
            </a:r>
            <a:r>
              <a:rPr lang="en-US" i="1" dirty="0" err="1"/>
              <a:t>sağlar</a:t>
            </a:r>
            <a:r>
              <a:rPr lang="en-US" i="1" dirty="0"/>
              <a:t>. </a:t>
            </a:r>
            <a:r>
              <a:rPr lang="en-US" i="1" dirty="0" err="1"/>
              <a:t>Ama</a:t>
            </a:r>
            <a:r>
              <a:rPr lang="en-US" i="1" dirty="0"/>
              <a:t> </a:t>
            </a:r>
            <a:r>
              <a:rPr lang="en-US" i="1" dirty="0" err="1"/>
              <a:t>bazen</a:t>
            </a:r>
            <a:r>
              <a:rPr lang="en-US" i="1" dirty="0"/>
              <a:t> </a:t>
            </a:r>
            <a:r>
              <a:rPr lang="en-US" i="1" dirty="0" err="1"/>
              <a:t>uygulamamızda</a:t>
            </a:r>
            <a:r>
              <a:rPr lang="en-US" i="1" dirty="0"/>
              <a:t> </a:t>
            </a:r>
            <a:r>
              <a:rPr lang="en-US" i="1" dirty="0" err="1"/>
              <a:t>öyle</a:t>
            </a:r>
            <a:r>
              <a:rPr lang="en-US" i="1" dirty="0"/>
              <a:t> </a:t>
            </a:r>
            <a:r>
              <a:rPr lang="en-US" i="1" dirty="0" err="1"/>
              <a:t>ihtiyaçlarımız</a:t>
            </a:r>
            <a:r>
              <a:rPr lang="en-US" i="1" dirty="0"/>
              <a:t> </a:t>
            </a:r>
            <a:r>
              <a:rPr lang="en-US" i="1" dirty="0" err="1"/>
              <a:t>oluyor</a:t>
            </a:r>
            <a:r>
              <a:rPr lang="en-US" i="1" dirty="0"/>
              <a:t> </a:t>
            </a:r>
            <a:r>
              <a:rPr lang="en-US" i="1" dirty="0" err="1"/>
              <a:t>ki</a:t>
            </a:r>
            <a:r>
              <a:rPr lang="en-US" i="1" dirty="0"/>
              <a:t> </a:t>
            </a:r>
            <a:r>
              <a:rPr lang="en-US" i="1" dirty="0" err="1"/>
              <a:t>sadece</a:t>
            </a:r>
            <a:r>
              <a:rPr lang="en-US" i="1" dirty="0"/>
              <a:t> </a:t>
            </a:r>
            <a:r>
              <a:rPr lang="en-US" i="1" dirty="0" err="1"/>
              <a:t>tek</a:t>
            </a:r>
            <a:r>
              <a:rPr lang="en-US" i="1" dirty="0"/>
              <a:t> bir </a:t>
            </a:r>
            <a:r>
              <a:rPr lang="en-US" i="1" dirty="0" err="1"/>
              <a:t>türden</a:t>
            </a:r>
            <a:r>
              <a:rPr lang="en-US" i="1" dirty="0"/>
              <a:t> </a:t>
            </a:r>
            <a:r>
              <a:rPr lang="en-US" i="1" dirty="0" err="1"/>
              <a:t>nesne</a:t>
            </a:r>
            <a:r>
              <a:rPr lang="en-US" i="1" dirty="0"/>
              <a:t> </a:t>
            </a:r>
            <a:r>
              <a:rPr lang="en-US" i="1" dirty="0" err="1"/>
              <a:t>ile</a:t>
            </a:r>
            <a:r>
              <a:rPr lang="en-US" i="1" dirty="0"/>
              <a:t> </a:t>
            </a:r>
            <a:r>
              <a:rPr lang="en-US" i="1" dirty="0" err="1"/>
              <a:t>çalışmak</a:t>
            </a:r>
            <a:r>
              <a:rPr lang="en-US" i="1" dirty="0"/>
              <a:t> </a:t>
            </a:r>
            <a:r>
              <a:rPr lang="en-US" i="1" dirty="0" err="1"/>
              <a:t>isteyebiliriz</a:t>
            </a:r>
            <a:r>
              <a:rPr lang="en-US" i="1" dirty="0"/>
              <a:t>.</a:t>
            </a:r>
          </a:p>
          <a:p>
            <a:pPr marL="0" indent="0">
              <a:buNone/>
            </a:pPr>
            <a:r>
              <a:rPr lang="en-US" i="1" dirty="0" err="1"/>
              <a:t>Örneğin</a:t>
            </a:r>
            <a:r>
              <a:rPr lang="en-US" i="1" dirty="0"/>
              <a:t> </a:t>
            </a:r>
            <a:r>
              <a:rPr lang="en-US" i="1" dirty="0" err="1"/>
              <a:t>karenin</a:t>
            </a:r>
            <a:r>
              <a:rPr lang="en-US" i="1" dirty="0"/>
              <a:t> </a:t>
            </a:r>
            <a:r>
              <a:rPr lang="en-US" i="1" dirty="0" err="1"/>
              <a:t>alanını</a:t>
            </a:r>
            <a:r>
              <a:rPr lang="en-US" i="1" dirty="0"/>
              <a:t> </a:t>
            </a:r>
            <a:r>
              <a:rPr lang="en-US" i="1" dirty="0" err="1"/>
              <a:t>hesaplayacak</a:t>
            </a:r>
            <a:r>
              <a:rPr lang="en-US" i="1" dirty="0"/>
              <a:t> </a:t>
            </a:r>
            <a:r>
              <a:rPr lang="en-US" i="1" dirty="0" err="1"/>
              <a:t>olursak</a:t>
            </a:r>
            <a:r>
              <a:rPr lang="en-US" i="1" dirty="0"/>
              <a:t> </a:t>
            </a:r>
            <a:r>
              <a:rPr lang="en-US" i="1" dirty="0" err="1"/>
              <a:t>buradaki</a:t>
            </a:r>
            <a:r>
              <a:rPr lang="en-US" i="1" dirty="0"/>
              <a:t> </a:t>
            </a:r>
            <a:r>
              <a:rPr lang="en-US" i="1" dirty="0" err="1"/>
              <a:t>veri</a:t>
            </a:r>
            <a:r>
              <a:rPr lang="en-US" i="1" dirty="0"/>
              <a:t> </a:t>
            </a:r>
            <a:r>
              <a:rPr lang="en-US" i="1" dirty="0" err="1"/>
              <a:t>tipimiz</a:t>
            </a:r>
            <a:r>
              <a:rPr lang="en-US" i="1" dirty="0"/>
              <a:t> numeric </a:t>
            </a:r>
            <a:r>
              <a:rPr lang="en-US" i="1" dirty="0" err="1"/>
              <a:t>tipler</a:t>
            </a:r>
            <a:r>
              <a:rPr lang="en-US" i="1" dirty="0"/>
              <a:t> </a:t>
            </a:r>
            <a:r>
              <a:rPr lang="en-US" i="1" dirty="0" err="1"/>
              <a:t>olacaktır</a:t>
            </a:r>
            <a:r>
              <a:rPr lang="en-US" i="1" dirty="0"/>
              <a:t>. Integer, Double, Long vs. Bu </a:t>
            </a:r>
            <a:r>
              <a:rPr lang="en-US" i="1" dirty="0" err="1"/>
              <a:t>sınıfların</a:t>
            </a:r>
            <a:r>
              <a:rPr lang="en-US" i="1" dirty="0"/>
              <a:t> </a:t>
            </a:r>
            <a:r>
              <a:rPr lang="en-US" i="1" dirty="0" err="1"/>
              <a:t>hepsi</a:t>
            </a:r>
            <a:r>
              <a:rPr lang="en-US" i="1" dirty="0"/>
              <a:t> </a:t>
            </a:r>
            <a:r>
              <a:rPr lang="en-US" b="1" dirty="0" err="1"/>
              <a:t>java.lang.Number</a:t>
            </a:r>
            <a:r>
              <a:rPr lang="en-US" i="1" dirty="0"/>
              <a:t> </a:t>
            </a:r>
            <a:r>
              <a:rPr lang="en-US" i="1" dirty="0" err="1"/>
              <a:t>sınıfını</a:t>
            </a:r>
            <a:r>
              <a:rPr lang="en-US" i="1" dirty="0"/>
              <a:t> extend </a:t>
            </a:r>
            <a:r>
              <a:rPr lang="en-US" i="1" dirty="0" err="1"/>
              <a:t>ediyorlar</a:t>
            </a:r>
            <a:r>
              <a:rPr lang="en-US" i="1" dirty="0"/>
              <a:t>.</a:t>
            </a:r>
          </a:p>
          <a:p>
            <a:pPr marL="0" indent="0">
              <a:buNone/>
            </a:pPr>
            <a:endParaRPr lang="en-US"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6417196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85000" lnSpcReduction="20000"/>
          </a:bodyPr>
          <a:lstStyle/>
          <a:p>
            <a:pPr marL="0" indent="0">
              <a:buNone/>
            </a:pPr>
            <a:r>
              <a:rPr lang="en-US" b="1" dirty="0"/>
              <a:t>Bounded types</a:t>
            </a:r>
            <a:r>
              <a:rPr lang="en-US" dirty="0"/>
              <a:t>, </a:t>
            </a:r>
            <a:r>
              <a:rPr lang="en-US" dirty="0" err="1"/>
              <a:t>oluşturulacak</a:t>
            </a:r>
            <a:r>
              <a:rPr lang="en-US" dirty="0"/>
              <a:t> Generic </a:t>
            </a:r>
            <a:r>
              <a:rPr lang="en-US" dirty="0" err="1"/>
              <a:t>yapıyı</a:t>
            </a:r>
            <a:r>
              <a:rPr lang="en-US" dirty="0"/>
              <a:t> </a:t>
            </a:r>
            <a:r>
              <a:rPr lang="en-US" dirty="0" err="1"/>
              <a:t>belirli</a:t>
            </a:r>
            <a:r>
              <a:rPr lang="en-US" dirty="0"/>
              <a:t> bir </a:t>
            </a:r>
            <a:r>
              <a:rPr lang="en-US" dirty="0" err="1"/>
              <a:t>şablon</a:t>
            </a:r>
            <a:r>
              <a:rPr lang="en-US" dirty="0"/>
              <a:t> </a:t>
            </a:r>
            <a:r>
              <a:rPr lang="en-US" dirty="0" err="1"/>
              <a:t>altında</a:t>
            </a:r>
            <a:r>
              <a:rPr lang="en-US" dirty="0"/>
              <a:t> </a:t>
            </a:r>
            <a:r>
              <a:rPr lang="en-US" dirty="0" err="1"/>
              <a:t>sınırlandırmamızı</a:t>
            </a:r>
            <a:r>
              <a:rPr lang="en-US" dirty="0"/>
              <a:t> </a:t>
            </a:r>
            <a:r>
              <a:rPr lang="en-US" dirty="0" err="1"/>
              <a:t>sağlar</a:t>
            </a:r>
            <a:r>
              <a:rPr lang="en-US" dirty="0"/>
              <a:t>. </a:t>
            </a:r>
            <a:r>
              <a:rPr lang="en-US" dirty="0" err="1"/>
              <a:t>Kısaca</a:t>
            </a:r>
            <a:r>
              <a:rPr lang="en-US" dirty="0"/>
              <a:t> Generic </a:t>
            </a:r>
            <a:r>
              <a:rPr lang="en-US" dirty="0" err="1"/>
              <a:t>yapımız</a:t>
            </a:r>
            <a:r>
              <a:rPr lang="en-US" dirty="0"/>
              <a:t> </a:t>
            </a:r>
            <a:r>
              <a:rPr lang="en-US" dirty="0" err="1"/>
              <a:t>belirli</a:t>
            </a:r>
            <a:r>
              <a:rPr lang="en-US" dirty="0"/>
              <a:t> bir </a:t>
            </a:r>
            <a:r>
              <a:rPr lang="en-US" dirty="0" err="1"/>
              <a:t>sınıftan</a:t>
            </a:r>
            <a:r>
              <a:rPr lang="en-US" dirty="0"/>
              <a:t> </a:t>
            </a:r>
            <a:r>
              <a:rPr lang="en-US" dirty="0" err="1"/>
              <a:t>türesin</a:t>
            </a:r>
            <a:r>
              <a:rPr lang="en-US" dirty="0"/>
              <a:t> </a:t>
            </a:r>
            <a:r>
              <a:rPr lang="en-US" dirty="0" err="1"/>
              <a:t>istiyorsak</a:t>
            </a:r>
            <a:r>
              <a:rPr lang="en-US" dirty="0"/>
              <a:t> bounded type </a:t>
            </a:r>
            <a:r>
              <a:rPr lang="en-US" dirty="0" err="1"/>
              <a:t>ile</a:t>
            </a:r>
            <a:r>
              <a:rPr lang="en-US" dirty="0"/>
              <a:t> </a:t>
            </a:r>
            <a:r>
              <a:rPr lang="en-US" dirty="0" err="1"/>
              <a:t>belirtmemiz</a:t>
            </a:r>
            <a:r>
              <a:rPr lang="en-US" dirty="0"/>
              <a:t> </a:t>
            </a:r>
            <a:r>
              <a:rPr lang="en-US" dirty="0" err="1"/>
              <a:t>gerekiyor</a:t>
            </a:r>
            <a:r>
              <a:rPr lang="en-US" dirty="0" smtClean="0"/>
              <a:t>.</a:t>
            </a:r>
            <a:endParaRPr lang="tr-TR" dirty="0" smtClean="0"/>
          </a:p>
          <a:p>
            <a:pPr marL="0" indent="0">
              <a:buNone/>
            </a:pPr>
            <a:r>
              <a:rPr lang="en-US" dirty="0" smtClean="0"/>
              <a:t>public class </a:t>
            </a:r>
            <a:r>
              <a:rPr lang="en-US" b="1" dirty="0" err="1" smtClean="0"/>
              <a:t>Kare</a:t>
            </a:r>
            <a:r>
              <a:rPr lang="en-US" b="1" dirty="0" smtClean="0"/>
              <a:t>&lt;T</a:t>
            </a:r>
            <a:r>
              <a:rPr lang="en-US" dirty="0" smtClean="0"/>
              <a:t> </a:t>
            </a:r>
            <a:r>
              <a:rPr lang="en-US" b="1" dirty="0" smtClean="0"/>
              <a:t>extends Number&gt; </a:t>
            </a:r>
            <a:r>
              <a:rPr lang="en-US" dirty="0" smtClean="0"/>
              <a:t>{</a:t>
            </a:r>
          </a:p>
          <a:p>
            <a:pPr marL="0" indent="0">
              <a:buNone/>
            </a:pPr>
            <a:r>
              <a:rPr lang="en-US" dirty="0" smtClean="0"/>
              <a:t>    public double </a:t>
            </a:r>
            <a:r>
              <a:rPr lang="en-US" dirty="0" err="1" smtClean="0"/>
              <a:t>alanHesapla</a:t>
            </a:r>
            <a:r>
              <a:rPr lang="en-US" dirty="0" smtClean="0"/>
              <a:t>(T </a:t>
            </a:r>
            <a:r>
              <a:rPr lang="en-US" dirty="0" err="1" smtClean="0"/>
              <a:t>uzunluk</a:t>
            </a:r>
            <a:r>
              <a:rPr lang="en-US" dirty="0" smtClean="0"/>
              <a:t>) {</a:t>
            </a:r>
          </a:p>
          <a:p>
            <a:pPr marL="0" indent="0">
              <a:buNone/>
            </a:pPr>
            <a:r>
              <a:rPr lang="en-US" dirty="0" smtClean="0"/>
              <a:t>        return </a:t>
            </a:r>
            <a:r>
              <a:rPr lang="en-US" dirty="0" err="1" smtClean="0"/>
              <a:t>uzunluk.doubleValue</a:t>
            </a:r>
            <a:r>
              <a:rPr lang="en-US" dirty="0" smtClean="0"/>
              <a:t>() * </a:t>
            </a:r>
            <a:r>
              <a:rPr lang="en-US" dirty="0" err="1" smtClean="0"/>
              <a:t>uzunluk.doubleValue</a:t>
            </a:r>
            <a:r>
              <a:rPr lang="en-US" dirty="0" smtClean="0"/>
              <a:t>();</a:t>
            </a:r>
          </a:p>
          <a:p>
            <a:pPr marL="0" indent="0">
              <a:buNone/>
            </a:pPr>
            <a:r>
              <a:rPr lang="en-US" dirty="0" smtClean="0"/>
              <a:t>    }</a:t>
            </a:r>
          </a:p>
          <a:p>
            <a:pPr marL="0" indent="0">
              <a:buNone/>
            </a:pPr>
            <a:r>
              <a:rPr lang="en-US" dirty="0" smtClean="0"/>
              <a:t>}</a:t>
            </a:r>
            <a:endParaRPr lang="tr-TR" dirty="0" smtClean="0"/>
          </a:p>
          <a:p>
            <a:pPr marL="0" indent="0">
              <a:buNone/>
            </a:pPr>
            <a:r>
              <a:rPr lang="en-US" b="1" dirty="0" err="1"/>
              <a:t>Wildcard’lar</a:t>
            </a:r>
            <a:endParaRPr lang="en-US" b="1" dirty="0"/>
          </a:p>
          <a:p>
            <a:r>
              <a:rPr lang="en-US" dirty="0"/>
              <a:t>Wildcard </a:t>
            </a:r>
            <a:r>
              <a:rPr lang="en-US" dirty="0" err="1"/>
              <a:t>ifadeler</a:t>
            </a:r>
            <a:r>
              <a:rPr lang="en-US" dirty="0"/>
              <a:t> </a:t>
            </a:r>
            <a:r>
              <a:rPr lang="en-US" dirty="0" err="1"/>
              <a:t>önceden</a:t>
            </a:r>
            <a:r>
              <a:rPr lang="en-US" dirty="0"/>
              <a:t> T,K,V </a:t>
            </a:r>
            <a:r>
              <a:rPr lang="en-US" dirty="0" err="1"/>
              <a:t>gibi</a:t>
            </a:r>
            <a:r>
              <a:rPr lang="en-US" dirty="0"/>
              <a:t> </a:t>
            </a:r>
            <a:r>
              <a:rPr lang="en-US" dirty="0" err="1"/>
              <a:t>isimlendirmelerin</a:t>
            </a:r>
            <a:r>
              <a:rPr lang="en-US" dirty="0"/>
              <a:t> </a:t>
            </a:r>
            <a:r>
              <a:rPr lang="en-US" dirty="0" err="1"/>
              <a:t>yerine</a:t>
            </a:r>
            <a:r>
              <a:rPr lang="en-US" dirty="0"/>
              <a:t> </a:t>
            </a:r>
            <a:r>
              <a:rPr lang="en-US" b="1" i="1" dirty="0"/>
              <a:t>?</a:t>
            </a:r>
            <a:r>
              <a:rPr lang="en-US" dirty="0"/>
              <a:t> </a:t>
            </a:r>
            <a:r>
              <a:rPr lang="en-US" dirty="0" err="1"/>
              <a:t>ile</a:t>
            </a:r>
            <a:r>
              <a:rPr lang="en-US" dirty="0"/>
              <a:t> </a:t>
            </a:r>
            <a:r>
              <a:rPr lang="en-US" dirty="0" err="1"/>
              <a:t>ifade</a:t>
            </a:r>
            <a:r>
              <a:rPr lang="en-US" dirty="0"/>
              <a:t> </a:t>
            </a:r>
            <a:r>
              <a:rPr lang="en-US" dirty="0" err="1"/>
              <a:t>edilir</a:t>
            </a:r>
            <a:r>
              <a:rPr lang="en-US" dirty="0"/>
              <a:t>. </a:t>
            </a:r>
            <a:r>
              <a:rPr lang="en-US" dirty="0" err="1"/>
              <a:t>Bilinmeyen</a:t>
            </a:r>
            <a:r>
              <a:rPr lang="en-US" dirty="0"/>
              <a:t> tip </a:t>
            </a:r>
            <a:r>
              <a:rPr lang="en-US" dirty="0" err="1"/>
              <a:t>anlamına</a:t>
            </a:r>
            <a:r>
              <a:rPr lang="en-US" dirty="0"/>
              <a:t> </a:t>
            </a:r>
            <a:r>
              <a:rPr lang="en-US" dirty="0" err="1"/>
              <a:t>gelir</a:t>
            </a:r>
            <a:r>
              <a:rPr lang="en-US" dirty="0"/>
              <a:t>. </a:t>
            </a:r>
            <a:r>
              <a:rPr lang="en-US" dirty="0" err="1"/>
              <a:t>Wildcard’lar</a:t>
            </a:r>
            <a:r>
              <a:rPr lang="en-US" dirty="0"/>
              <a:t> 3'e </a:t>
            </a:r>
            <a:r>
              <a:rPr lang="en-US" dirty="0" err="1"/>
              <a:t>ayrılır</a:t>
            </a:r>
            <a:r>
              <a:rPr lang="en-US" dirty="0"/>
              <a:t>. Unbounded, Upper Bounded </a:t>
            </a:r>
            <a:r>
              <a:rPr lang="en-US" dirty="0" err="1"/>
              <a:t>ve</a:t>
            </a:r>
            <a:r>
              <a:rPr lang="en-US" dirty="0"/>
              <a:t> Lower Bounded.</a:t>
            </a:r>
          </a:p>
          <a:p>
            <a:pPr marL="0" indent="0">
              <a:buNone/>
            </a:pPr>
            <a:r>
              <a:rPr lang="en-US" b="1" dirty="0"/>
              <a:t>Unbounded Wildcard</a:t>
            </a:r>
          </a:p>
          <a:p>
            <a:r>
              <a:rPr lang="en-US" dirty="0" err="1"/>
              <a:t>Kalıtım</a:t>
            </a:r>
            <a:r>
              <a:rPr lang="en-US" dirty="0"/>
              <a:t> </a:t>
            </a:r>
            <a:r>
              <a:rPr lang="en-US" dirty="0" err="1"/>
              <a:t>ile</a:t>
            </a:r>
            <a:r>
              <a:rPr lang="en-US" dirty="0"/>
              <a:t> </a:t>
            </a:r>
            <a:r>
              <a:rPr lang="en-US" dirty="0" err="1"/>
              <a:t>sınırlandırılmamış</a:t>
            </a:r>
            <a:r>
              <a:rPr lang="en-US" dirty="0"/>
              <a:t> wildcard </a:t>
            </a:r>
            <a:r>
              <a:rPr lang="en-US" dirty="0" err="1"/>
              <a:t>anlamına</a:t>
            </a:r>
            <a:r>
              <a:rPr lang="en-US" dirty="0"/>
              <a:t> </a:t>
            </a:r>
            <a:r>
              <a:rPr lang="en-US" dirty="0" err="1"/>
              <a:t>gelir</a:t>
            </a:r>
            <a:r>
              <a:rPr lang="en-US" dirty="0"/>
              <a:t>. </a:t>
            </a:r>
            <a:r>
              <a:rPr lang="en-US" dirty="0" err="1"/>
              <a:t>Tipini</a:t>
            </a:r>
            <a:r>
              <a:rPr lang="en-US" dirty="0"/>
              <a:t> </a:t>
            </a:r>
            <a:r>
              <a:rPr lang="en-US" dirty="0" err="1"/>
              <a:t>bilmediğimiz</a:t>
            </a:r>
            <a:r>
              <a:rPr lang="en-US" dirty="0"/>
              <a:t> </a:t>
            </a:r>
            <a:r>
              <a:rPr lang="en-US" dirty="0" err="1"/>
              <a:t>verileri</a:t>
            </a:r>
            <a:r>
              <a:rPr lang="en-US" dirty="0"/>
              <a:t> </a:t>
            </a:r>
            <a:r>
              <a:rPr lang="en-US" dirty="0" err="1"/>
              <a:t>okumak</a:t>
            </a:r>
            <a:r>
              <a:rPr lang="en-US" dirty="0"/>
              <a:t> </a:t>
            </a:r>
            <a:r>
              <a:rPr lang="en-US" dirty="0" err="1"/>
              <a:t>için</a:t>
            </a:r>
            <a:r>
              <a:rPr lang="en-US" dirty="0"/>
              <a:t> </a:t>
            </a:r>
            <a:r>
              <a:rPr lang="en-US" dirty="0" err="1"/>
              <a:t>kullanılır</a:t>
            </a:r>
            <a:r>
              <a:rPr lang="en-US" dirty="0" smtClean="0"/>
              <a:t>.</a:t>
            </a:r>
            <a:endParaRPr lang="tr-TR" dirty="0" smtClean="0"/>
          </a:p>
          <a:p>
            <a:r>
              <a:rPr lang="en-US" dirty="0"/>
              <a:t>public void </a:t>
            </a:r>
            <a:r>
              <a:rPr lang="en-US" dirty="0" err="1"/>
              <a:t>printList</a:t>
            </a:r>
            <a:r>
              <a:rPr lang="en-US" dirty="0"/>
              <a:t>(List&lt;?&gt; list) {</a:t>
            </a:r>
            <a:r>
              <a:rPr lang="en-US" dirty="0" smtClean="0"/>
              <a:t/>
            </a:r>
            <a:br>
              <a:rPr lang="en-US" dirty="0" smtClean="0"/>
            </a:br>
            <a:r>
              <a:rPr lang="en-US" dirty="0"/>
              <a:t>for (Object </a:t>
            </a:r>
            <a:r>
              <a:rPr lang="en-US" dirty="0" err="1"/>
              <a:t>object</a:t>
            </a:r>
            <a:r>
              <a:rPr lang="en-US" dirty="0"/>
              <a:t> : list) {</a:t>
            </a:r>
            <a:r>
              <a:rPr lang="en-US" dirty="0" smtClean="0"/>
              <a:t/>
            </a:r>
            <a:br>
              <a:rPr lang="en-US" dirty="0" smtClean="0"/>
            </a:br>
            <a:r>
              <a:rPr lang="en-US" dirty="0" err="1"/>
              <a:t>System.</a:t>
            </a:r>
            <a:r>
              <a:rPr lang="en-US" i="1" dirty="0" err="1"/>
              <a:t>out</a:t>
            </a:r>
            <a:r>
              <a:rPr lang="en-US" dirty="0" err="1"/>
              <a:t>.println</a:t>
            </a:r>
            <a:r>
              <a:rPr lang="en-US" dirty="0"/>
              <a:t>(object)</a:t>
            </a:r>
            <a:r>
              <a:rPr lang="en-US" b="1" dirty="0"/>
              <a:t>;</a:t>
            </a:r>
            <a:br>
              <a:rPr lang="en-US" b="1" dirty="0"/>
            </a:br>
            <a:r>
              <a:rPr lang="en-US" dirty="0"/>
              <a:t>}</a:t>
            </a:r>
            <a:r>
              <a:rPr lang="en-US" dirty="0" smtClean="0"/>
              <a:t/>
            </a:r>
            <a:br>
              <a:rPr lang="en-US" dirty="0" smtClean="0"/>
            </a:br>
            <a:r>
              <a:rPr lang="en-US" dirty="0"/>
              <a:t>}</a:t>
            </a:r>
          </a:p>
          <a:p>
            <a:pPr marL="0" indent="0">
              <a:buNone/>
            </a:pPr>
            <a:endParaRPr lang="en-US" dirty="0"/>
          </a:p>
        </p:txBody>
      </p:sp>
    </p:spTree>
    <p:extLst>
      <p:ext uri="{BB962C8B-B14F-4D97-AF65-F5344CB8AC3E}">
        <p14:creationId xmlns:p14="http://schemas.microsoft.com/office/powerpoint/2010/main" val="33954636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92500" lnSpcReduction="20000"/>
          </a:bodyPr>
          <a:lstStyle/>
          <a:p>
            <a:pPr marL="0" indent="0">
              <a:buNone/>
            </a:pPr>
            <a:r>
              <a:rPr lang="en-US" b="1" dirty="0"/>
              <a:t>Bounded Wildcard</a:t>
            </a:r>
          </a:p>
          <a:p>
            <a:r>
              <a:rPr lang="en-US" dirty="0" err="1"/>
              <a:t>Kalıtım</a:t>
            </a:r>
            <a:r>
              <a:rPr lang="en-US" dirty="0"/>
              <a:t> </a:t>
            </a:r>
            <a:r>
              <a:rPr lang="en-US" dirty="0" err="1"/>
              <a:t>ile</a:t>
            </a:r>
            <a:r>
              <a:rPr lang="en-US" dirty="0"/>
              <a:t> </a:t>
            </a:r>
            <a:r>
              <a:rPr lang="en-US" dirty="0" err="1"/>
              <a:t>sınırlandırılmış</a:t>
            </a:r>
            <a:r>
              <a:rPr lang="en-US" dirty="0"/>
              <a:t> </a:t>
            </a:r>
            <a:r>
              <a:rPr lang="en-US" dirty="0" err="1"/>
              <a:t>olan</a:t>
            </a:r>
            <a:r>
              <a:rPr lang="en-US" dirty="0"/>
              <a:t> wildcard </a:t>
            </a:r>
            <a:r>
              <a:rPr lang="en-US" dirty="0" err="1"/>
              <a:t>anlamına</a:t>
            </a:r>
            <a:r>
              <a:rPr lang="en-US" dirty="0"/>
              <a:t> </a:t>
            </a:r>
            <a:r>
              <a:rPr lang="en-US" dirty="0" err="1"/>
              <a:t>gelir</a:t>
            </a:r>
            <a:r>
              <a:rPr lang="en-US" dirty="0"/>
              <a:t>. </a:t>
            </a:r>
            <a:r>
              <a:rPr lang="en-US" dirty="0" err="1"/>
              <a:t>Kendi</a:t>
            </a:r>
            <a:r>
              <a:rPr lang="en-US" dirty="0"/>
              <a:t> </a:t>
            </a:r>
            <a:r>
              <a:rPr lang="en-US" dirty="0" err="1"/>
              <a:t>içinde</a:t>
            </a:r>
            <a:r>
              <a:rPr lang="en-US" dirty="0"/>
              <a:t> </a:t>
            </a:r>
            <a:r>
              <a:rPr lang="en-US" dirty="0" err="1"/>
              <a:t>ikiye</a:t>
            </a:r>
            <a:r>
              <a:rPr lang="en-US" dirty="0"/>
              <a:t> </a:t>
            </a:r>
            <a:r>
              <a:rPr lang="en-US" dirty="0" err="1"/>
              <a:t>ayrılır</a:t>
            </a:r>
            <a:r>
              <a:rPr lang="en-US" dirty="0"/>
              <a:t>. Upper Bounded </a:t>
            </a:r>
            <a:r>
              <a:rPr lang="en-US" dirty="0" err="1"/>
              <a:t>ve</a:t>
            </a:r>
            <a:r>
              <a:rPr lang="en-US" dirty="0"/>
              <a:t> Lower Bounded.</a:t>
            </a:r>
          </a:p>
          <a:p>
            <a:pPr marL="0" indent="0">
              <a:buNone/>
            </a:pPr>
            <a:r>
              <a:rPr lang="en-US" b="1" dirty="0"/>
              <a:t>Upper Bounded Wildcard</a:t>
            </a:r>
          </a:p>
          <a:p>
            <a:r>
              <a:rPr lang="en-US" dirty="0" err="1"/>
              <a:t>Kalıtım</a:t>
            </a:r>
            <a:r>
              <a:rPr lang="en-US" dirty="0"/>
              <a:t> </a:t>
            </a:r>
            <a:r>
              <a:rPr lang="en-US" dirty="0" err="1"/>
              <a:t>yapısını</a:t>
            </a:r>
            <a:r>
              <a:rPr lang="en-US" dirty="0"/>
              <a:t> </a:t>
            </a:r>
            <a:r>
              <a:rPr lang="en-US" b="1" dirty="0"/>
              <a:t>extends </a:t>
            </a:r>
            <a:r>
              <a:rPr lang="en-US" dirty="0" err="1"/>
              <a:t>anahtar</a:t>
            </a:r>
            <a:r>
              <a:rPr lang="en-US" dirty="0"/>
              <a:t> </a:t>
            </a:r>
            <a:r>
              <a:rPr lang="en-US" dirty="0" err="1"/>
              <a:t>kelimesi</a:t>
            </a:r>
            <a:r>
              <a:rPr lang="en-US" dirty="0"/>
              <a:t> </a:t>
            </a:r>
            <a:r>
              <a:rPr lang="en-US" dirty="0" err="1"/>
              <a:t>ile</a:t>
            </a:r>
            <a:r>
              <a:rPr lang="en-US" dirty="0"/>
              <a:t> </a:t>
            </a:r>
            <a:r>
              <a:rPr lang="en-US" dirty="0" err="1"/>
              <a:t>kullanır</a:t>
            </a:r>
            <a:r>
              <a:rPr lang="en-US" dirty="0"/>
              <a:t>. </a:t>
            </a:r>
            <a:r>
              <a:rPr lang="en-US" dirty="0" err="1"/>
              <a:t>Listeden</a:t>
            </a:r>
            <a:r>
              <a:rPr lang="en-US" dirty="0"/>
              <a:t> </a:t>
            </a:r>
            <a:r>
              <a:rPr lang="en-US" dirty="0" err="1"/>
              <a:t>okuma</a:t>
            </a:r>
            <a:r>
              <a:rPr lang="en-US" dirty="0"/>
              <a:t> </a:t>
            </a:r>
            <a:r>
              <a:rPr lang="en-US" dirty="0" err="1"/>
              <a:t>yapıldığı</a:t>
            </a:r>
            <a:r>
              <a:rPr lang="en-US" dirty="0"/>
              <a:t> </a:t>
            </a:r>
            <a:r>
              <a:rPr lang="en-US" dirty="0" err="1"/>
              <a:t>zaman</a:t>
            </a:r>
            <a:r>
              <a:rPr lang="en-US" dirty="0"/>
              <a:t> </a:t>
            </a:r>
            <a:r>
              <a:rPr lang="en-US" dirty="0" err="1"/>
              <a:t>kullanırız</a:t>
            </a:r>
            <a:r>
              <a:rPr lang="en-US" dirty="0" smtClean="0"/>
              <a:t>.</a:t>
            </a:r>
            <a:endParaRPr lang="tr-TR" dirty="0" smtClean="0"/>
          </a:p>
          <a:p>
            <a:pPr marL="0" indent="0">
              <a:buNone/>
            </a:pPr>
            <a:r>
              <a:rPr lang="en-US" dirty="0"/>
              <a:t>public void read(List&lt;? extends Number&gt; list){</a:t>
            </a:r>
            <a:r>
              <a:rPr lang="en-US" dirty="0" smtClean="0"/>
              <a:t/>
            </a:r>
            <a:br>
              <a:rPr lang="en-US" dirty="0" smtClean="0"/>
            </a:br>
            <a:r>
              <a:rPr lang="en-US" dirty="0"/>
              <a:t>for (</a:t>
            </a:r>
            <a:r>
              <a:rPr lang="en-US" dirty="0" err="1"/>
              <a:t>int</a:t>
            </a:r>
            <a:r>
              <a:rPr lang="en-US" dirty="0"/>
              <a:t> </a:t>
            </a:r>
            <a:r>
              <a:rPr lang="en-US" dirty="0" err="1"/>
              <a:t>i</a:t>
            </a:r>
            <a:r>
              <a:rPr lang="en-US" dirty="0"/>
              <a:t> = 0</a:t>
            </a:r>
            <a:r>
              <a:rPr lang="en-US" b="1" dirty="0"/>
              <a:t>; </a:t>
            </a:r>
            <a:r>
              <a:rPr lang="en-US" dirty="0" err="1"/>
              <a:t>i</a:t>
            </a:r>
            <a:r>
              <a:rPr lang="en-US" dirty="0"/>
              <a:t> &lt; </a:t>
            </a:r>
            <a:r>
              <a:rPr lang="en-US" dirty="0" err="1"/>
              <a:t>list.size</a:t>
            </a:r>
            <a:r>
              <a:rPr lang="en-US" dirty="0"/>
              <a:t>()</a:t>
            </a:r>
            <a:r>
              <a:rPr lang="en-US" b="1" dirty="0"/>
              <a:t>; </a:t>
            </a:r>
            <a:r>
              <a:rPr lang="en-US" dirty="0" err="1"/>
              <a:t>i</a:t>
            </a:r>
            <a:r>
              <a:rPr lang="en-US" dirty="0"/>
              <a:t>++){</a:t>
            </a:r>
            <a:r>
              <a:rPr lang="en-US" dirty="0" smtClean="0"/>
              <a:t/>
            </a:r>
            <a:br>
              <a:rPr lang="en-US" dirty="0" smtClean="0"/>
            </a:br>
            <a:r>
              <a:rPr lang="en-US" dirty="0" err="1"/>
              <a:t>System.</a:t>
            </a:r>
            <a:r>
              <a:rPr lang="en-US" i="1" dirty="0" err="1"/>
              <a:t>out</a:t>
            </a:r>
            <a:r>
              <a:rPr lang="en-US" dirty="0" err="1"/>
              <a:t>.println</a:t>
            </a:r>
            <a:r>
              <a:rPr lang="en-US" dirty="0"/>
              <a:t>(</a:t>
            </a:r>
            <a:r>
              <a:rPr lang="en-US" dirty="0" err="1"/>
              <a:t>i</a:t>
            </a:r>
            <a:r>
              <a:rPr lang="en-US" dirty="0"/>
              <a:t>)</a:t>
            </a:r>
            <a:r>
              <a:rPr lang="en-US" b="1" dirty="0"/>
              <a:t>;</a:t>
            </a:r>
            <a:br>
              <a:rPr lang="en-US" b="1" dirty="0"/>
            </a:br>
            <a:r>
              <a:rPr lang="en-US" dirty="0"/>
              <a:t>}</a:t>
            </a:r>
            <a:r>
              <a:rPr lang="en-US" dirty="0" smtClean="0"/>
              <a:t/>
            </a:r>
            <a:br>
              <a:rPr lang="en-US" dirty="0" smtClean="0"/>
            </a:br>
            <a:r>
              <a:rPr lang="en-US" dirty="0" smtClean="0"/>
              <a:t>}</a:t>
            </a:r>
            <a:endParaRPr lang="tr-TR" dirty="0" smtClean="0"/>
          </a:p>
          <a:p>
            <a:pPr marL="0" indent="0">
              <a:buNone/>
            </a:pPr>
            <a:r>
              <a:rPr lang="en-US" b="1" dirty="0"/>
              <a:t>Lower Bounded Wildcard</a:t>
            </a:r>
          </a:p>
          <a:p>
            <a:r>
              <a:rPr lang="en-US" dirty="0" err="1"/>
              <a:t>Kalıtım</a:t>
            </a:r>
            <a:r>
              <a:rPr lang="en-US" dirty="0"/>
              <a:t> </a:t>
            </a:r>
            <a:r>
              <a:rPr lang="en-US" dirty="0" err="1"/>
              <a:t>yapısını</a:t>
            </a:r>
            <a:r>
              <a:rPr lang="en-US" dirty="0"/>
              <a:t> </a:t>
            </a:r>
            <a:r>
              <a:rPr lang="en-US" b="1" dirty="0"/>
              <a:t>super </a:t>
            </a:r>
            <a:r>
              <a:rPr lang="en-US" dirty="0" err="1"/>
              <a:t>anahtar</a:t>
            </a:r>
            <a:r>
              <a:rPr lang="en-US" dirty="0"/>
              <a:t> </a:t>
            </a:r>
            <a:r>
              <a:rPr lang="en-US" dirty="0" err="1"/>
              <a:t>kelimesi</a:t>
            </a:r>
            <a:r>
              <a:rPr lang="en-US" dirty="0"/>
              <a:t> </a:t>
            </a:r>
            <a:r>
              <a:rPr lang="en-US" dirty="0" err="1"/>
              <a:t>ile</a:t>
            </a:r>
            <a:r>
              <a:rPr lang="en-US" dirty="0"/>
              <a:t> </a:t>
            </a:r>
            <a:r>
              <a:rPr lang="en-US" dirty="0" err="1"/>
              <a:t>kullanır</a:t>
            </a:r>
            <a:r>
              <a:rPr lang="en-US" dirty="0"/>
              <a:t>. </a:t>
            </a:r>
            <a:r>
              <a:rPr lang="en-US" dirty="0" err="1"/>
              <a:t>Listeye</a:t>
            </a:r>
            <a:r>
              <a:rPr lang="en-US" dirty="0"/>
              <a:t> </a:t>
            </a:r>
            <a:r>
              <a:rPr lang="en-US" dirty="0" err="1"/>
              <a:t>ekleme</a:t>
            </a:r>
            <a:r>
              <a:rPr lang="en-US" dirty="0"/>
              <a:t> </a:t>
            </a:r>
            <a:r>
              <a:rPr lang="en-US" dirty="0" err="1"/>
              <a:t>yapıldığı</a:t>
            </a:r>
            <a:r>
              <a:rPr lang="en-US" dirty="0"/>
              <a:t> </a:t>
            </a:r>
            <a:r>
              <a:rPr lang="en-US" dirty="0" err="1"/>
              <a:t>zaman</a:t>
            </a:r>
            <a:r>
              <a:rPr lang="en-US" dirty="0"/>
              <a:t> </a:t>
            </a:r>
            <a:r>
              <a:rPr lang="en-US" dirty="0" err="1"/>
              <a:t>kullanırız</a:t>
            </a:r>
            <a:r>
              <a:rPr lang="en-US" dirty="0" smtClean="0"/>
              <a:t>.</a:t>
            </a:r>
            <a:endParaRPr lang="tr-TR" dirty="0" smtClean="0"/>
          </a:p>
          <a:p>
            <a:pPr marL="0" indent="0">
              <a:buNone/>
            </a:pPr>
            <a:r>
              <a:rPr lang="en-US" dirty="0"/>
              <a:t>public void </a:t>
            </a:r>
            <a:r>
              <a:rPr lang="en-US" dirty="0" err="1"/>
              <a:t>addNumbers</a:t>
            </a:r>
            <a:r>
              <a:rPr lang="en-US" dirty="0"/>
              <a:t>(List&lt;? </a:t>
            </a:r>
            <a:r>
              <a:rPr lang="en-US" b="1" dirty="0"/>
              <a:t>super</a:t>
            </a:r>
            <a:r>
              <a:rPr lang="en-US" dirty="0"/>
              <a:t> Number&gt; list) {</a:t>
            </a:r>
            <a:r>
              <a:rPr lang="en-US" dirty="0" smtClean="0"/>
              <a:t/>
            </a:r>
            <a:br>
              <a:rPr lang="en-US" dirty="0" smtClean="0"/>
            </a:br>
            <a:r>
              <a:rPr lang="en-US" dirty="0"/>
              <a:t>for (</a:t>
            </a:r>
            <a:r>
              <a:rPr lang="en-US" dirty="0" err="1"/>
              <a:t>int</a:t>
            </a:r>
            <a:r>
              <a:rPr lang="en-US" dirty="0"/>
              <a:t> </a:t>
            </a:r>
            <a:r>
              <a:rPr lang="en-US" dirty="0" err="1"/>
              <a:t>i</a:t>
            </a:r>
            <a:r>
              <a:rPr lang="en-US" dirty="0"/>
              <a:t> = 1</a:t>
            </a:r>
            <a:r>
              <a:rPr lang="en-US" b="1" dirty="0"/>
              <a:t>; </a:t>
            </a:r>
            <a:r>
              <a:rPr lang="en-US" dirty="0" err="1"/>
              <a:t>i</a:t>
            </a:r>
            <a:r>
              <a:rPr lang="en-US" dirty="0"/>
              <a:t> &lt;= 10</a:t>
            </a:r>
            <a:r>
              <a:rPr lang="en-US" b="1" dirty="0"/>
              <a:t>; </a:t>
            </a:r>
            <a:r>
              <a:rPr lang="en-US" dirty="0" err="1"/>
              <a:t>i</a:t>
            </a:r>
            <a:r>
              <a:rPr lang="en-US" dirty="0"/>
              <a:t>++) {</a:t>
            </a:r>
            <a:r>
              <a:rPr lang="en-US" dirty="0" smtClean="0"/>
              <a:t/>
            </a:r>
            <a:br>
              <a:rPr lang="en-US" dirty="0" smtClean="0"/>
            </a:br>
            <a:r>
              <a:rPr lang="en-US" dirty="0" err="1"/>
              <a:t>list.add</a:t>
            </a:r>
            <a:r>
              <a:rPr lang="en-US" dirty="0"/>
              <a:t>(</a:t>
            </a:r>
            <a:r>
              <a:rPr lang="en-US" dirty="0" err="1"/>
              <a:t>i</a:t>
            </a:r>
            <a:r>
              <a:rPr lang="en-US" dirty="0"/>
              <a:t>)</a:t>
            </a:r>
            <a:r>
              <a:rPr lang="en-US" b="1" dirty="0"/>
              <a:t>;</a:t>
            </a:r>
            <a:br>
              <a:rPr lang="en-US" b="1" dirty="0"/>
            </a:br>
            <a:r>
              <a:rPr lang="en-US" dirty="0"/>
              <a:t>}</a:t>
            </a:r>
            <a:r>
              <a:rPr lang="en-US" dirty="0" smtClean="0"/>
              <a:t/>
            </a:r>
            <a:br>
              <a:rPr lang="en-US" dirty="0" smtClean="0"/>
            </a:b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8681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fontScale="92500" lnSpcReduction="20000"/>
          </a:bodyPr>
          <a:lstStyle/>
          <a:p>
            <a:pPr marL="0" indent="0">
              <a:buNone/>
            </a:pPr>
            <a:r>
              <a:rPr lang="en-US" b="1" dirty="0"/>
              <a:t>Type Erasure</a:t>
            </a:r>
          </a:p>
          <a:p>
            <a:pPr marL="0" indent="0">
              <a:buNone/>
            </a:pPr>
            <a:r>
              <a:rPr lang="en-US" dirty="0" err="1"/>
              <a:t>Derleme</a:t>
            </a:r>
            <a:r>
              <a:rPr lang="en-US" dirty="0"/>
              <a:t> </a:t>
            </a:r>
            <a:r>
              <a:rPr lang="en-US" dirty="0" err="1"/>
              <a:t>sırasında</a:t>
            </a:r>
            <a:r>
              <a:rPr lang="en-US" dirty="0"/>
              <a:t> </a:t>
            </a:r>
            <a:r>
              <a:rPr lang="en-US" dirty="0" err="1"/>
              <a:t>tanımladığımız</a:t>
            </a:r>
            <a:r>
              <a:rPr lang="en-US" dirty="0"/>
              <a:t> </a:t>
            </a:r>
            <a:r>
              <a:rPr lang="en-US" dirty="0" err="1"/>
              <a:t>sınıf</a:t>
            </a:r>
            <a:r>
              <a:rPr lang="en-US" dirty="0"/>
              <a:t> </a:t>
            </a:r>
            <a:r>
              <a:rPr lang="en-US" dirty="0" err="1"/>
              <a:t>ve</a:t>
            </a:r>
            <a:r>
              <a:rPr lang="en-US" dirty="0"/>
              <a:t> </a:t>
            </a:r>
            <a:r>
              <a:rPr lang="en-US" dirty="0" err="1"/>
              <a:t>nesnelerin</a:t>
            </a:r>
            <a:r>
              <a:rPr lang="en-US" dirty="0"/>
              <a:t> tip </a:t>
            </a:r>
            <a:r>
              <a:rPr lang="en-US" dirty="0" err="1"/>
              <a:t>bilgilerinin</a:t>
            </a:r>
            <a:r>
              <a:rPr lang="en-US" dirty="0"/>
              <a:t> </a:t>
            </a:r>
            <a:r>
              <a:rPr lang="en-US" dirty="0" err="1"/>
              <a:t>silinmesine</a:t>
            </a:r>
            <a:r>
              <a:rPr lang="en-US" dirty="0"/>
              <a:t> </a:t>
            </a:r>
            <a:r>
              <a:rPr lang="en-US" dirty="0" err="1"/>
              <a:t>denir</a:t>
            </a:r>
            <a:r>
              <a:rPr lang="en-US" dirty="0"/>
              <a:t>. </a:t>
            </a:r>
            <a:r>
              <a:rPr lang="en-US" dirty="0" err="1"/>
              <a:t>Derleyici</a:t>
            </a:r>
            <a:r>
              <a:rPr lang="en-US" dirty="0"/>
              <a:t>, </a:t>
            </a:r>
            <a:r>
              <a:rPr lang="en-US" dirty="0" err="1"/>
              <a:t>kodumuzda</a:t>
            </a:r>
            <a:r>
              <a:rPr lang="en-US" dirty="0"/>
              <a:t> </a:t>
            </a:r>
            <a:r>
              <a:rPr lang="en-US" dirty="0" err="1"/>
              <a:t>yazdığımız</a:t>
            </a:r>
            <a:r>
              <a:rPr lang="en-US" dirty="0"/>
              <a:t> </a:t>
            </a:r>
            <a:r>
              <a:rPr lang="en-US" b="1" dirty="0"/>
              <a:t>Generic</a:t>
            </a:r>
            <a:r>
              <a:rPr lang="en-US" dirty="0"/>
              <a:t> </a:t>
            </a:r>
            <a:r>
              <a:rPr lang="en-US" dirty="0" err="1"/>
              <a:t>ifadeleri</a:t>
            </a:r>
            <a:r>
              <a:rPr lang="en-US" dirty="0"/>
              <a:t> </a:t>
            </a:r>
            <a:r>
              <a:rPr lang="en-US" dirty="0" err="1"/>
              <a:t>anlamakla</a:t>
            </a:r>
            <a:r>
              <a:rPr lang="en-US" dirty="0"/>
              <a:t> </a:t>
            </a:r>
            <a:r>
              <a:rPr lang="en-US" dirty="0" err="1"/>
              <a:t>sorumludur</a:t>
            </a:r>
            <a:r>
              <a:rPr lang="en-US" dirty="0"/>
              <a:t>. </a:t>
            </a:r>
            <a:r>
              <a:rPr lang="en-US" dirty="0" err="1"/>
              <a:t>Dolayısıyla</a:t>
            </a:r>
            <a:r>
              <a:rPr lang="en-US" dirty="0"/>
              <a:t> </a:t>
            </a:r>
            <a:r>
              <a:rPr lang="en-US" dirty="0" err="1"/>
              <a:t>derleyici</a:t>
            </a:r>
            <a:r>
              <a:rPr lang="en-US" dirty="0"/>
              <a:t> </a:t>
            </a:r>
            <a:r>
              <a:rPr lang="en-US" dirty="0" err="1"/>
              <a:t>bizim</a:t>
            </a:r>
            <a:r>
              <a:rPr lang="en-US" dirty="0"/>
              <a:t> </a:t>
            </a:r>
            <a:r>
              <a:rPr lang="en-US" dirty="0" err="1"/>
              <a:t>yazmış</a:t>
            </a:r>
            <a:r>
              <a:rPr lang="en-US" dirty="0"/>
              <a:t> </a:t>
            </a:r>
            <a:r>
              <a:rPr lang="en-US" dirty="0" err="1"/>
              <a:t>olduğumuz</a:t>
            </a:r>
            <a:r>
              <a:rPr lang="en-US" dirty="0"/>
              <a:t> </a:t>
            </a:r>
            <a:r>
              <a:rPr lang="en-US" b="1" dirty="0"/>
              <a:t>Generic</a:t>
            </a:r>
            <a:r>
              <a:rPr lang="en-US" dirty="0"/>
              <a:t> </a:t>
            </a:r>
            <a:r>
              <a:rPr lang="en-US" dirty="0" err="1"/>
              <a:t>ifadeleri</a:t>
            </a:r>
            <a:r>
              <a:rPr lang="en-US" dirty="0"/>
              <a:t> </a:t>
            </a:r>
            <a:r>
              <a:rPr lang="en-US" dirty="0" err="1"/>
              <a:t>kendi</a:t>
            </a:r>
            <a:r>
              <a:rPr lang="en-US" dirty="0"/>
              <a:t> </a:t>
            </a:r>
            <a:r>
              <a:rPr lang="en-US" dirty="0" err="1"/>
              <a:t>anlayacağı</a:t>
            </a:r>
            <a:r>
              <a:rPr lang="en-US" dirty="0"/>
              <a:t> </a:t>
            </a:r>
            <a:r>
              <a:rPr lang="en-US" dirty="0" err="1"/>
              <a:t>dile</a:t>
            </a:r>
            <a:r>
              <a:rPr lang="en-US" dirty="0"/>
              <a:t> </a:t>
            </a:r>
            <a:r>
              <a:rPr lang="en-US" dirty="0" err="1"/>
              <a:t>çevirir</a:t>
            </a:r>
            <a:r>
              <a:rPr lang="en-US" dirty="0" smtClean="0"/>
              <a:t>.</a:t>
            </a:r>
            <a:endParaRPr lang="tr-TR" dirty="0" smtClean="0"/>
          </a:p>
          <a:p>
            <a:pPr marL="0" indent="0">
              <a:buNone/>
            </a:pPr>
            <a:r>
              <a:rPr lang="en-US" b="1" dirty="0" smtClean="0"/>
              <a:t>// </a:t>
            </a:r>
            <a:r>
              <a:rPr lang="en-US" b="1" dirty="0" err="1" smtClean="0"/>
              <a:t>Derlemeden</a:t>
            </a:r>
            <a:r>
              <a:rPr lang="en-US" b="1" dirty="0" smtClean="0"/>
              <a:t> </a:t>
            </a:r>
            <a:r>
              <a:rPr lang="en-US" b="1" dirty="0" err="1" smtClean="0"/>
              <a:t>Önce</a:t>
            </a:r>
            <a:endParaRPr lang="en-US" b="1" dirty="0" smtClean="0"/>
          </a:p>
          <a:p>
            <a:pPr marL="0" indent="0">
              <a:buNone/>
            </a:pPr>
            <a:r>
              <a:rPr lang="en-US" dirty="0" smtClean="0"/>
              <a:t>public static &lt;E&gt; void </a:t>
            </a:r>
            <a:r>
              <a:rPr lang="en-US" dirty="0" err="1" smtClean="0"/>
              <a:t>printArray</a:t>
            </a:r>
            <a:r>
              <a:rPr lang="en-US" dirty="0" smtClean="0"/>
              <a:t>(E[] array) {</a:t>
            </a:r>
          </a:p>
          <a:p>
            <a:pPr marL="0" indent="0">
              <a:buNone/>
            </a:pPr>
            <a:r>
              <a:rPr lang="en-US" dirty="0" smtClean="0"/>
              <a:t>    for (E element : array) {</a:t>
            </a:r>
          </a:p>
          <a:p>
            <a:pPr marL="0" indent="0">
              <a:buNone/>
            </a:pPr>
            <a:r>
              <a:rPr lang="en-US" dirty="0" smtClean="0"/>
              <a:t>        </a:t>
            </a:r>
            <a:r>
              <a:rPr lang="en-US" dirty="0" err="1" smtClean="0"/>
              <a:t>System.out.println</a:t>
            </a:r>
            <a:r>
              <a:rPr lang="en-US" dirty="0" smtClean="0"/>
              <a:t>(element);</a:t>
            </a:r>
          </a:p>
          <a:p>
            <a:pPr marL="0" indent="0">
              <a:buNone/>
            </a:pPr>
            <a:r>
              <a:rPr lang="en-US" dirty="0" smtClean="0"/>
              <a:t>    }</a:t>
            </a:r>
          </a:p>
          <a:p>
            <a:pPr marL="0" indent="0">
              <a:buNone/>
            </a:pPr>
            <a:r>
              <a:rPr lang="en-US" dirty="0" smtClean="0"/>
              <a:t>}</a:t>
            </a:r>
          </a:p>
          <a:p>
            <a:pPr marL="0" indent="0">
              <a:buNone/>
            </a:pPr>
            <a:r>
              <a:rPr lang="en-US" b="1" dirty="0" smtClean="0"/>
              <a:t>// </a:t>
            </a:r>
            <a:r>
              <a:rPr lang="en-US" b="1" dirty="0" err="1" smtClean="0"/>
              <a:t>Derlendikten</a:t>
            </a:r>
            <a:r>
              <a:rPr lang="en-US" b="1" dirty="0" smtClean="0"/>
              <a:t> </a:t>
            </a:r>
            <a:r>
              <a:rPr lang="en-US" b="1" dirty="0" err="1" smtClean="0"/>
              <a:t>Sonra</a:t>
            </a:r>
            <a:endParaRPr lang="en-US" b="1" dirty="0" smtClean="0"/>
          </a:p>
          <a:p>
            <a:pPr marL="0" indent="0">
              <a:buNone/>
            </a:pPr>
            <a:r>
              <a:rPr lang="en-US" dirty="0" smtClean="0"/>
              <a:t>public static void </a:t>
            </a:r>
            <a:r>
              <a:rPr lang="en-US" dirty="0" err="1" smtClean="0"/>
              <a:t>printArray</a:t>
            </a:r>
            <a:r>
              <a:rPr lang="en-US" dirty="0" smtClean="0"/>
              <a:t>(Object[] array) {</a:t>
            </a:r>
          </a:p>
          <a:p>
            <a:pPr marL="0" indent="0">
              <a:buNone/>
            </a:pPr>
            <a:r>
              <a:rPr lang="en-US" dirty="0" smtClean="0"/>
              <a:t>    for (Object element : array) {</a:t>
            </a:r>
          </a:p>
          <a:p>
            <a:pPr marL="0" indent="0">
              <a:buNone/>
            </a:pPr>
            <a:r>
              <a:rPr lang="en-US" dirty="0" smtClean="0"/>
              <a:t>        </a:t>
            </a:r>
            <a:r>
              <a:rPr lang="en-US" dirty="0" err="1" smtClean="0"/>
              <a:t>System.out.println</a:t>
            </a:r>
            <a:r>
              <a:rPr lang="en-US" dirty="0" smtClean="0"/>
              <a:t>(element);</a:t>
            </a:r>
          </a:p>
          <a:p>
            <a:pPr marL="0" indent="0">
              <a:buNone/>
            </a:pPr>
            <a:r>
              <a:rPr lang="en-US" dirty="0" smtClean="0"/>
              <a:t>    }</a:t>
            </a:r>
          </a:p>
          <a:p>
            <a:pPr marL="0" indent="0">
              <a:buNone/>
            </a:pPr>
            <a:r>
              <a:rPr lang="en-US" dirty="0" smtClean="0"/>
              <a:t>}</a:t>
            </a:r>
            <a:endParaRPr lang="en-US" dirty="0"/>
          </a:p>
        </p:txBody>
      </p:sp>
    </p:spTree>
    <p:extLst>
      <p:ext uri="{BB962C8B-B14F-4D97-AF65-F5344CB8AC3E}">
        <p14:creationId xmlns:p14="http://schemas.microsoft.com/office/powerpoint/2010/main" val="30252505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lnSpcReduction="10000"/>
          </a:bodyPr>
          <a:lstStyle/>
          <a:p>
            <a:pPr marL="0" indent="0">
              <a:buNone/>
            </a:pPr>
            <a:r>
              <a:rPr lang="en-US" b="1" dirty="0"/>
              <a:t>Class </a:t>
            </a:r>
            <a:r>
              <a:rPr lang="en-US" b="1" dirty="0" smtClean="0"/>
              <a:t>Erasure</a:t>
            </a:r>
            <a:endParaRPr lang="tr-TR" b="1" dirty="0" smtClean="0"/>
          </a:p>
          <a:p>
            <a:pPr marL="0" indent="0">
              <a:buNone/>
            </a:pPr>
            <a:r>
              <a:rPr lang="en-US" b="1" dirty="0" smtClean="0"/>
              <a:t>// </a:t>
            </a:r>
            <a:r>
              <a:rPr lang="en-US" b="1" dirty="0" err="1" smtClean="0"/>
              <a:t>Derlemeden</a:t>
            </a:r>
            <a:r>
              <a:rPr lang="en-US" b="1" dirty="0" smtClean="0"/>
              <a:t> </a:t>
            </a:r>
            <a:r>
              <a:rPr lang="en-US" b="1" dirty="0" err="1" smtClean="0"/>
              <a:t>Önce</a:t>
            </a:r>
            <a:endParaRPr lang="en-US" b="1" dirty="0" smtClean="0"/>
          </a:p>
          <a:p>
            <a:pPr marL="0" indent="0">
              <a:buNone/>
            </a:pPr>
            <a:r>
              <a:rPr lang="en-US" dirty="0" smtClean="0"/>
              <a:t>public class Stack&lt;E&gt; {</a:t>
            </a:r>
          </a:p>
          <a:p>
            <a:pPr marL="0" indent="0">
              <a:buNone/>
            </a:pPr>
            <a:r>
              <a:rPr lang="en-US" dirty="0" smtClean="0"/>
              <a:t>    private E[] </a:t>
            </a:r>
            <a:r>
              <a:rPr lang="en-US" dirty="0" err="1" smtClean="0"/>
              <a:t>stackContent</a:t>
            </a:r>
            <a:r>
              <a:rPr lang="en-US" dirty="0" smtClean="0"/>
              <a:t>;</a:t>
            </a:r>
          </a:p>
          <a:p>
            <a:pPr marL="0" indent="0">
              <a:buNone/>
            </a:pPr>
            <a:r>
              <a:rPr lang="en-US" dirty="0" smtClean="0"/>
              <a:t>    public Stack(</a:t>
            </a:r>
            <a:r>
              <a:rPr lang="en-US" dirty="0" err="1" smtClean="0"/>
              <a:t>int</a:t>
            </a:r>
            <a:r>
              <a:rPr lang="en-US" dirty="0" smtClean="0"/>
              <a:t> capacity) {</a:t>
            </a:r>
          </a:p>
          <a:p>
            <a:pPr marL="0" indent="0">
              <a:buNone/>
            </a:pPr>
            <a:r>
              <a:rPr lang="en-US" dirty="0" smtClean="0"/>
              <a:t>        </a:t>
            </a:r>
            <a:r>
              <a:rPr lang="en-US" dirty="0" err="1" smtClean="0"/>
              <a:t>this.stackContent</a:t>
            </a:r>
            <a:r>
              <a:rPr lang="en-US" dirty="0" smtClean="0"/>
              <a:t> = (E[]) new Object[capacity];</a:t>
            </a:r>
          </a:p>
          <a:p>
            <a:pPr marL="0" indent="0">
              <a:buNone/>
            </a:pPr>
            <a:r>
              <a:rPr lang="en-US" dirty="0" smtClean="0"/>
              <a:t>    }</a:t>
            </a:r>
          </a:p>
          <a:p>
            <a:pPr marL="0" indent="0">
              <a:buNone/>
            </a:pPr>
            <a:r>
              <a:rPr lang="en-US" dirty="0" smtClean="0"/>
              <a:t>    public void push(E data) {</a:t>
            </a:r>
          </a:p>
          <a:p>
            <a:pPr marL="0" indent="0">
              <a:buNone/>
            </a:pPr>
            <a:r>
              <a:rPr lang="en-US" dirty="0" smtClean="0"/>
              <a:t>        // ..</a:t>
            </a:r>
          </a:p>
          <a:p>
            <a:pPr marL="0" indent="0">
              <a:buNone/>
            </a:pPr>
            <a:r>
              <a:rPr lang="en-US" dirty="0" smtClean="0"/>
              <a:t>    }</a:t>
            </a:r>
          </a:p>
          <a:p>
            <a:pPr marL="0" indent="0">
              <a:buNone/>
            </a:pPr>
            <a:r>
              <a:rPr lang="en-US" dirty="0" smtClean="0"/>
              <a:t>    public E pop() {</a:t>
            </a:r>
          </a:p>
          <a:p>
            <a:pPr marL="0" indent="0">
              <a:buNone/>
            </a:pPr>
            <a:r>
              <a:rPr lang="en-US" dirty="0" smtClean="0"/>
              <a:t>        // ..</a:t>
            </a:r>
          </a:p>
          <a:p>
            <a:pPr marL="0" indent="0">
              <a:buNone/>
            </a:pPr>
            <a:r>
              <a:rPr lang="en-US" dirty="0" smtClean="0"/>
              <a:t>    }</a:t>
            </a:r>
          </a:p>
          <a:p>
            <a:pPr marL="0" indent="0">
              <a:buNone/>
            </a:pPr>
            <a:r>
              <a:rPr lang="en-US" dirty="0" smtClean="0"/>
              <a:t>}</a:t>
            </a:r>
            <a:endParaRPr lang="en-US" dirty="0"/>
          </a:p>
        </p:txBody>
      </p:sp>
    </p:spTree>
    <p:extLst>
      <p:ext uri="{BB962C8B-B14F-4D97-AF65-F5344CB8AC3E}">
        <p14:creationId xmlns:p14="http://schemas.microsoft.com/office/powerpoint/2010/main" val="8797796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normAutofit lnSpcReduction="10000"/>
          </a:bodyPr>
          <a:lstStyle/>
          <a:p>
            <a:pPr marL="0" indent="0">
              <a:buNone/>
            </a:pPr>
            <a:r>
              <a:rPr lang="en-US" b="1" dirty="0" smtClean="0"/>
              <a:t>// </a:t>
            </a:r>
            <a:r>
              <a:rPr lang="en-US" b="1" dirty="0" err="1" smtClean="0"/>
              <a:t>Derlendikten</a:t>
            </a:r>
            <a:r>
              <a:rPr lang="en-US" b="1" dirty="0" smtClean="0"/>
              <a:t> </a:t>
            </a:r>
            <a:r>
              <a:rPr lang="en-US" b="1" dirty="0" err="1" smtClean="0"/>
              <a:t>Sonra</a:t>
            </a:r>
            <a:endParaRPr lang="en-US" b="1" dirty="0" smtClean="0"/>
          </a:p>
          <a:p>
            <a:pPr marL="0" indent="0">
              <a:buNone/>
            </a:pPr>
            <a:r>
              <a:rPr lang="en-US" dirty="0" smtClean="0"/>
              <a:t>public class Stack {</a:t>
            </a:r>
          </a:p>
          <a:p>
            <a:pPr marL="0" indent="0">
              <a:buNone/>
            </a:pPr>
            <a:r>
              <a:rPr lang="en-US" dirty="0" smtClean="0"/>
              <a:t>    private Object[] </a:t>
            </a:r>
            <a:r>
              <a:rPr lang="en-US" dirty="0" err="1" smtClean="0"/>
              <a:t>stackContent</a:t>
            </a:r>
            <a:r>
              <a:rPr lang="en-US" dirty="0" smtClean="0"/>
              <a:t>;</a:t>
            </a:r>
          </a:p>
          <a:p>
            <a:pPr marL="0" indent="0">
              <a:buNone/>
            </a:pPr>
            <a:r>
              <a:rPr lang="en-US" dirty="0" smtClean="0"/>
              <a:t>    public Stack(</a:t>
            </a:r>
            <a:r>
              <a:rPr lang="en-US" dirty="0" err="1" smtClean="0"/>
              <a:t>int</a:t>
            </a:r>
            <a:r>
              <a:rPr lang="en-US" dirty="0" smtClean="0"/>
              <a:t> capacity) {</a:t>
            </a:r>
          </a:p>
          <a:p>
            <a:pPr marL="0" indent="0">
              <a:buNone/>
            </a:pPr>
            <a:r>
              <a:rPr lang="en-US" dirty="0" smtClean="0"/>
              <a:t>        </a:t>
            </a:r>
            <a:r>
              <a:rPr lang="en-US" dirty="0" err="1" smtClean="0"/>
              <a:t>this.stackContent</a:t>
            </a:r>
            <a:r>
              <a:rPr lang="en-US" dirty="0" smtClean="0"/>
              <a:t> = (Object[]) new Object[capacity];</a:t>
            </a:r>
          </a:p>
          <a:p>
            <a:pPr marL="0" indent="0">
              <a:buNone/>
            </a:pPr>
            <a:r>
              <a:rPr lang="en-US" dirty="0" smtClean="0"/>
              <a:t>    }</a:t>
            </a:r>
          </a:p>
          <a:p>
            <a:pPr marL="0" indent="0">
              <a:buNone/>
            </a:pPr>
            <a:r>
              <a:rPr lang="en-US" dirty="0" smtClean="0"/>
              <a:t>    public void push(Object data) {</a:t>
            </a:r>
          </a:p>
          <a:p>
            <a:pPr marL="0" indent="0">
              <a:buNone/>
            </a:pPr>
            <a:r>
              <a:rPr lang="en-US" dirty="0" smtClean="0"/>
              <a:t>        // ..</a:t>
            </a:r>
          </a:p>
          <a:p>
            <a:pPr marL="0" indent="0">
              <a:buNone/>
            </a:pPr>
            <a:r>
              <a:rPr lang="en-US" dirty="0" smtClean="0"/>
              <a:t>    }</a:t>
            </a:r>
          </a:p>
          <a:p>
            <a:pPr marL="0" indent="0">
              <a:buNone/>
            </a:pPr>
            <a:r>
              <a:rPr lang="en-US" dirty="0" smtClean="0"/>
              <a:t>    public Object pop() {</a:t>
            </a:r>
          </a:p>
          <a:p>
            <a:pPr marL="0" indent="0">
              <a:buNone/>
            </a:pPr>
            <a:r>
              <a:rPr lang="en-US" dirty="0" smtClean="0"/>
              <a:t>        // ..</a:t>
            </a:r>
          </a:p>
          <a:p>
            <a:pPr marL="0" indent="0">
              <a:buNone/>
            </a:pPr>
            <a:r>
              <a:rPr lang="en-US" dirty="0" smtClean="0"/>
              <a:t>    }</a:t>
            </a:r>
          </a:p>
          <a:p>
            <a:pPr marL="0" indent="0">
              <a:buNone/>
            </a:pPr>
            <a:r>
              <a:rPr lang="en-US" dirty="0" smtClean="0"/>
              <a:t>}</a:t>
            </a:r>
            <a:endParaRPr lang="en-US" dirty="0"/>
          </a:p>
        </p:txBody>
      </p:sp>
    </p:spTree>
    <p:extLst>
      <p:ext uri="{BB962C8B-B14F-4D97-AF65-F5344CB8AC3E}">
        <p14:creationId xmlns:p14="http://schemas.microsoft.com/office/powerpoint/2010/main" val="2301698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3876" y="414479"/>
            <a:ext cx="11460435" cy="6302409"/>
          </a:xfrm>
        </p:spPr>
      </p:pic>
    </p:spTree>
    <p:extLst>
      <p:ext uri="{BB962C8B-B14F-4D97-AF65-F5344CB8AC3E}">
        <p14:creationId xmlns:p14="http://schemas.microsoft.com/office/powerpoint/2010/main" val="1870990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lstStyle/>
          <a:p>
            <a:pPr marL="0" indent="0">
              <a:buNone/>
            </a:pPr>
            <a:r>
              <a:rPr lang="en-US" b="1" dirty="0"/>
              <a:t>Type Erasure </a:t>
            </a:r>
            <a:r>
              <a:rPr lang="en-US" b="1" dirty="0" err="1"/>
              <a:t>ve</a:t>
            </a:r>
            <a:r>
              <a:rPr lang="en-US" b="1" dirty="0"/>
              <a:t> Overloading</a:t>
            </a:r>
          </a:p>
          <a:p>
            <a:pPr marL="0" indent="0">
              <a:buNone/>
            </a:pPr>
            <a:r>
              <a:rPr lang="en-US" dirty="0" err="1"/>
              <a:t>Buraya</a:t>
            </a:r>
            <a:r>
              <a:rPr lang="en-US" dirty="0"/>
              <a:t> </a:t>
            </a:r>
            <a:r>
              <a:rPr lang="en-US" dirty="0" err="1"/>
              <a:t>kadar</a:t>
            </a:r>
            <a:r>
              <a:rPr lang="en-US" dirty="0"/>
              <a:t> </a:t>
            </a:r>
            <a:r>
              <a:rPr lang="en-US" b="1" dirty="0"/>
              <a:t>Type Erasure </a:t>
            </a:r>
            <a:r>
              <a:rPr lang="en-US" dirty="0" err="1"/>
              <a:t>kavramını</a:t>
            </a:r>
            <a:r>
              <a:rPr lang="en-US" dirty="0"/>
              <a:t> </a:t>
            </a:r>
            <a:r>
              <a:rPr lang="en-US" dirty="0" err="1"/>
              <a:t>anladık</a:t>
            </a:r>
            <a:r>
              <a:rPr lang="en-US" dirty="0"/>
              <a:t>. </a:t>
            </a:r>
            <a:r>
              <a:rPr lang="en-US" dirty="0" err="1"/>
              <a:t>Bunu</a:t>
            </a:r>
            <a:r>
              <a:rPr lang="en-US" dirty="0"/>
              <a:t> </a:t>
            </a:r>
            <a:r>
              <a:rPr lang="en-US" b="1" dirty="0"/>
              <a:t>Overloading</a:t>
            </a:r>
            <a:r>
              <a:rPr lang="en-US" dirty="0"/>
              <a:t> </a:t>
            </a:r>
            <a:r>
              <a:rPr lang="en-US" dirty="0" err="1"/>
              <a:t>örneği</a:t>
            </a:r>
            <a:r>
              <a:rPr lang="en-US" dirty="0"/>
              <a:t> </a:t>
            </a:r>
            <a:r>
              <a:rPr lang="en-US" dirty="0" err="1"/>
              <a:t>ile</a:t>
            </a:r>
            <a:r>
              <a:rPr lang="en-US" dirty="0"/>
              <a:t> </a:t>
            </a:r>
            <a:r>
              <a:rPr lang="en-US" dirty="0" err="1"/>
              <a:t>doğrulayalım</a:t>
            </a:r>
            <a:r>
              <a:rPr lang="en-US" dirty="0" smtClean="0"/>
              <a:t>.</a:t>
            </a:r>
            <a:endParaRPr lang="tr-TR" dirty="0" smtClean="0"/>
          </a:p>
          <a:p>
            <a:pPr marL="0" indent="0">
              <a:buNone/>
            </a:pPr>
            <a:r>
              <a:rPr lang="en-US" dirty="0" smtClean="0"/>
              <a:t>public void print(String </a:t>
            </a:r>
            <a:r>
              <a:rPr lang="en-US" dirty="0" err="1" smtClean="0"/>
              <a:t>param</a:t>
            </a:r>
            <a:r>
              <a:rPr lang="en-US" dirty="0" smtClean="0"/>
              <a:t>){}</a:t>
            </a:r>
          </a:p>
          <a:p>
            <a:pPr marL="0" indent="0">
              <a:buNone/>
            </a:pPr>
            <a:r>
              <a:rPr lang="en-US" dirty="0" smtClean="0"/>
              <a:t>public void print(Integer </a:t>
            </a:r>
            <a:r>
              <a:rPr lang="en-US" dirty="0" err="1" smtClean="0"/>
              <a:t>param</a:t>
            </a:r>
            <a:r>
              <a:rPr lang="en-US" dirty="0" smtClean="0"/>
              <a:t>){}</a:t>
            </a:r>
          </a:p>
          <a:p>
            <a:pPr marL="0" indent="0">
              <a:buNone/>
            </a:pPr>
            <a:r>
              <a:rPr lang="en-US" dirty="0" smtClean="0"/>
              <a:t>public void print(List </a:t>
            </a:r>
            <a:r>
              <a:rPr lang="en-US" dirty="0" err="1" smtClean="0"/>
              <a:t>param</a:t>
            </a:r>
            <a:r>
              <a:rPr lang="en-US" dirty="0" smtClean="0"/>
              <a:t>){}</a:t>
            </a:r>
            <a:endParaRPr lang="tr-TR" dirty="0"/>
          </a:p>
          <a:p>
            <a:pPr marL="0" indent="0">
              <a:buNone/>
            </a:pPr>
            <a:r>
              <a:rPr lang="en-US" dirty="0" err="1"/>
              <a:t>Buraya</a:t>
            </a:r>
            <a:r>
              <a:rPr lang="en-US" dirty="0"/>
              <a:t> </a:t>
            </a:r>
            <a:r>
              <a:rPr lang="en-US" dirty="0" err="1"/>
              <a:t>kadar</a:t>
            </a:r>
            <a:r>
              <a:rPr lang="en-US" dirty="0"/>
              <a:t> </a:t>
            </a:r>
            <a:r>
              <a:rPr lang="en-US" dirty="0" err="1"/>
              <a:t>kodumuz</a:t>
            </a:r>
            <a:r>
              <a:rPr lang="en-US" dirty="0"/>
              <a:t> </a:t>
            </a:r>
            <a:r>
              <a:rPr lang="en-US" dirty="0" err="1"/>
              <a:t>derlenecektir</a:t>
            </a:r>
            <a:r>
              <a:rPr lang="en-US" dirty="0"/>
              <a:t>. </a:t>
            </a:r>
            <a:r>
              <a:rPr lang="en-US" dirty="0" err="1"/>
              <a:t>Ama</a:t>
            </a:r>
            <a:r>
              <a:rPr lang="en-US" dirty="0"/>
              <a:t> </a:t>
            </a:r>
            <a:r>
              <a:rPr lang="en-US" dirty="0" err="1"/>
              <a:t>aşağıdaki</a:t>
            </a:r>
            <a:r>
              <a:rPr lang="en-US" dirty="0"/>
              <a:t> </a:t>
            </a:r>
            <a:r>
              <a:rPr lang="en-US" dirty="0" err="1"/>
              <a:t>kod</a:t>
            </a:r>
            <a:r>
              <a:rPr lang="en-US" dirty="0"/>
              <a:t> </a:t>
            </a:r>
            <a:r>
              <a:rPr lang="en-US" dirty="0" err="1"/>
              <a:t>eklenince</a:t>
            </a:r>
            <a:r>
              <a:rPr lang="en-US" dirty="0"/>
              <a:t> </a:t>
            </a:r>
            <a:r>
              <a:rPr lang="en-US" dirty="0" err="1"/>
              <a:t>kodumuz</a:t>
            </a:r>
            <a:r>
              <a:rPr lang="en-US" dirty="0"/>
              <a:t> </a:t>
            </a:r>
            <a:r>
              <a:rPr lang="en-US" dirty="0" err="1"/>
              <a:t>derlenmeyecektir</a:t>
            </a:r>
            <a:r>
              <a:rPr lang="en-US" dirty="0" smtClean="0"/>
              <a:t>.</a:t>
            </a:r>
            <a:endParaRPr lang="tr-TR" dirty="0" smtClean="0"/>
          </a:p>
          <a:p>
            <a:pPr marL="0" indent="0">
              <a:buNone/>
            </a:pPr>
            <a:endParaRPr lang="tr-TR" dirty="0" smtClean="0"/>
          </a:p>
          <a:p>
            <a:pPr marL="0" indent="0">
              <a:buNone/>
            </a:pPr>
            <a:r>
              <a:rPr lang="en-US" b="1" dirty="0"/>
              <a:t>public void print(List&lt;String&gt; </a:t>
            </a:r>
            <a:r>
              <a:rPr lang="en-US" b="1" dirty="0" err="1"/>
              <a:t>param</a:t>
            </a:r>
            <a:r>
              <a:rPr lang="en-US" b="1" dirty="0" smtClean="0"/>
              <a:t>);</a:t>
            </a:r>
            <a:endParaRPr lang="tr-TR" b="1" dirty="0" smtClean="0"/>
          </a:p>
          <a:p>
            <a:pPr marL="0" indent="0">
              <a:buNone/>
            </a:pPr>
            <a:endParaRPr lang="tr-TR" b="1" dirty="0"/>
          </a:p>
          <a:p>
            <a:pPr marL="0" indent="0">
              <a:buNone/>
            </a:pPr>
            <a:r>
              <a:rPr lang="en-US" dirty="0" err="1"/>
              <a:t>Derlenmemesinin</a:t>
            </a:r>
            <a:r>
              <a:rPr lang="en-US" dirty="0"/>
              <a:t> </a:t>
            </a:r>
            <a:r>
              <a:rPr lang="en-US" dirty="0" err="1"/>
              <a:t>sebebi</a:t>
            </a:r>
            <a:r>
              <a:rPr lang="en-US" dirty="0"/>
              <a:t> </a:t>
            </a:r>
            <a:r>
              <a:rPr lang="en-US" dirty="0" err="1"/>
              <a:t>tabiki</a:t>
            </a:r>
            <a:r>
              <a:rPr lang="en-US" dirty="0"/>
              <a:t> </a:t>
            </a:r>
            <a:r>
              <a:rPr lang="en-US" b="1" dirty="0"/>
              <a:t>Type Erasure</a:t>
            </a:r>
            <a:r>
              <a:rPr lang="en-US" dirty="0"/>
              <a:t>. </a:t>
            </a:r>
            <a:r>
              <a:rPr lang="en-US" dirty="0" err="1"/>
              <a:t>Derleyici</a:t>
            </a:r>
            <a:r>
              <a:rPr lang="en-US" dirty="0"/>
              <a:t> son </a:t>
            </a:r>
            <a:r>
              <a:rPr lang="en-US" dirty="0" err="1"/>
              <a:t>iki</a:t>
            </a:r>
            <a:r>
              <a:rPr lang="en-US" dirty="0"/>
              <a:t> </a:t>
            </a:r>
            <a:r>
              <a:rPr lang="en-US" dirty="0" err="1"/>
              <a:t>methodun</a:t>
            </a:r>
            <a:r>
              <a:rPr lang="en-US" dirty="0"/>
              <a:t> da </a:t>
            </a:r>
            <a:r>
              <a:rPr lang="en-US" dirty="0" err="1"/>
              <a:t>aynı</a:t>
            </a:r>
            <a:r>
              <a:rPr lang="en-US" dirty="0"/>
              <a:t> method </a:t>
            </a:r>
            <a:r>
              <a:rPr lang="en-US" dirty="0" err="1"/>
              <a:t>olduğunu</a:t>
            </a:r>
            <a:r>
              <a:rPr lang="en-US" dirty="0"/>
              <a:t> </a:t>
            </a:r>
            <a:r>
              <a:rPr lang="en-US" dirty="0" err="1"/>
              <a:t>kabul</a:t>
            </a:r>
            <a:r>
              <a:rPr lang="en-US" dirty="0"/>
              <a:t> </a:t>
            </a:r>
            <a:r>
              <a:rPr lang="en-US" dirty="0" err="1"/>
              <a:t>eder</a:t>
            </a:r>
            <a:r>
              <a:rPr lang="en-US" dirty="0"/>
              <a:t>.</a:t>
            </a:r>
          </a:p>
          <a:p>
            <a:pPr marL="0" indent="0">
              <a:buNone/>
            </a:pPr>
            <a:endParaRPr lang="en-US" dirty="0"/>
          </a:p>
        </p:txBody>
      </p:sp>
    </p:spTree>
    <p:extLst>
      <p:ext uri="{BB962C8B-B14F-4D97-AF65-F5344CB8AC3E}">
        <p14:creationId xmlns:p14="http://schemas.microsoft.com/office/powerpoint/2010/main" val="5922120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36" y="143219"/>
            <a:ext cx="11810082" cy="6555036"/>
          </a:xfrm>
        </p:spPr>
        <p:txBody>
          <a:bodyPr/>
          <a:lstStyle/>
          <a:p>
            <a:pPr marL="0" indent="0">
              <a:buNone/>
            </a:pPr>
            <a:endParaRPr lang="en-US" dirty="0"/>
          </a:p>
        </p:txBody>
      </p:sp>
    </p:spTree>
    <p:extLst>
      <p:ext uri="{BB962C8B-B14F-4D97-AF65-F5344CB8AC3E}">
        <p14:creationId xmlns:p14="http://schemas.microsoft.com/office/powerpoint/2010/main" val="1457700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37966</TotalTime>
  <Words>1732</Words>
  <Application>Microsoft Office PowerPoint</Application>
  <PresentationFormat>Widescreen</PresentationFormat>
  <Paragraphs>244</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Generic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Generic</dc:title>
  <dc:creator>Microsoft account</dc:creator>
  <cp:lastModifiedBy>Windows User</cp:lastModifiedBy>
  <cp:revision>27</cp:revision>
  <dcterms:created xsi:type="dcterms:W3CDTF">2024-08-14T01:44:39Z</dcterms:created>
  <dcterms:modified xsi:type="dcterms:W3CDTF">2026-04-19T11:04:55Z</dcterms:modified>
</cp:coreProperties>
</file>