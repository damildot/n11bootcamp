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78" r:id="rId11"/>
    <p:sldId id="266" r:id="rId12"/>
    <p:sldId id="267" r:id="rId13"/>
    <p:sldId id="305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0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8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1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1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1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4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1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35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5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29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2A00B-BCA3-47FB-A7E1-C6DF47E26F7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A3ACE-EC7E-4A0D-9267-DE8D837FA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 Reflection </a:t>
            </a:r>
            <a:r>
              <a:rPr lang="en-US" b="1" dirty="0" err="1"/>
              <a:t>ve</a:t>
            </a:r>
            <a:r>
              <a:rPr lang="en-US" b="1" dirty="0"/>
              <a:t> Annotation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52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90" y="242370"/>
            <a:ext cx="11523644" cy="638978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ButterKnife</a:t>
            </a:r>
            <a:r>
              <a:rPr lang="en-US" sz="2400" dirty="0"/>
              <a:t>, Room, Dagger </a:t>
            </a:r>
            <a:r>
              <a:rPr lang="en-US" sz="2400" dirty="0" err="1"/>
              <a:t>veya</a:t>
            </a:r>
            <a:r>
              <a:rPr lang="en-US" sz="2400" dirty="0"/>
              <a:t> </a:t>
            </a:r>
            <a:r>
              <a:rPr lang="en-US" sz="2400" dirty="0" err="1"/>
              <a:t>Gson</a:t>
            </a:r>
            <a:r>
              <a:rPr lang="en-US" sz="2400" dirty="0"/>
              <a:t> </a:t>
            </a:r>
            <a:r>
              <a:rPr lang="en-US" sz="2400" dirty="0" err="1"/>
              <a:t>kütüphanelerinden</a:t>
            </a:r>
            <a:r>
              <a:rPr lang="en-US" sz="2400" dirty="0"/>
              <a:t> </a:t>
            </a:r>
            <a:r>
              <a:rPr lang="en-US" sz="2400" dirty="0" err="1"/>
              <a:t>birini</a:t>
            </a:r>
            <a:r>
              <a:rPr lang="en-US" sz="2400" dirty="0"/>
              <a:t> </a:t>
            </a:r>
            <a:r>
              <a:rPr lang="en-US" sz="2400" dirty="0" err="1" smtClean="0"/>
              <a:t>Eğer</a:t>
            </a:r>
            <a:r>
              <a:rPr lang="en-US" sz="2400" dirty="0" smtClean="0"/>
              <a:t> </a:t>
            </a:r>
            <a:r>
              <a:rPr lang="en-US" sz="2400" dirty="0" err="1"/>
              <a:t>kullandıysanız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smtClean="0"/>
              <a:t>@</a:t>
            </a:r>
            <a:r>
              <a:rPr lang="tr-TR" sz="2400" b="1" dirty="0" smtClean="0"/>
              <a:t>Override</a:t>
            </a:r>
            <a:r>
              <a:rPr lang="en-US" sz="2400" b="1" dirty="0"/>
              <a:t> </a:t>
            </a:r>
            <a:endParaRPr lang="tr-TR" sz="2400" dirty="0"/>
          </a:p>
          <a:p>
            <a:pPr marL="0" indent="0">
              <a:buNone/>
            </a:pPr>
            <a:r>
              <a:rPr lang="en-US" sz="2400" b="1" dirty="0" smtClean="0"/>
              <a:t>@</a:t>
            </a:r>
            <a:r>
              <a:rPr lang="en-US" sz="2400" b="1" dirty="0"/>
              <a:t>Insert </a:t>
            </a:r>
            <a:r>
              <a:rPr lang="en-US" sz="2400" dirty="0"/>
              <a:t>-room-</a:t>
            </a:r>
          </a:p>
          <a:p>
            <a:pPr marL="0" indent="0">
              <a:buNone/>
            </a:pPr>
            <a:r>
              <a:rPr lang="en-US" sz="2400" b="1" dirty="0"/>
              <a:t>@Component </a:t>
            </a:r>
            <a:r>
              <a:rPr lang="en-US" sz="2400" dirty="0"/>
              <a:t>-dagger-</a:t>
            </a:r>
          </a:p>
          <a:p>
            <a:pPr marL="0" indent="0">
              <a:buNone/>
            </a:pPr>
            <a:r>
              <a:rPr lang="en-US" sz="2400" b="1" dirty="0"/>
              <a:t>@</a:t>
            </a:r>
            <a:r>
              <a:rPr lang="en-US" sz="2400" b="1" dirty="0" err="1"/>
              <a:t>SerializedName</a:t>
            </a:r>
            <a:r>
              <a:rPr lang="en-US" sz="2400" dirty="0"/>
              <a:t> -</a:t>
            </a:r>
            <a:r>
              <a:rPr lang="en-US" sz="2400" dirty="0" err="1"/>
              <a:t>gson</a:t>
            </a:r>
            <a:r>
              <a:rPr lang="en-US" sz="2400" dirty="0"/>
              <a:t>-</a:t>
            </a:r>
          </a:p>
          <a:p>
            <a:pPr marL="0" indent="0">
              <a:buNone/>
            </a:pP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ifadelerle</a:t>
            </a:r>
            <a:r>
              <a:rPr lang="en-US" sz="2400" dirty="0"/>
              <a:t> </a:t>
            </a:r>
            <a:r>
              <a:rPr lang="en-US" sz="2400" dirty="0" err="1"/>
              <a:t>karşılaşmışsınızdır</a:t>
            </a:r>
            <a:r>
              <a:rPr lang="en-US" sz="2400" dirty="0"/>
              <a:t> </a:t>
            </a:r>
            <a:r>
              <a:rPr lang="en-US" sz="2400" dirty="0" err="1"/>
              <a:t>mutlaka</a:t>
            </a:r>
            <a:r>
              <a:rPr lang="en-US" sz="2400" dirty="0"/>
              <a:t>. </a:t>
            </a:r>
            <a:r>
              <a:rPr lang="en-US" sz="2400" dirty="0" err="1"/>
              <a:t>Peki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ifadelerin</a:t>
            </a:r>
            <a:r>
              <a:rPr lang="en-US" sz="2400" dirty="0"/>
              <a:t> </a:t>
            </a:r>
            <a:r>
              <a:rPr lang="en-US" sz="2400" dirty="0" err="1"/>
              <a:t>arka</a:t>
            </a:r>
            <a:r>
              <a:rPr lang="en-US" sz="2400" dirty="0"/>
              <a:t> </a:t>
            </a:r>
            <a:r>
              <a:rPr lang="en-US" sz="2400" dirty="0" err="1"/>
              <a:t>planda</a:t>
            </a:r>
            <a:r>
              <a:rPr lang="en-US" sz="2400" dirty="0"/>
              <a:t> </a:t>
            </a:r>
            <a:r>
              <a:rPr lang="en-US" sz="2400" dirty="0" err="1"/>
              <a:t>nasıl</a:t>
            </a:r>
            <a:r>
              <a:rPr lang="en-US" sz="2400" dirty="0"/>
              <a:t> </a:t>
            </a:r>
            <a:r>
              <a:rPr lang="en-US" sz="2400" dirty="0" err="1"/>
              <a:t>çalıştığınız</a:t>
            </a:r>
            <a:r>
              <a:rPr lang="en-US" sz="2400" dirty="0"/>
              <a:t> </a:t>
            </a:r>
            <a:r>
              <a:rPr lang="en-US" sz="2400" dirty="0" err="1"/>
              <a:t>hiç</a:t>
            </a:r>
            <a:r>
              <a:rPr lang="en-US" sz="2400" dirty="0"/>
              <a:t> </a:t>
            </a:r>
            <a:r>
              <a:rPr lang="en-US" sz="2400" dirty="0" err="1"/>
              <a:t>merak</a:t>
            </a:r>
            <a:r>
              <a:rPr lang="en-US" sz="2400" dirty="0"/>
              <a:t> </a:t>
            </a:r>
            <a:r>
              <a:rPr lang="en-US" sz="2400" dirty="0" err="1"/>
              <a:t>ettiniz</a:t>
            </a:r>
            <a:r>
              <a:rPr lang="en-US" sz="2400" dirty="0"/>
              <a:t> mi? Bu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kütüphaneler</a:t>
            </a:r>
            <a:r>
              <a:rPr lang="en-US" sz="2400" dirty="0"/>
              <a:t> </a:t>
            </a:r>
            <a:r>
              <a:rPr lang="en-US" sz="2400" b="1" dirty="0"/>
              <a:t>reflection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b="1" dirty="0"/>
              <a:t>annotation</a:t>
            </a:r>
            <a:r>
              <a:rPr lang="en-US" sz="2400" dirty="0"/>
              <a:t> </a:t>
            </a:r>
            <a:r>
              <a:rPr lang="en-US" sz="2400" dirty="0" err="1"/>
              <a:t>özelliklerini</a:t>
            </a:r>
            <a:r>
              <a:rPr lang="en-US" sz="2400" dirty="0"/>
              <a:t> </a:t>
            </a:r>
            <a:r>
              <a:rPr lang="en-US" sz="2400" dirty="0" err="1"/>
              <a:t>kulanmaktadır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/>
              <a:t>Java </a:t>
            </a:r>
            <a:r>
              <a:rPr lang="en-US" sz="2400" b="1" dirty="0" smtClean="0"/>
              <a:t>Reflection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224" y="3629541"/>
            <a:ext cx="48101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9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725" y="429658"/>
            <a:ext cx="11292289" cy="59821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Reflection (</a:t>
            </a:r>
            <a:r>
              <a:rPr lang="en-US" b="1" dirty="0" err="1"/>
              <a:t>Yansıma</a:t>
            </a:r>
            <a:r>
              <a:rPr lang="en-US" b="1" dirty="0"/>
              <a:t>) </a:t>
            </a:r>
            <a:r>
              <a:rPr lang="en-US" dirty="0" err="1"/>
              <a:t>özelliği</a:t>
            </a:r>
            <a:r>
              <a:rPr lang="en-US" dirty="0"/>
              <a:t> </a:t>
            </a:r>
            <a:r>
              <a:rPr lang="en-US" dirty="0" err="1"/>
              <a:t>nesnelerin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, method,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özelliklerine</a:t>
            </a:r>
            <a:r>
              <a:rPr lang="en-US" dirty="0"/>
              <a:t> </a:t>
            </a:r>
            <a:r>
              <a:rPr lang="en-US" dirty="0" err="1"/>
              <a:t>ulaşmamıza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Biz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tanımlayıp</a:t>
            </a:r>
            <a:r>
              <a:rPr lang="en-US" dirty="0"/>
              <a:t> “.” </a:t>
            </a:r>
            <a:r>
              <a:rPr lang="en-US" dirty="0" err="1"/>
              <a:t>koyduğumuz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 -</a:t>
            </a:r>
            <a:r>
              <a:rPr lang="en-US" dirty="0" err="1"/>
              <a:t>idenin</a:t>
            </a:r>
            <a:r>
              <a:rPr lang="en-US" dirty="0"/>
              <a:t> </a:t>
            </a:r>
            <a:r>
              <a:rPr lang="en-US" dirty="0" err="1"/>
              <a:t>tamamlamasıyla</a:t>
            </a:r>
            <a:r>
              <a:rPr lang="en-US" dirty="0"/>
              <a:t>- </a:t>
            </a:r>
            <a:r>
              <a:rPr lang="en-US" dirty="0" err="1"/>
              <a:t>görebiliyoruz</a:t>
            </a:r>
            <a:r>
              <a:rPr lang="en-US" dirty="0"/>
              <a:t> </a:t>
            </a:r>
            <a:r>
              <a:rPr lang="en-US" dirty="0" err="1"/>
              <a:t>diyebilirsiniz</a:t>
            </a:r>
            <a:r>
              <a:rPr lang="en-US" dirty="0" smtClean="0"/>
              <a:t>!</a:t>
            </a:r>
          </a:p>
          <a:p>
            <a:pPr marL="0" indent="0">
              <a:buNone/>
            </a:pPr>
            <a:r>
              <a:rPr lang="tr-TR" dirty="0" smtClean="0"/>
              <a:t>Student</a:t>
            </a:r>
            <a:r>
              <a:rPr lang="en-US" dirty="0" smtClean="0"/>
              <a:t> </a:t>
            </a:r>
            <a:r>
              <a:rPr lang="en-US" dirty="0"/>
              <a:t>student = Student()</a:t>
            </a:r>
            <a:br>
              <a:rPr lang="en-US" dirty="0"/>
            </a:br>
            <a:r>
              <a:rPr lang="en-US" dirty="0"/>
              <a:t>student.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kısımda</a:t>
            </a:r>
            <a:r>
              <a:rPr lang="en-US" dirty="0"/>
              <a:t> ide </a:t>
            </a:r>
            <a:r>
              <a:rPr lang="en-US" dirty="0" err="1"/>
              <a:t>bizlere</a:t>
            </a:r>
            <a:r>
              <a:rPr lang="en-US" dirty="0"/>
              <a:t> method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özellikler</a:t>
            </a:r>
            <a:r>
              <a:rPr lang="en-US" dirty="0"/>
              <a:t> </a:t>
            </a:r>
            <a:r>
              <a:rPr lang="en-US" dirty="0" err="1"/>
              <a:t>önerir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method </a:t>
            </a:r>
            <a:r>
              <a:rPr lang="en-US" dirty="0" err="1"/>
              <a:t>yazdınız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method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alabiliyor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Map, Activity, String, View vb. </a:t>
            </a:r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. </a:t>
            </a:r>
            <a:r>
              <a:rPr lang="en-US" dirty="0" err="1"/>
              <a:t>Mesela</a:t>
            </a:r>
            <a:r>
              <a:rPr lang="en-US" dirty="0"/>
              <a:t> </a:t>
            </a:r>
            <a:r>
              <a:rPr lang="en-US" dirty="0" err="1"/>
              <a:t>nesnenin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ismine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yapacaksak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,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ismine</a:t>
            </a:r>
            <a:r>
              <a:rPr lang="en-US" dirty="0"/>
              <a:t> </a:t>
            </a:r>
            <a:r>
              <a:rPr lang="en-US" dirty="0" err="1"/>
              <a:t>ulaşmamızı</a:t>
            </a:r>
            <a:r>
              <a:rPr lang="en-US" dirty="0"/>
              <a:t> </a:t>
            </a:r>
            <a:r>
              <a:rPr lang="en-US" b="1" dirty="0"/>
              <a:t>reflection</a:t>
            </a:r>
            <a:r>
              <a:rPr lang="en-US" dirty="0"/>
              <a:t> </a:t>
            </a:r>
            <a:r>
              <a:rPr lang="en-US" dirty="0" err="1"/>
              <a:t>özelliği</a:t>
            </a:r>
            <a:r>
              <a:rPr lang="en-US" dirty="0"/>
              <a:t> </a:t>
            </a:r>
            <a:r>
              <a:rPr lang="en-US" dirty="0" err="1"/>
              <a:t>sağlamaktadır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/>
              <a:t>Gson</a:t>
            </a:r>
            <a:r>
              <a:rPr lang="en-US" b="1" dirty="0"/>
              <a:t> </a:t>
            </a:r>
            <a:r>
              <a:rPr lang="en-US" dirty="0" err="1"/>
              <a:t>kütüphanesini</a:t>
            </a:r>
            <a:r>
              <a:rPr lang="en-US" dirty="0"/>
              <a:t> </a:t>
            </a:r>
            <a:r>
              <a:rPr lang="en-US" dirty="0" err="1"/>
              <a:t>düşünelim</a:t>
            </a:r>
            <a:r>
              <a:rPr lang="en-US" dirty="0"/>
              <a:t>. Biz </a:t>
            </a:r>
            <a:r>
              <a:rPr lang="en-US" dirty="0" err="1"/>
              <a:t>fromJson</a:t>
            </a:r>
            <a:r>
              <a:rPr lang="en-US" dirty="0"/>
              <a:t>(String -</a:t>
            </a:r>
            <a:r>
              <a:rPr lang="en-US" dirty="0" err="1"/>
              <a:t>json</a:t>
            </a:r>
            <a:r>
              <a:rPr lang="en-US" dirty="0"/>
              <a:t>-, Type-class-) </a:t>
            </a:r>
            <a:r>
              <a:rPr lang="en-US" dirty="0" err="1"/>
              <a:t>metodunu</a:t>
            </a:r>
            <a:r>
              <a:rPr lang="en-US" dirty="0"/>
              <a:t> </a:t>
            </a:r>
            <a:r>
              <a:rPr lang="en-US" dirty="0" err="1"/>
              <a:t>çağırırken</a:t>
            </a:r>
            <a:r>
              <a:rPr lang="en-US" dirty="0"/>
              <a:t> </a:t>
            </a:r>
            <a:r>
              <a:rPr lang="en-US" dirty="0" err="1"/>
              <a:t>json</a:t>
            </a:r>
            <a:r>
              <a:rPr lang="en-US" dirty="0"/>
              <a:t> </a:t>
            </a:r>
            <a:r>
              <a:rPr lang="en-US" dirty="0" err="1"/>
              <a:t>objesini</a:t>
            </a:r>
            <a:r>
              <a:rPr lang="en-US" dirty="0"/>
              <a:t> </a:t>
            </a:r>
            <a:r>
              <a:rPr lang="en-US" dirty="0" err="1"/>
              <a:t>çevireceği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model </a:t>
            </a:r>
            <a:r>
              <a:rPr lang="en-US" dirty="0" err="1"/>
              <a:t>veriyoruz</a:t>
            </a:r>
            <a:r>
              <a:rPr lang="en-US" dirty="0"/>
              <a:t>. </a:t>
            </a:r>
            <a:r>
              <a:rPr lang="en-US" dirty="0" err="1"/>
              <a:t>Gson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reflection </a:t>
            </a:r>
            <a:r>
              <a:rPr lang="en-US" dirty="0" err="1"/>
              <a:t>özelliğini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değişkenlerine</a:t>
            </a:r>
            <a:r>
              <a:rPr lang="en-US" dirty="0"/>
              <a:t> </a:t>
            </a:r>
            <a:r>
              <a:rPr lang="en-US" dirty="0" err="1"/>
              <a:t>erişip</a:t>
            </a:r>
            <a:r>
              <a:rPr lang="en-US" dirty="0"/>
              <a:t> </a:t>
            </a:r>
            <a:r>
              <a:rPr lang="en-US" dirty="0" err="1"/>
              <a:t>değerlerini</a:t>
            </a:r>
            <a:r>
              <a:rPr lang="en-US" dirty="0"/>
              <a:t> </a:t>
            </a:r>
            <a:r>
              <a:rPr lang="en-US" dirty="0" err="1"/>
              <a:t>ayarlamaktadır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691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911" y="319488"/>
            <a:ext cx="10758889" cy="620249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Name</a:t>
            </a:r>
            <a:r>
              <a:rPr lang="en-US" dirty="0"/>
              <a:t> :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ismini</a:t>
            </a:r>
            <a:r>
              <a:rPr lang="en-US" dirty="0"/>
              <a:t> </a:t>
            </a:r>
            <a:r>
              <a:rPr lang="en-US" dirty="0" err="1"/>
              <a:t>verecektir</a:t>
            </a:r>
            <a:r>
              <a:rPr lang="en-US" dirty="0"/>
              <a:t>. Package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beraber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Simple Name</a:t>
            </a:r>
            <a:r>
              <a:rPr lang="en-US" dirty="0"/>
              <a:t>: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oluştururken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ismi</a:t>
            </a:r>
            <a:r>
              <a:rPr lang="en-US" dirty="0"/>
              <a:t> </a:t>
            </a:r>
            <a:r>
              <a:rPr lang="en-US" dirty="0" err="1"/>
              <a:t>verecektir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IsArray</a:t>
            </a:r>
            <a:r>
              <a:rPr lang="en-US" b="1" dirty="0"/>
              <a:t>, </a:t>
            </a:r>
            <a:r>
              <a:rPr lang="en-US" b="1" dirty="0" err="1"/>
              <a:t>IsInterface</a:t>
            </a:r>
            <a:r>
              <a:rPr lang="en-US" dirty="0"/>
              <a:t>: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array </a:t>
            </a:r>
            <a:r>
              <a:rPr lang="en-US" dirty="0" err="1"/>
              <a:t>veya</a:t>
            </a:r>
            <a:r>
              <a:rPr lang="en-US" dirty="0"/>
              <a:t> interface </a:t>
            </a:r>
            <a:r>
              <a:rPr lang="en-US" dirty="0" err="1"/>
              <a:t>olup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en-US" dirty="0"/>
              <a:t> </a:t>
            </a:r>
            <a:r>
              <a:rPr lang="en-US" dirty="0" err="1"/>
              <a:t>belirtir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Constructors Count</a:t>
            </a:r>
            <a:r>
              <a:rPr lang="en-US" dirty="0"/>
              <a:t>: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kaç</a:t>
            </a:r>
            <a:r>
              <a:rPr lang="en-US" dirty="0"/>
              <a:t> </a:t>
            </a:r>
            <a:r>
              <a:rPr lang="en-US" dirty="0" err="1"/>
              <a:t>tane</a:t>
            </a:r>
            <a:r>
              <a:rPr lang="en-US" dirty="0"/>
              <a:t> </a:t>
            </a:r>
            <a:r>
              <a:rPr lang="en-US" dirty="0" err="1"/>
              <a:t>constructura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belirtir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Constructor Parameter Count</a:t>
            </a:r>
            <a:r>
              <a:rPr lang="en-US" dirty="0"/>
              <a:t>: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constructurının</a:t>
            </a:r>
            <a:r>
              <a:rPr lang="en-US" dirty="0"/>
              <a:t> </a:t>
            </a:r>
            <a:r>
              <a:rPr lang="en-US" dirty="0" err="1"/>
              <a:t>kaç</a:t>
            </a:r>
            <a:r>
              <a:rPr lang="en-US" dirty="0"/>
              <a:t> </a:t>
            </a:r>
            <a:r>
              <a:rPr lang="en-US" dirty="0" err="1"/>
              <a:t>tane</a:t>
            </a:r>
            <a:r>
              <a:rPr lang="en-US" dirty="0"/>
              <a:t> </a:t>
            </a:r>
            <a:r>
              <a:rPr lang="en-US" dirty="0" err="1"/>
              <a:t>parametresi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belirtir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Declared Fields</a:t>
            </a:r>
            <a:r>
              <a:rPr lang="en-US" dirty="0"/>
              <a:t>: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tanımladığımız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varsayılan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java </a:t>
            </a:r>
            <a:r>
              <a:rPr lang="en-US" dirty="0" err="1"/>
              <a:t>sınıfında</a:t>
            </a:r>
            <a:r>
              <a:rPr lang="en-US" dirty="0"/>
              <a:t> </a:t>
            </a:r>
            <a:r>
              <a:rPr lang="en-US" dirty="0" err="1"/>
              <a:t>tanımlı</a:t>
            </a:r>
            <a:r>
              <a:rPr lang="en-US" dirty="0"/>
              <a:t> </a:t>
            </a:r>
            <a:r>
              <a:rPr lang="en-US" b="1" dirty="0" err="1"/>
              <a:t>değişkenleri</a:t>
            </a:r>
            <a:r>
              <a:rPr lang="en-US" dirty="0"/>
              <a:t> </a:t>
            </a:r>
            <a:r>
              <a:rPr lang="en-US" dirty="0" err="1"/>
              <a:t>verecektir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Declared </a:t>
            </a:r>
            <a:r>
              <a:rPr lang="en-US" b="1" dirty="0" err="1"/>
              <a:t>Mathods</a:t>
            </a:r>
            <a:r>
              <a:rPr lang="en-US" dirty="0"/>
              <a:t>: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tanımladığımız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varsayılan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java </a:t>
            </a:r>
            <a:r>
              <a:rPr lang="en-US" dirty="0" err="1"/>
              <a:t>sınıfında</a:t>
            </a:r>
            <a:r>
              <a:rPr lang="en-US" dirty="0"/>
              <a:t> </a:t>
            </a:r>
            <a:r>
              <a:rPr lang="en-US" dirty="0" err="1"/>
              <a:t>tanımlı</a:t>
            </a:r>
            <a:r>
              <a:rPr lang="en-US" dirty="0"/>
              <a:t> </a:t>
            </a:r>
            <a:r>
              <a:rPr lang="en-US" b="1" dirty="0" err="1"/>
              <a:t>methodları</a:t>
            </a:r>
            <a:r>
              <a:rPr lang="en-US" dirty="0"/>
              <a:t> </a:t>
            </a:r>
            <a:r>
              <a:rPr lang="en-US" dirty="0" err="1"/>
              <a:t>verecektir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86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708" y="352540"/>
            <a:ext cx="11292290" cy="622453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Aspect Oriented Programming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293" y="1276350"/>
            <a:ext cx="7755875" cy="477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4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İyi</a:t>
            </a:r>
            <a:r>
              <a:rPr lang="en-US" dirty="0"/>
              <a:t> developer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tembel</a:t>
            </a:r>
            <a:r>
              <a:rPr lang="en-US" dirty="0"/>
              <a:t> </a:t>
            </a:r>
            <a:r>
              <a:rPr lang="en-US" dirty="0" err="1"/>
              <a:t>developer’dır</a:t>
            </a:r>
            <a:r>
              <a:rPr lang="en-US" dirty="0"/>
              <a:t>. </a:t>
            </a:r>
            <a:r>
              <a:rPr lang="en-US" dirty="0" err="1"/>
              <a:t>Tabi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kast</a:t>
            </a:r>
            <a:r>
              <a:rPr lang="en-US" dirty="0"/>
              <a:t> </a:t>
            </a:r>
            <a:r>
              <a:rPr lang="en-US" dirty="0" err="1" smtClean="0"/>
              <a:t>edilen</a:t>
            </a:r>
            <a:r>
              <a:rPr lang="en-US" dirty="0" smtClean="0"/>
              <a:t> </a:t>
            </a:r>
            <a:r>
              <a:rPr lang="en-US" dirty="0" err="1" smtClean="0"/>
              <a:t>tembellik</a:t>
            </a:r>
            <a:r>
              <a:rPr lang="en-US" dirty="0" smtClean="0"/>
              <a:t> </a:t>
            </a:r>
            <a:r>
              <a:rPr lang="en-US" dirty="0" err="1"/>
              <a:t>çalışmamak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etmemek</a:t>
            </a:r>
            <a:r>
              <a:rPr lang="en-US" dirty="0"/>
              <a:t>,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defalarca</a:t>
            </a:r>
            <a:r>
              <a:rPr lang="en-US" dirty="0"/>
              <a:t> </a:t>
            </a:r>
            <a:r>
              <a:rPr lang="en-US" dirty="0" err="1"/>
              <a:t>yazmamak</a:t>
            </a:r>
            <a:r>
              <a:rPr lang="en-US" dirty="0"/>
              <a:t>. O </a:t>
            </a:r>
            <a:r>
              <a:rPr lang="en-US" dirty="0" err="1"/>
              <a:t>yüzden</a:t>
            </a:r>
            <a:r>
              <a:rPr lang="en-US" dirty="0"/>
              <a:t> </a:t>
            </a:r>
            <a:r>
              <a:rPr lang="en-US" b="1" dirty="0" smtClean="0"/>
              <a:t>reusability</a:t>
            </a:r>
            <a:r>
              <a:rPr lang="tr-TR" b="1" dirty="0" smtClean="0"/>
              <a:t> (tekrar kullanılabilirlik)</a:t>
            </a:r>
            <a:r>
              <a:rPr lang="en-US" dirty="0"/>
              <a:t> </a:t>
            </a:r>
            <a:r>
              <a:rPr lang="en-US" dirty="0" err="1"/>
              <a:t>hayatımızın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parçasıdır</a:t>
            </a:r>
            <a:r>
              <a:rPr lang="en-US" dirty="0"/>
              <a:t>, </a:t>
            </a:r>
            <a:r>
              <a:rPr lang="en-US" dirty="0" err="1"/>
              <a:t>sık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kodları</a:t>
            </a:r>
            <a:r>
              <a:rPr lang="en-US" dirty="0"/>
              <a:t>, </a:t>
            </a:r>
            <a:r>
              <a:rPr lang="en-US" dirty="0" err="1"/>
              <a:t>library’lere</a:t>
            </a:r>
            <a:r>
              <a:rPr lang="en-US" dirty="0"/>
              <a:t> </a:t>
            </a:r>
            <a:r>
              <a:rPr lang="en-US" dirty="0" err="1"/>
              <a:t>taşırız</a:t>
            </a:r>
            <a:r>
              <a:rPr lang="en-US" dirty="0"/>
              <a:t> </a:t>
            </a:r>
            <a:r>
              <a:rPr lang="en-US" dirty="0" err="1"/>
              <a:t>yeri</a:t>
            </a:r>
            <a:r>
              <a:rPr lang="en-US" dirty="0"/>
              <a:t> </a:t>
            </a:r>
            <a:r>
              <a:rPr lang="en-US" dirty="0" err="1"/>
              <a:t>geldimi</a:t>
            </a:r>
            <a:r>
              <a:rPr lang="en-US" dirty="0"/>
              <a:t> </a:t>
            </a:r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library’lerimizi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belli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işe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framework’ler</a:t>
            </a:r>
            <a:r>
              <a:rPr lang="en-US" dirty="0"/>
              <a:t> </a:t>
            </a:r>
            <a:r>
              <a:rPr lang="en-US" dirty="0" err="1"/>
              <a:t>yazarız</a:t>
            </a:r>
            <a:r>
              <a:rPr lang="en-US" dirty="0"/>
              <a:t>. </a:t>
            </a:r>
            <a:r>
              <a:rPr lang="en-US" b="1" dirty="0"/>
              <a:t>Object Oriented</a:t>
            </a:r>
            <a:r>
              <a:rPr lang="en-US" dirty="0"/>
              <a:t> </a:t>
            </a:r>
            <a:r>
              <a:rPr lang="en-US" dirty="0" err="1"/>
              <a:t>diller</a:t>
            </a:r>
            <a:r>
              <a:rPr lang="en-US" dirty="0"/>
              <a:t> de 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konuda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 smtClean="0"/>
              <a:t>olurlar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projeleri</a:t>
            </a:r>
            <a:r>
              <a:rPr lang="en-US" dirty="0"/>
              <a:t> her </a:t>
            </a:r>
            <a:r>
              <a:rPr lang="en-US" dirty="0" err="1"/>
              <a:t>geçen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büyüyorlar</a:t>
            </a:r>
            <a:r>
              <a:rPr lang="en-US" dirty="0"/>
              <a:t>, </a:t>
            </a:r>
            <a:r>
              <a:rPr lang="en-US" dirty="0" err="1"/>
              <a:t>elimizden</a:t>
            </a:r>
            <a:r>
              <a:rPr lang="en-US" dirty="0"/>
              <a:t> </a:t>
            </a:r>
            <a:r>
              <a:rPr lang="en-US" dirty="0" err="1"/>
              <a:t>geldiğince</a:t>
            </a:r>
            <a:r>
              <a:rPr lang="en-US" dirty="0"/>
              <a:t> Object-Oriented </a:t>
            </a:r>
            <a:r>
              <a:rPr lang="en-US" dirty="0" err="1"/>
              <a:t>prensiplerini</a:t>
            </a:r>
            <a:r>
              <a:rPr lang="en-US" dirty="0"/>
              <a:t> </a:t>
            </a:r>
            <a:r>
              <a:rPr lang="en-US" dirty="0" err="1"/>
              <a:t>uygulasak</a:t>
            </a:r>
            <a:r>
              <a:rPr lang="en-US" dirty="0"/>
              <a:t> da </a:t>
            </a:r>
            <a:r>
              <a:rPr lang="en-US" b="1" dirty="0" err="1"/>
              <a:t>reusability’yi</a:t>
            </a:r>
            <a:r>
              <a:rPr lang="en-US" dirty="0"/>
              <a:t> </a:t>
            </a:r>
            <a:r>
              <a:rPr lang="en-US" dirty="0" err="1"/>
              <a:t>arttırmaya</a:t>
            </a:r>
            <a:r>
              <a:rPr lang="en-US" dirty="0"/>
              <a:t> </a:t>
            </a:r>
            <a:r>
              <a:rPr lang="en-US" dirty="0" err="1"/>
              <a:t>çalışsak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yazdığımız</a:t>
            </a:r>
            <a:r>
              <a:rPr lang="en-US" dirty="0"/>
              <a:t> </a:t>
            </a:r>
            <a:r>
              <a:rPr lang="en-US" dirty="0" err="1"/>
              <a:t>kodların</a:t>
            </a:r>
            <a:r>
              <a:rPr lang="en-US" dirty="0"/>
              <a:t> </a:t>
            </a:r>
            <a:r>
              <a:rPr lang="en-US" dirty="0" err="1"/>
              <a:t>anlaşılabilirliği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b="1" dirty="0" smtClean="0"/>
              <a:t>maintainability</a:t>
            </a:r>
            <a:r>
              <a:rPr lang="tr-TR" b="1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bakım</a:t>
            </a:r>
            <a:r>
              <a:rPr lang="tr-TR" dirty="0" smtClean="0"/>
              <a:t> </a:t>
            </a:r>
            <a:r>
              <a:rPr lang="en-US" dirty="0" smtClean="0"/>
              <a:t>)</a:t>
            </a:r>
            <a:r>
              <a:rPr lang="en-US" dirty="0"/>
              <a:t>’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düşmekte</a:t>
            </a:r>
            <a:r>
              <a:rPr lang="en-US" dirty="0"/>
              <a:t>. </a:t>
            </a:r>
            <a:r>
              <a:rPr lang="en-US" b="1" dirty="0"/>
              <a:t>Aspect-Oriented Programming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noktada</a:t>
            </a:r>
            <a:r>
              <a:rPr lang="en-US" dirty="0"/>
              <a:t> 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olmakta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AOP’un</a:t>
            </a:r>
            <a:r>
              <a:rPr lang="en-US" dirty="0"/>
              <a:t> en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hedefi</a:t>
            </a:r>
            <a:r>
              <a:rPr lang="en-US" dirty="0"/>
              <a:t> </a:t>
            </a:r>
            <a:r>
              <a:rPr lang="en-US" b="1" dirty="0" err="1"/>
              <a:t>modularity</a:t>
            </a:r>
            <a:r>
              <a:rPr lang="en-US" dirty="0" err="1"/>
              <a:t>’i</a:t>
            </a:r>
            <a:r>
              <a:rPr lang="en-US" dirty="0"/>
              <a:t> </a:t>
            </a:r>
            <a:r>
              <a:rPr lang="en-US" dirty="0" err="1"/>
              <a:t>arttırmak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b="1" dirty="0"/>
              <a:t>Cross-Cutting </a:t>
            </a:r>
            <a:r>
              <a:rPr lang="en-US" b="1" dirty="0" err="1"/>
              <a:t>Concern</a:t>
            </a:r>
            <a:r>
              <a:rPr lang="en-US" dirty="0" err="1"/>
              <a:t>’lerimiz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ayrımı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net </a:t>
            </a:r>
            <a:r>
              <a:rPr lang="en-US" dirty="0" err="1"/>
              <a:t>sağlamaktır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 </a:t>
            </a:r>
            <a:r>
              <a:rPr lang="en-US" b="1" dirty="0"/>
              <a:t>Separation of Cross-Cutting Concerns.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07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noktada</a:t>
            </a:r>
            <a:r>
              <a:rPr lang="en-US" dirty="0"/>
              <a:t> </a:t>
            </a:r>
            <a:r>
              <a:rPr lang="en-US" dirty="0" err="1"/>
              <a:t>anlamınız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b="1" dirty="0"/>
              <a:t>Object-Oriented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b="1" dirty="0"/>
              <a:t> Aspect-Oriented </a:t>
            </a:r>
            <a:r>
              <a:rPr lang="en-US" dirty="0" err="1"/>
              <a:t>şeklinde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konusu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</a:t>
            </a:r>
            <a:r>
              <a:rPr lang="en-US" b="1" dirty="0"/>
              <a:t>AOP</a:t>
            </a:r>
            <a:r>
              <a:rPr lang="en-US" dirty="0"/>
              <a:t> </a:t>
            </a:r>
            <a:r>
              <a:rPr lang="en-US" dirty="0" err="1"/>
              <a:t>paradigmasını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 </a:t>
            </a:r>
            <a:r>
              <a:rPr lang="en-US" dirty="0" err="1"/>
              <a:t>class’lar</a:t>
            </a:r>
            <a:r>
              <a:rPr lang="en-US" dirty="0"/>
              <a:t>, </a:t>
            </a:r>
            <a:r>
              <a:rPr lang="en-US" dirty="0" err="1"/>
              <a:t>nesneler</a:t>
            </a:r>
            <a:r>
              <a:rPr lang="en-US" dirty="0"/>
              <a:t>, </a:t>
            </a:r>
            <a:r>
              <a:rPr lang="en-US" dirty="0" err="1"/>
              <a:t>interface’ler</a:t>
            </a:r>
            <a:r>
              <a:rPr lang="en-US" dirty="0"/>
              <a:t>, inheritance, polymorphism, abstraction, encapsulation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kavramları</a:t>
            </a:r>
            <a:r>
              <a:rPr lang="en-US" dirty="0"/>
              <a:t> </a:t>
            </a:r>
            <a:r>
              <a:rPr lang="en-US" dirty="0" err="1"/>
              <a:t>elbette</a:t>
            </a:r>
            <a:r>
              <a:rPr lang="en-US" dirty="0"/>
              <a:t> </a:t>
            </a:r>
            <a:r>
              <a:rPr lang="en-US" dirty="0" err="1"/>
              <a:t>hayatımızdan</a:t>
            </a:r>
            <a:r>
              <a:rPr lang="en-US" dirty="0"/>
              <a:t> </a:t>
            </a:r>
            <a:r>
              <a:rPr lang="en-US" dirty="0" err="1"/>
              <a:t>çıkarmıyoruz</a:t>
            </a:r>
            <a:r>
              <a:rPr lang="en-US" dirty="0"/>
              <a:t>. </a:t>
            </a:r>
            <a:r>
              <a:rPr lang="en-US" b="1" dirty="0" err="1"/>
              <a:t>AOP’u</a:t>
            </a:r>
            <a:r>
              <a:rPr lang="en-US" dirty="0"/>
              <a:t> </a:t>
            </a:r>
            <a:r>
              <a:rPr lang="en-US" dirty="0" err="1"/>
              <a:t>özellikle</a:t>
            </a:r>
            <a:r>
              <a:rPr lang="en-US" dirty="0"/>
              <a:t> encapsulation </a:t>
            </a:r>
            <a:r>
              <a:rPr lang="en-US" dirty="0" err="1"/>
              <a:t>konusunda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tamamlayıcı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düşünelim</a:t>
            </a:r>
            <a:r>
              <a:rPr lang="en-US" dirty="0"/>
              <a:t>. </a:t>
            </a:r>
            <a:r>
              <a:rPr lang="en-US" b="1" dirty="0"/>
              <a:t>Encapsulation</a:t>
            </a:r>
            <a:r>
              <a:rPr lang="en-US" dirty="0"/>
              <a:t> </a:t>
            </a:r>
            <a:r>
              <a:rPr lang="en-US" b="1" dirty="0" err="1"/>
              <a:t>OOP’daki</a:t>
            </a:r>
            <a:r>
              <a:rPr lang="en-US" dirty="0"/>
              <a:t> </a:t>
            </a:r>
            <a:r>
              <a:rPr lang="en-US" dirty="0" err="1"/>
              <a:t>nihai</a:t>
            </a:r>
            <a:r>
              <a:rPr lang="en-US" dirty="0"/>
              <a:t> </a:t>
            </a:r>
            <a:r>
              <a:rPr lang="en-US" dirty="0" err="1"/>
              <a:t>amacımız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i="1" dirty="0"/>
              <a:t>“</a:t>
            </a:r>
            <a:r>
              <a:rPr lang="en-US" b="1" i="1" dirty="0" err="1"/>
              <a:t>Bir</a:t>
            </a:r>
            <a:r>
              <a:rPr lang="en-US" b="1" i="1" dirty="0"/>
              <a:t> </a:t>
            </a:r>
            <a:r>
              <a:rPr lang="en-US" b="1" i="1" dirty="0" err="1"/>
              <a:t>modülün</a:t>
            </a:r>
            <a:r>
              <a:rPr lang="en-US" b="1" i="1" dirty="0"/>
              <a:t> </a:t>
            </a:r>
            <a:r>
              <a:rPr lang="en-US" b="1" i="1" dirty="0" err="1"/>
              <a:t>yaptığı</a:t>
            </a:r>
            <a:r>
              <a:rPr lang="en-US" b="1" i="1" dirty="0"/>
              <a:t> </a:t>
            </a:r>
            <a:r>
              <a:rPr lang="en-US" b="1" i="1" dirty="0" err="1"/>
              <a:t>işlemlerin</a:t>
            </a:r>
            <a:r>
              <a:rPr lang="en-US" b="1" i="1" dirty="0"/>
              <a:t> </a:t>
            </a:r>
            <a:r>
              <a:rPr lang="en-US" b="1" i="1" dirty="0" err="1"/>
              <a:t>bir</a:t>
            </a:r>
            <a:r>
              <a:rPr lang="en-US" b="1" i="1" dirty="0"/>
              <a:t> </a:t>
            </a:r>
            <a:r>
              <a:rPr lang="en-US" b="1" i="1" dirty="0" err="1"/>
              <a:t>kısmını</a:t>
            </a:r>
            <a:r>
              <a:rPr lang="en-US" b="1" i="1" dirty="0"/>
              <a:t>, </a:t>
            </a:r>
            <a:r>
              <a:rPr lang="en-US" b="1" i="1" dirty="0" err="1"/>
              <a:t>bu</a:t>
            </a:r>
            <a:r>
              <a:rPr lang="en-US" b="1" i="1" dirty="0"/>
              <a:t> </a:t>
            </a:r>
            <a:r>
              <a:rPr lang="en-US" b="1" i="1" dirty="0" err="1"/>
              <a:t>işlemleri</a:t>
            </a:r>
            <a:r>
              <a:rPr lang="en-US" b="1" i="1" dirty="0"/>
              <a:t> </a:t>
            </a:r>
            <a:r>
              <a:rPr lang="en-US" b="1" i="1" dirty="0" err="1"/>
              <a:t>nasıl</a:t>
            </a:r>
            <a:r>
              <a:rPr lang="en-US" b="1" i="1" dirty="0"/>
              <a:t> </a:t>
            </a:r>
            <a:r>
              <a:rPr lang="en-US" b="1" i="1" dirty="0" err="1"/>
              <a:t>gerçekleştirdiği</a:t>
            </a:r>
            <a:r>
              <a:rPr lang="en-US" b="1" i="1" dirty="0"/>
              <a:t> </a:t>
            </a:r>
            <a:r>
              <a:rPr lang="en-US" b="1" i="1" dirty="0" err="1"/>
              <a:t>bilgisini</a:t>
            </a:r>
            <a:r>
              <a:rPr lang="en-US" b="1" i="1" dirty="0"/>
              <a:t> </a:t>
            </a:r>
            <a:r>
              <a:rPr lang="en-US" b="1" i="1" dirty="0" err="1"/>
              <a:t>dışarıdan</a:t>
            </a:r>
            <a:r>
              <a:rPr lang="en-US" b="1" i="1" dirty="0"/>
              <a:t> </a:t>
            </a:r>
            <a:r>
              <a:rPr lang="en-US" b="1" i="1" dirty="0" err="1"/>
              <a:t>bilinçli</a:t>
            </a:r>
            <a:r>
              <a:rPr lang="en-US" b="1" i="1" dirty="0"/>
              <a:t> </a:t>
            </a:r>
            <a:r>
              <a:rPr lang="en-US" b="1" i="1" dirty="0" err="1"/>
              <a:t>olarak</a:t>
            </a:r>
            <a:r>
              <a:rPr lang="en-US" b="1" i="1" dirty="0"/>
              <a:t> </a:t>
            </a:r>
            <a:r>
              <a:rPr lang="en-US" b="1" i="1" dirty="0" err="1"/>
              <a:t>saklamaktır</a:t>
            </a:r>
            <a:r>
              <a:rPr lang="en-US" b="1" i="1" dirty="0"/>
              <a:t>. </a:t>
            </a:r>
            <a:r>
              <a:rPr lang="en-US" b="1" i="1" dirty="0" err="1"/>
              <a:t>encapsulation’ın</a:t>
            </a:r>
            <a:r>
              <a:rPr lang="en-US" b="1" i="1" dirty="0"/>
              <a:t> </a:t>
            </a:r>
            <a:r>
              <a:rPr lang="en-US" b="1" i="1" dirty="0" err="1"/>
              <a:t>asıl</a:t>
            </a:r>
            <a:r>
              <a:rPr lang="en-US" b="1" i="1" dirty="0"/>
              <a:t> </a:t>
            </a:r>
            <a:r>
              <a:rPr lang="en-US" b="1" i="1" dirty="0" err="1"/>
              <a:t>amacı</a:t>
            </a:r>
            <a:r>
              <a:rPr lang="en-US" b="1" i="1" dirty="0"/>
              <a:t> </a:t>
            </a:r>
            <a:r>
              <a:rPr lang="en-US" b="1" i="1" dirty="0" err="1"/>
              <a:t>içeriği</a:t>
            </a:r>
            <a:r>
              <a:rPr lang="en-US" b="1" i="1" dirty="0"/>
              <a:t> </a:t>
            </a:r>
            <a:r>
              <a:rPr lang="en-US" b="1" i="1" dirty="0" err="1"/>
              <a:t>saklamak</a:t>
            </a:r>
            <a:r>
              <a:rPr lang="en-US" b="1" i="1" dirty="0"/>
              <a:t> </a:t>
            </a:r>
            <a:r>
              <a:rPr lang="en-US" b="1" i="1" dirty="0" err="1"/>
              <a:t>değil</a:t>
            </a:r>
            <a:r>
              <a:rPr lang="en-US" b="1" i="1" dirty="0"/>
              <a:t> </a:t>
            </a:r>
            <a:r>
              <a:rPr lang="en-US" b="1" i="1" dirty="0" err="1"/>
              <a:t>kontrolsüz</a:t>
            </a:r>
            <a:r>
              <a:rPr lang="en-US" b="1" i="1" dirty="0"/>
              <a:t> </a:t>
            </a:r>
            <a:r>
              <a:rPr lang="en-US" b="1" i="1" dirty="0" err="1"/>
              <a:t>ve</a:t>
            </a:r>
            <a:r>
              <a:rPr lang="en-US" b="1" i="1" dirty="0"/>
              <a:t> </a:t>
            </a:r>
            <a:r>
              <a:rPr lang="en-US" b="1" i="1" dirty="0" err="1"/>
              <a:t>gereksiz</a:t>
            </a:r>
            <a:r>
              <a:rPr lang="en-US" b="1" i="1" dirty="0"/>
              <a:t> </a:t>
            </a:r>
            <a:r>
              <a:rPr lang="en-US" b="1" i="1" dirty="0" err="1"/>
              <a:t>erişimi</a:t>
            </a:r>
            <a:r>
              <a:rPr lang="en-US" b="1" i="1" dirty="0"/>
              <a:t> </a:t>
            </a:r>
            <a:r>
              <a:rPr lang="en-US" b="1" i="1" dirty="0" err="1"/>
              <a:t>engellemek</a:t>
            </a:r>
            <a:r>
              <a:rPr lang="en-US" b="1" i="1" dirty="0"/>
              <a:t> </a:t>
            </a:r>
            <a:r>
              <a:rPr lang="en-US" b="1" i="1" dirty="0" err="1"/>
              <a:t>ve</a:t>
            </a:r>
            <a:r>
              <a:rPr lang="en-US" b="1" i="1" dirty="0"/>
              <a:t> </a:t>
            </a:r>
            <a:r>
              <a:rPr lang="en-US" b="1" i="1" dirty="0" err="1"/>
              <a:t>bu</a:t>
            </a:r>
            <a:r>
              <a:rPr lang="en-US" b="1" i="1" dirty="0"/>
              <a:t> </a:t>
            </a:r>
            <a:r>
              <a:rPr lang="en-US" b="1" i="1" dirty="0" err="1"/>
              <a:t>içeriğe</a:t>
            </a:r>
            <a:r>
              <a:rPr lang="en-US" b="1" i="1" dirty="0"/>
              <a:t> </a:t>
            </a:r>
            <a:r>
              <a:rPr lang="en-US" b="1" i="1" dirty="0" err="1"/>
              <a:t>erişimi</a:t>
            </a:r>
            <a:r>
              <a:rPr lang="en-US" b="1" i="1" dirty="0"/>
              <a:t> </a:t>
            </a:r>
            <a:r>
              <a:rPr lang="en-US" b="1" i="1" dirty="0" err="1"/>
              <a:t>standart</a:t>
            </a:r>
            <a:r>
              <a:rPr lang="en-US" b="1" i="1" dirty="0"/>
              <a:t> </a:t>
            </a:r>
            <a:r>
              <a:rPr lang="en-US" b="1" i="1" dirty="0" err="1"/>
              <a:t>bir</a:t>
            </a:r>
            <a:r>
              <a:rPr lang="en-US" b="1" i="1" dirty="0"/>
              <a:t> </a:t>
            </a:r>
            <a:r>
              <a:rPr lang="en-US" b="1" i="1" dirty="0" err="1"/>
              <a:t>şekilde</a:t>
            </a:r>
            <a:r>
              <a:rPr lang="en-US" b="1" i="1" dirty="0"/>
              <a:t> </a:t>
            </a:r>
            <a:r>
              <a:rPr lang="en-US" b="1" i="1" dirty="0" err="1"/>
              <a:t>sağlamaktır</a:t>
            </a:r>
            <a:r>
              <a:rPr lang="en-US" b="1" i="1" dirty="0"/>
              <a:t>”.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Eee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biz </a:t>
            </a:r>
            <a:r>
              <a:rPr lang="en-US" b="1" dirty="0"/>
              <a:t>AOP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da </a:t>
            </a:r>
            <a:r>
              <a:rPr lang="en-US" dirty="0" err="1"/>
              <a:t>sık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Logic’leri</a:t>
            </a:r>
            <a:r>
              <a:rPr lang="en-US" dirty="0"/>
              <a:t> </a:t>
            </a:r>
            <a:r>
              <a:rPr lang="en-US" dirty="0" err="1"/>
              <a:t>Encapsule</a:t>
            </a:r>
            <a:r>
              <a:rPr lang="en-US" dirty="0"/>
              <a:t> </a:t>
            </a:r>
            <a:r>
              <a:rPr lang="en-US" dirty="0" err="1"/>
              <a:t>edip</a:t>
            </a:r>
            <a:r>
              <a:rPr lang="en-US" dirty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abstraction’larla</a:t>
            </a:r>
            <a:r>
              <a:rPr lang="en-US" dirty="0"/>
              <a:t> hem </a:t>
            </a:r>
            <a:r>
              <a:rPr lang="en-US" dirty="0" err="1"/>
              <a:t>bağımlıkları</a:t>
            </a:r>
            <a:r>
              <a:rPr lang="en-US" dirty="0"/>
              <a:t> </a:t>
            </a:r>
            <a:r>
              <a:rPr lang="en-US" dirty="0" err="1"/>
              <a:t>azaltıp</a:t>
            </a:r>
            <a:r>
              <a:rPr lang="en-US" dirty="0"/>
              <a:t> hem de reusable hale </a:t>
            </a:r>
            <a:r>
              <a:rPr lang="en-US" dirty="0" err="1"/>
              <a:t>getiriyorduk</a:t>
            </a:r>
            <a:r>
              <a:rPr lang="en-US" dirty="0"/>
              <a:t>, </a:t>
            </a:r>
            <a:r>
              <a:rPr lang="en-US" dirty="0" err="1"/>
              <a:t>ozaman</a:t>
            </a:r>
            <a:r>
              <a:rPr lang="en-US" dirty="0"/>
              <a:t> </a:t>
            </a:r>
            <a:r>
              <a:rPr lang="en-US" b="1" dirty="0"/>
              <a:t>AOP</a:t>
            </a:r>
            <a:r>
              <a:rPr lang="en-US" dirty="0"/>
              <a:t> ne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yenilik</a:t>
            </a:r>
            <a:r>
              <a:rPr lang="en-US" dirty="0"/>
              <a:t> </a:t>
            </a:r>
            <a:r>
              <a:rPr lang="en-US" dirty="0" err="1"/>
              <a:t>getiriyor</a:t>
            </a:r>
            <a:r>
              <a:rPr lang="en-US" dirty="0"/>
              <a:t> </a:t>
            </a:r>
            <a:r>
              <a:rPr lang="en-US" dirty="0" err="1"/>
              <a:t>ki</a:t>
            </a:r>
            <a:r>
              <a:rPr lang="en-US" dirty="0"/>
              <a:t>? </a:t>
            </a:r>
            <a:r>
              <a:rPr lang="en-US" dirty="0" err="1"/>
              <a:t>diyebilirsiniz</a:t>
            </a:r>
            <a:r>
              <a:rPr lang="en-US" dirty="0"/>
              <a:t>.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b="1" dirty="0"/>
              <a:t>AOP</a:t>
            </a:r>
            <a:r>
              <a:rPr lang="en-US" dirty="0"/>
              <a:t> </a:t>
            </a:r>
            <a:r>
              <a:rPr lang="en-US" dirty="0" err="1"/>
              <a:t>cözüm</a:t>
            </a:r>
            <a:r>
              <a:rPr lang="en-US" dirty="0"/>
              <a:t> </a:t>
            </a:r>
            <a:r>
              <a:rPr lang="en-US" dirty="0" err="1"/>
              <a:t>bulunmamış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soruna</a:t>
            </a:r>
            <a:r>
              <a:rPr lang="en-US" dirty="0"/>
              <a:t> </a:t>
            </a:r>
            <a:r>
              <a:rPr lang="en-US" dirty="0" err="1"/>
              <a:t>cözüm</a:t>
            </a:r>
            <a:r>
              <a:rPr lang="en-US" dirty="0"/>
              <a:t> </a:t>
            </a:r>
            <a:r>
              <a:rPr lang="en-US" dirty="0" err="1"/>
              <a:t>bulmaktan</a:t>
            </a:r>
            <a:r>
              <a:rPr lang="en-US" dirty="0"/>
              <a:t> </a:t>
            </a:r>
            <a:r>
              <a:rPr lang="en-US" dirty="0" err="1"/>
              <a:t>ziyade</a:t>
            </a:r>
            <a:r>
              <a:rPr lang="en-US" dirty="0"/>
              <a:t>, </a:t>
            </a:r>
            <a:r>
              <a:rPr lang="en-US" dirty="0" err="1"/>
              <a:t>çözülmüş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soruna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iyi</a:t>
            </a:r>
            <a:r>
              <a:rPr lang="en-US" dirty="0"/>
              <a:t> </a:t>
            </a:r>
            <a:r>
              <a:rPr lang="en-US" dirty="0" err="1"/>
              <a:t>çözüm</a:t>
            </a:r>
            <a:r>
              <a:rPr lang="en-US" dirty="0"/>
              <a:t> </a:t>
            </a:r>
            <a:r>
              <a:rPr lang="en-US" dirty="0" err="1"/>
              <a:t>getiren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yöntem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7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Cross-Cutting Concern </a:t>
            </a:r>
            <a:r>
              <a:rPr lang="en-US" dirty="0" err="1"/>
              <a:t>çapraz</a:t>
            </a:r>
            <a:r>
              <a:rPr lang="en-US" dirty="0"/>
              <a:t> </a:t>
            </a:r>
            <a:r>
              <a:rPr lang="en-US" dirty="0" err="1"/>
              <a:t>kesmek</a:t>
            </a:r>
            <a:r>
              <a:rPr lang="en-US" dirty="0"/>
              <a:t> </a:t>
            </a:r>
            <a:r>
              <a:rPr lang="en-US" dirty="0" err="1"/>
              <a:t>manasına</a:t>
            </a:r>
            <a:r>
              <a:rPr lang="en-US" dirty="0"/>
              <a:t> </a:t>
            </a:r>
            <a:r>
              <a:rPr lang="en-US" dirty="0" err="1"/>
              <a:t>geliyor</a:t>
            </a:r>
            <a:r>
              <a:rPr lang="en-US" dirty="0"/>
              <a:t>, </a:t>
            </a:r>
            <a:r>
              <a:rPr lang="en-US" b="1" dirty="0" err="1" smtClean="0"/>
              <a:t>Loglama</a:t>
            </a:r>
            <a:r>
              <a:rPr lang="en-US" dirty="0"/>
              <a:t>, </a:t>
            </a:r>
            <a:r>
              <a:rPr lang="en-US" b="1" dirty="0"/>
              <a:t>Exception</a:t>
            </a:r>
            <a:r>
              <a:rPr lang="en-US" dirty="0"/>
              <a:t> </a:t>
            </a:r>
            <a:r>
              <a:rPr lang="en-US" b="1" dirty="0"/>
              <a:t>Handling</a:t>
            </a:r>
            <a:r>
              <a:rPr lang="en-US" dirty="0"/>
              <a:t>, </a:t>
            </a:r>
            <a:r>
              <a:rPr lang="en-US" b="1" dirty="0"/>
              <a:t>Security</a:t>
            </a:r>
            <a:r>
              <a:rPr lang="en-US" dirty="0"/>
              <a:t>, </a:t>
            </a:r>
            <a:r>
              <a:rPr lang="en-US" b="1" dirty="0"/>
              <a:t>Caching</a:t>
            </a:r>
            <a:r>
              <a:rPr lang="en-US" dirty="0"/>
              <a:t>, </a:t>
            </a:r>
            <a:r>
              <a:rPr lang="en-US" b="1" dirty="0"/>
              <a:t>Transaction</a:t>
            </a:r>
            <a:r>
              <a:rPr lang="en-US" dirty="0"/>
              <a:t> </a:t>
            </a:r>
            <a:r>
              <a:rPr lang="en-US" dirty="0" err="1"/>
              <a:t>bunların</a:t>
            </a:r>
            <a:r>
              <a:rPr lang="en-US" dirty="0"/>
              <a:t> 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katman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parçalar</a:t>
            </a:r>
            <a:r>
              <a:rPr lang="en-US" dirty="0"/>
              <a:t>, </a:t>
            </a:r>
            <a:r>
              <a:rPr lang="en-US" dirty="0" err="1"/>
              <a:t>modüller</a:t>
            </a:r>
            <a:r>
              <a:rPr lang="en-US" dirty="0"/>
              <a:t>, her </a:t>
            </a:r>
            <a:r>
              <a:rPr lang="en-US" dirty="0" err="1"/>
              <a:t>katmanda</a:t>
            </a:r>
            <a:r>
              <a:rPr lang="en-US" dirty="0"/>
              <a:t> </a:t>
            </a:r>
            <a:r>
              <a:rPr lang="en-US" dirty="0" err="1"/>
              <a:t>birbirlerinden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kullanılabilirler</a:t>
            </a:r>
            <a:r>
              <a:rPr lang="en-US" dirty="0"/>
              <a:t>.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086" y="1715877"/>
            <a:ext cx="5943600" cy="4572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02686" y="2817819"/>
            <a:ext cx="3089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292929"/>
                </a:solidFill>
                <a:latin typeface="charter"/>
              </a:rPr>
              <a:t>Şemada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gördüğünüz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üzere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çok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katmanlı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bir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mimari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ve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her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katman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birbirinden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ayrılmış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,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fakat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b="1" dirty="0">
                <a:solidFill>
                  <a:srgbClr val="292929"/>
                </a:solidFill>
                <a:latin typeface="charter"/>
              </a:rPr>
              <a:t>Cross-Cutting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kısmına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dikkat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ederseniz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her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katmanı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dikey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olarak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kesmekteler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,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yani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her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katmanda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sz="1600" dirty="0" err="1">
                <a:solidFill>
                  <a:srgbClr val="292929"/>
                </a:solidFill>
                <a:latin typeface="charter"/>
              </a:rPr>
              <a:t>kullanılabilirler</a:t>
            </a:r>
            <a:r>
              <a:rPr lang="en-US" sz="1600" dirty="0">
                <a:solidFill>
                  <a:srgbClr val="292929"/>
                </a:solidFill>
                <a:latin typeface="charter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269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Öncelikle</a:t>
            </a:r>
            <a:r>
              <a:rPr lang="en-US" dirty="0"/>
              <a:t> </a:t>
            </a:r>
            <a:r>
              <a:rPr lang="en-US" dirty="0" err="1"/>
              <a:t>kafamızda</a:t>
            </a:r>
            <a:r>
              <a:rPr lang="en-US" dirty="0"/>
              <a:t> </a:t>
            </a:r>
            <a:r>
              <a:rPr lang="en-US" dirty="0" err="1"/>
              <a:t>netleştirmemiz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konu</a:t>
            </a:r>
            <a:r>
              <a:rPr lang="en-US" dirty="0"/>
              <a:t> </a:t>
            </a:r>
            <a:r>
              <a:rPr lang="en-US" b="1" dirty="0"/>
              <a:t>Cross-Cutting Concern </a:t>
            </a:r>
            <a:r>
              <a:rPr lang="en-US" dirty="0" err="1"/>
              <a:t>kavramı</a:t>
            </a:r>
            <a:r>
              <a:rPr lang="en-US" dirty="0"/>
              <a:t> </a:t>
            </a:r>
            <a:r>
              <a:rPr lang="en-US" b="1" dirty="0" err="1"/>
              <a:t>AOP’un</a:t>
            </a:r>
            <a:r>
              <a:rPr lang="en-US" dirty="0"/>
              <a:t> </a:t>
            </a:r>
            <a:r>
              <a:rPr lang="en-US" dirty="0" err="1"/>
              <a:t>merkezindedir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anlamda</a:t>
            </a:r>
            <a:r>
              <a:rPr lang="en-US" dirty="0"/>
              <a:t> </a:t>
            </a:r>
            <a:r>
              <a:rPr lang="en-US" b="1" dirty="0"/>
              <a:t>Cross-Cutting Concern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b="1" dirty="0" err="1"/>
              <a:t>AOP’a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da </a:t>
            </a:r>
            <a:r>
              <a:rPr lang="en-US" dirty="0" err="1"/>
              <a:t>yoktur</a:t>
            </a:r>
            <a:r>
              <a:rPr lang="en-US" dirty="0"/>
              <a:t> </a:t>
            </a:r>
            <a:r>
              <a:rPr lang="en-US" dirty="0" err="1"/>
              <a:t>diyebiliriz</a:t>
            </a:r>
            <a:r>
              <a:rPr lang="en-US" dirty="0"/>
              <a:t>. 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Separation of Concern”. </a:t>
            </a:r>
            <a:r>
              <a:rPr lang="en-US" b="1" dirty="0" err="1"/>
              <a:t>AOP’nin</a:t>
            </a:r>
            <a:r>
              <a:rPr lang="en-US" dirty="0"/>
              <a:t> </a:t>
            </a: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noktası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buna</a:t>
            </a:r>
            <a:r>
              <a:rPr lang="en-US" dirty="0"/>
              <a:t> </a:t>
            </a:r>
            <a:r>
              <a:rPr lang="en-US" dirty="0" err="1"/>
              <a:t>dayanıyor</a:t>
            </a:r>
            <a:r>
              <a:rPr lang="en-US" dirty="0"/>
              <a:t> </a:t>
            </a:r>
            <a:r>
              <a:rPr lang="en-US" dirty="0" err="1"/>
              <a:t>diyebiliriz</a:t>
            </a:r>
            <a:r>
              <a:rPr lang="en-US" dirty="0"/>
              <a:t>. Bu da </a:t>
            </a:r>
            <a:r>
              <a:rPr lang="en-US" dirty="0" err="1"/>
              <a:t>bize</a:t>
            </a:r>
            <a:r>
              <a:rPr lang="en-US" dirty="0"/>
              <a:t> her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sorumluluğunu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getirmesi</a:t>
            </a:r>
            <a:r>
              <a:rPr lang="en-US" dirty="0"/>
              <a:t> </a:t>
            </a:r>
            <a:r>
              <a:rPr lang="en-US" b="1" dirty="0"/>
              <a:t>(Single Responsibility) 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prensiplere</a:t>
            </a:r>
            <a:r>
              <a:rPr lang="en-US" dirty="0"/>
              <a:t> </a:t>
            </a:r>
            <a:r>
              <a:rPr lang="en-US" dirty="0" err="1"/>
              <a:t>uyarak</a:t>
            </a:r>
            <a:r>
              <a:rPr lang="en-US" dirty="0"/>
              <a:t> </a:t>
            </a:r>
            <a:r>
              <a:rPr lang="en-US" dirty="0" err="1"/>
              <a:t>geliştirdiğimizde</a:t>
            </a:r>
            <a:r>
              <a:rPr lang="en-US" dirty="0"/>
              <a:t> </a:t>
            </a:r>
            <a:r>
              <a:rPr lang="en-US" b="1" dirty="0"/>
              <a:t>Readability, </a:t>
            </a:r>
            <a:r>
              <a:rPr lang="en-US" b="1" dirty="0" err="1"/>
              <a:t>Reusability,Extensibility</a:t>
            </a:r>
            <a:r>
              <a:rPr lang="en-US" dirty="0"/>
              <a:t> 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en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seviyelere</a:t>
            </a:r>
            <a:r>
              <a:rPr lang="en-US" dirty="0"/>
              <a:t> </a:t>
            </a:r>
            <a:r>
              <a:rPr lang="en-US" dirty="0" err="1"/>
              <a:t>çıkartmamızı</a:t>
            </a:r>
            <a:r>
              <a:rPr lang="en-US" dirty="0"/>
              <a:t> </a:t>
            </a:r>
            <a:r>
              <a:rPr lang="en-US" dirty="0" err="1"/>
              <a:t>sağlıyor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 10 </a:t>
            </a:r>
            <a:r>
              <a:rPr lang="en-US" dirty="0" err="1"/>
              <a:t>binden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çalışanı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şirket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geliştiriyoruz</a:t>
            </a:r>
            <a:r>
              <a:rPr lang="en-US" dirty="0"/>
              <a:t> </a:t>
            </a:r>
            <a:r>
              <a:rPr lang="en-US" dirty="0" err="1"/>
              <a:t>geriye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listesini</a:t>
            </a:r>
            <a:r>
              <a:rPr lang="en-US" dirty="0"/>
              <a:t> </a:t>
            </a:r>
            <a:r>
              <a:rPr lang="en-US" dirty="0" err="1"/>
              <a:t>dönen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metod</a:t>
            </a:r>
            <a:r>
              <a:rPr lang="en-US" dirty="0"/>
              <a:t> </a:t>
            </a:r>
            <a:r>
              <a:rPr lang="en-US" dirty="0" err="1"/>
              <a:t>yazıyor</a:t>
            </a:r>
            <a:r>
              <a:rPr lang="en-US" dirty="0"/>
              <a:t> </a:t>
            </a:r>
            <a:r>
              <a:rPr lang="en-US" dirty="0" err="1"/>
              <a:t>olalım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klasik</a:t>
            </a:r>
            <a:r>
              <a:rPr lang="en-US" dirty="0"/>
              <a:t> her </a:t>
            </a:r>
            <a:r>
              <a:rPr lang="en-US" dirty="0" err="1"/>
              <a:t>uygulamada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belli </a:t>
            </a:r>
            <a:r>
              <a:rPr lang="en-US" dirty="0" err="1"/>
              <a:t>başlı</a:t>
            </a:r>
            <a:r>
              <a:rPr lang="en-US" dirty="0"/>
              <a:t> </a:t>
            </a:r>
            <a:r>
              <a:rPr lang="en-US" dirty="0" err="1"/>
              <a:t>metodları</a:t>
            </a:r>
            <a:r>
              <a:rPr lang="en-US" dirty="0"/>
              <a:t> </a:t>
            </a:r>
            <a:r>
              <a:rPr lang="en-US" dirty="0" err="1"/>
              <a:t>yazalım</a:t>
            </a:r>
            <a:r>
              <a:rPr lang="en-US" dirty="0"/>
              <a:t>; </a:t>
            </a:r>
            <a:r>
              <a:rPr lang="en-US" b="1" dirty="0"/>
              <a:t>Cache, </a:t>
            </a:r>
            <a:r>
              <a:rPr lang="en-US" b="1" dirty="0" err="1"/>
              <a:t>ExceptionHandling</a:t>
            </a:r>
            <a:r>
              <a:rPr lang="en-US" b="1" dirty="0"/>
              <a:t>, Logging, Security</a:t>
            </a:r>
            <a:r>
              <a:rPr lang="en-US" dirty="0"/>
              <a:t> 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bizde</a:t>
            </a:r>
            <a:r>
              <a:rPr lang="en-US" dirty="0"/>
              <a:t> </a:t>
            </a:r>
            <a:r>
              <a:rPr lang="en-US" dirty="0" err="1"/>
              <a:t>metodumuzda</a:t>
            </a:r>
            <a:r>
              <a:rPr lang="en-US" dirty="0"/>
              <a:t> </a:t>
            </a:r>
            <a:r>
              <a:rPr lang="en-US" dirty="0" err="1"/>
              <a:t>bunları</a:t>
            </a:r>
            <a:r>
              <a:rPr lang="en-US" dirty="0"/>
              <a:t> da </a:t>
            </a:r>
            <a:r>
              <a:rPr lang="en-US" dirty="0" err="1"/>
              <a:t>yapacak</a:t>
            </a:r>
            <a:r>
              <a:rPr lang="en-US" dirty="0"/>
              <a:t> </a:t>
            </a:r>
            <a:r>
              <a:rPr lang="en-US" dirty="0" err="1"/>
              <a:t>olalım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b="1" dirty="0" err="1"/>
              <a:t>LogExceptionHandling</a:t>
            </a:r>
            <a:r>
              <a:rPr lang="en-US" b="1" dirty="0"/>
              <a:t>(), </a:t>
            </a:r>
            <a:r>
              <a:rPr lang="en-US" b="1" dirty="0" err="1"/>
              <a:t>CheckUserAuthorization</a:t>
            </a:r>
            <a:r>
              <a:rPr lang="en-US" b="1" dirty="0"/>
              <a:t>(), </a:t>
            </a:r>
            <a:r>
              <a:rPr lang="en-US" b="1" dirty="0" err="1"/>
              <a:t>LogProcess</a:t>
            </a:r>
            <a:r>
              <a:rPr lang="en-US" b="1" dirty="0"/>
              <a:t>(), </a:t>
            </a:r>
            <a:r>
              <a:rPr lang="en-US" b="1" dirty="0" err="1"/>
              <a:t>Cach</a:t>
            </a:r>
            <a:r>
              <a:rPr lang="en-US" b="1" dirty="0"/>
              <a:t>()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metodları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yerlere</a:t>
            </a:r>
            <a:r>
              <a:rPr lang="en-US" dirty="0"/>
              <a:t> </a:t>
            </a:r>
            <a:r>
              <a:rPr lang="en-US" dirty="0" err="1"/>
              <a:t>yazmak</a:t>
            </a:r>
            <a:r>
              <a:rPr lang="en-US" dirty="0"/>
              <a:t> </a:t>
            </a:r>
            <a:r>
              <a:rPr lang="en-US" dirty="0" err="1"/>
              <a:t>herhalde</a:t>
            </a:r>
            <a:r>
              <a:rPr lang="en-US" dirty="0"/>
              <a:t> ilk </a:t>
            </a:r>
            <a:r>
              <a:rPr lang="en-US" dirty="0" err="1"/>
              <a:t>akla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çözüm</a:t>
            </a:r>
            <a:r>
              <a:rPr lang="en-US" dirty="0"/>
              <a:t> </a:t>
            </a:r>
            <a:r>
              <a:rPr lang="en-US" dirty="0" err="1"/>
              <a:t>olacaktır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9594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776" y="308472"/>
            <a:ext cx="10847024" cy="6202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Ancak</a:t>
            </a:r>
            <a:r>
              <a:rPr lang="en-US" dirty="0"/>
              <a:t> </a:t>
            </a:r>
            <a:r>
              <a:rPr lang="en-US" b="1" dirty="0"/>
              <a:t>AOP</a:t>
            </a:r>
            <a:r>
              <a:rPr lang="en-US" dirty="0"/>
              <a:t> 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yapmamız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söylüyor</a:t>
            </a:r>
            <a:r>
              <a:rPr lang="en-US" dirty="0"/>
              <a:t>. </a:t>
            </a:r>
            <a:r>
              <a:rPr lang="en-US" dirty="0" err="1"/>
              <a:t>Bunları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modüller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tasarlayıp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kullanılabilir</a:t>
            </a:r>
            <a:r>
              <a:rPr lang="en-US" dirty="0"/>
              <a:t>, </a:t>
            </a:r>
            <a:r>
              <a:rPr lang="en-US" dirty="0" err="1"/>
              <a:t>okunabilir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SOLID </a:t>
            </a:r>
            <a:r>
              <a:rPr lang="en-US" dirty="0" err="1"/>
              <a:t>prensiplerine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geliştirmeler</a:t>
            </a:r>
            <a:r>
              <a:rPr lang="en-US" dirty="0"/>
              <a:t> </a:t>
            </a:r>
            <a:r>
              <a:rPr lang="en-US" dirty="0" err="1"/>
              <a:t>yapmamız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Peki</a:t>
            </a:r>
            <a:r>
              <a:rPr lang="en-US" dirty="0"/>
              <a:t> Concern </a:t>
            </a:r>
            <a:r>
              <a:rPr lang="en-US" b="1" dirty="0"/>
              <a:t>AOP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alındığı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 ne </a:t>
            </a:r>
            <a:r>
              <a:rPr lang="en-US" dirty="0" err="1"/>
              <a:t>anlamamız</a:t>
            </a:r>
            <a:r>
              <a:rPr lang="en-US" dirty="0"/>
              <a:t> </a:t>
            </a:r>
            <a:r>
              <a:rPr lang="en-US" dirty="0" err="1"/>
              <a:t>gerekiyor</a:t>
            </a:r>
            <a:r>
              <a:rPr lang="en-US" dirty="0"/>
              <a:t>. </a:t>
            </a:r>
            <a:r>
              <a:rPr lang="en-US" dirty="0" err="1"/>
              <a:t>Ya</a:t>
            </a:r>
            <a:r>
              <a:rPr lang="en-US" dirty="0"/>
              <a:t> da Aspect </a:t>
            </a:r>
            <a:r>
              <a:rPr lang="en-US" dirty="0" err="1"/>
              <a:t>dediğimiz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 </a:t>
            </a:r>
            <a:r>
              <a:rPr lang="en-US" dirty="0" err="1"/>
              <a:t>aklımıza</a:t>
            </a:r>
            <a:r>
              <a:rPr lang="en-US" dirty="0"/>
              <a:t> ne </a:t>
            </a:r>
            <a:r>
              <a:rPr lang="en-US" dirty="0" err="1"/>
              <a:t>gelmeli</a:t>
            </a:r>
            <a:r>
              <a:rPr lang="en-US" dirty="0"/>
              <a:t>? Bu </a:t>
            </a:r>
            <a:r>
              <a:rPr lang="en-US" dirty="0" err="1"/>
              <a:t>noktada</a:t>
            </a:r>
            <a:r>
              <a:rPr lang="en-US" dirty="0"/>
              <a:t> </a:t>
            </a:r>
            <a:r>
              <a:rPr lang="en-US" dirty="0" err="1"/>
              <a:t>karşımıza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3 </a:t>
            </a:r>
            <a:r>
              <a:rPr lang="en-US" dirty="0" err="1"/>
              <a:t>kavram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b="1" dirty="0"/>
              <a:t>Concern</a:t>
            </a:r>
            <a:br>
              <a:rPr lang="en-US" b="1" dirty="0"/>
            </a:br>
            <a:r>
              <a:rPr lang="en-US" b="1" dirty="0"/>
              <a:t>Join Point</a:t>
            </a:r>
            <a:br>
              <a:rPr lang="en-US" b="1" dirty="0"/>
            </a:br>
            <a:r>
              <a:rPr lang="en-US" b="1" dirty="0" err="1"/>
              <a:t>Pointcut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Concern</a:t>
            </a:r>
          </a:p>
          <a:p>
            <a:pPr marL="0" indent="0">
              <a:buNone/>
            </a:pPr>
            <a:r>
              <a:rPr lang="en-US" b="1" dirty="0"/>
              <a:t>Concern</a:t>
            </a:r>
            <a:r>
              <a:rPr lang="en-US" dirty="0"/>
              <a:t> </a:t>
            </a:r>
            <a:r>
              <a:rPr lang="en-US" dirty="0" err="1"/>
              <a:t>deyince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aklınıza</a:t>
            </a:r>
            <a:r>
              <a:rPr lang="en-US" dirty="0"/>
              <a:t> </a:t>
            </a:r>
            <a:r>
              <a:rPr lang="en-US" b="1" dirty="0"/>
              <a:t>Logging</a:t>
            </a:r>
            <a:r>
              <a:rPr lang="en-US" dirty="0"/>
              <a:t>, </a:t>
            </a:r>
            <a:r>
              <a:rPr lang="en-US" b="1" dirty="0"/>
              <a:t>Exception</a:t>
            </a:r>
            <a:r>
              <a:rPr lang="en-US" dirty="0"/>
              <a:t> </a:t>
            </a:r>
            <a:r>
              <a:rPr lang="en-US" b="1" dirty="0"/>
              <a:t>Handling</a:t>
            </a:r>
            <a:r>
              <a:rPr lang="en-US" dirty="0"/>
              <a:t>, </a:t>
            </a:r>
            <a:r>
              <a:rPr lang="en-US" b="1" dirty="0"/>
              <a:t>Caching</a:t>
            </a:r>
            <a:r>
              <a:rPr lang="en-US" dirty="0"/>
              <a:t>, </a:t>
            </a:r>
            <a:r>
              <a:rPr lang="en-US" b="1" dirty="0"/>
              <a:t>Security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kavramlar</a:t>
            </a:r>
            <a:r>
              <a:rPr lang="en-US" dirty="0"/>
              <a:t> </a:t>
            </a:r>
            <a:r>
              <a:rPr lang="en-US" dirty="0" err="1"/>
              <a:t>gelmelidir</a:t>
            </a:r>
            <a:r>
              <a:rPr lang="en-US" dirty="0"/>
              <a:t>. Bu </a:t>
            </a:r>
            <a:r>
              <a:rPr lang="en-US" dirty="0" err="1"/>
              <a:t>saydıklarımın</a:t>
            </a:r>
            <a:r>
              <a:rPr lang="en-US" dirty="0"/>
              <a:t> 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b="1" dirty="0"/>
              <a:t>Aspect-Oriented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baktığımız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 </a:t>
            </a:r>
            <a:r>
              <a:rPr lang="en-US" dirty="0" err="1"/>
              <a:t>concern’dür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519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Join Point</a:t>
            </a:r>
          </a:p>
          <a:p>
            <a:pPr marL="0" indent="0">
              <a:buNone/>
            </a:pPr>
            <a:r>
              <a:rPr lang="en-US" b="1" dirty="0"/>
              <a:t>Join Point </a:t>
            </a:r>
            <a:r>
              <a:rPr lang="en-US" dirty="0" err="1"/>
              <a:t>deyince</a:t>
            </a:r>
            <a:r>
              <a:rPr lang="en-US" dirty="0"/>
              <a:t> </a:t>
            </a:r>
            <a:r>
              <a:rPr lang="en-US" dirty="0" err="1"/>
              <a:t>aklınıza</a:t>
            </a:r>
            <a:r>
              <a:rPr lang="en-US" dirty="0"/>
              <a:t> </a:t>
            </a:r>
            <a:r>
              <a:rPr lang="en-US" dirty="0" err="1"/>
              <a:t>gelmesi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, </a:t>
            </a:r>
            <a:r>
              <a:rPr lang="en-US" dirty="0" err="1"/>
              <a:t>programızın</a:t>
            </a:r>
            <a:r>
              <a:rPr lang="en-US" dirty="0"/>
              <a:t>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esnasında</a:t>
            </a:r>
            <a:r>
              <a:rPr lang="en-US" dirty="0"/>
              <a:t> </a:t>
            </a:r>
            <a:r>
              <a:rPr lang="en-US" b="1" dirty="0"/>
              <a:t>aspect </a:t>
            </a:r>
            <a:r>
              <a:rPr lang="en-US" dirty="0" err="1"/>
              <a:t>kodlarınızın</a:t>
            </a:r>
            <a:r>
              <a:rPr lang="en-US" dirty="0"/>
              <a:t> ne </a:t>
            </a:r>
            <a:r>
              <a:rPr lang="en-US" dirty="0" err="1"/>
              <a:t>zaman</a:t>
            </a:r>
            <a:r>
              <a:rPr lang="en-US" dirty="0"/>
              <a:t> </a:t>
            </a:r>
            <a:r>
              <a:rPr lang="en-US" b="1" dirty="0"/>
              <a:t>execute</a:t>
            </a:r>
            <a:r>
              <a:rPr lang="en-US" dirty="0"/>
              <a:t> </a:t>
            </a:r>
            <a:r>
              <a:rPr lang="en-US" dirty="0" err="1"/>
              <a:t>edilmesi</a:t>
            </a:r>
            <a:r>
              <a:rPr lang="en-US" dirty="0"/>
              <a:t> </a:t>
            </a:r>
            <a:r>
              <a:rPr lang="en-US" dirty="0" err="1"/>
              <a:t>gerektiğinin</a:t>
            </a:r>
            <a:r>
              <a:rPr lang="en-US" dirty="0"/>
              <a:t> </a:t>
            </a:r>
            <a:r>
              <a:rPr lang="en-US" dirty="0" err="1"/>
              <a:t>belirtilmesidir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b="1" dirty="0"/>
              <a:t>precondition(</a:t>
            </a:r>
            <a:r>
              <a:rPr lang="en-US" b="1" dirty="0" err="1"/>
              <a:t>ön</a:t>
            </a:r>
            <a:r>
              <a:rPr lang="en-US" dirty="0"/>
              <a:t> </a:t>
            </a:r>
            <a:r>
              <a:rPr lang="en-US" dirty="0" err="1"/>
              <a:t>koşul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da </a:t>
            </a:r>
            <a:r>
              <a:rPr lang="en-US" dirty="0" err="1"/>
              <a:t>bahsediyoruz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Pointcut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Pointcut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Join Point </a:t>
            </a:r>
            <a:r>
              <a:rPr lang="en-US" dirty="0" err="1"/>
              <a:t>kümesi</a:t>
            </a:r>
            <a:r>
              <a:rPr lang="en-US" dirty="0"/>
              <a:t> </a:t>
            </a:r>
            <a:r>
              <a:rPr lang="en-US" dirty="0" err="1"/>
              <a:t>diyebiliriz</a:t>
            </a:r>
            <a:r>
              <a:rPr lang="en-US" dirty="0"/>
              <a:t>. Program execution </a:t>
            </a:r>
            <a:r>
              <a:rPr lang="en-US" dirty="0" err="1"/>
              <a:t>aşamasında</a:t>
            </a:r>
            <a:r>
              <a:rPr lang="en-US" dirty="0"/>
              <a:t> ne </a:t>
            </a:r>
            <a:r>
              <a:rPr lang="en-US" dirty="0" err="1"/>
              <a:t>zaman</a:t>
            </a:r>
            <a:r>
              <a:rPr lang="en-US" dirty="0"/>
              <a:t> </a:t>
            </a:r>
            <a:r>
              <a:rPr lang="en-US" dirty="0" err="1"/>
              <a:t>Pointcut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belirtilmiş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b="1" dirty="0"/>
              <a:t>Join </a:t>
            </a:r>
            <a:r>
              <a:rPr lang="en-US" b="1" dirty="0" err="1"/>
              <a:t>Point’lerden</a:t>
            </a:r>
            <a:r>
              <a:rPr lang="en-US" b="1" dirty="0"/>
              <a:t> </a:t>
            </a:r>
            <a:r>
              <a:rPr lang="en-US" dirty="0" err="1"/>
              <a:t>birine</a:t>
            </a:r>
            <a:r>
              <a:rPr lang="en-US" dirty="0"/>
              <a:t> </a:t>
            </a:r>
            <a:r>
              <a:rPr lang="en-US" dirty="0" err="1"/>
              <a:t>gelirse</a:t>
            </a:r>
            <a:r>
              <a:rPr lang="en-US" dirty="0"/>
              <a:t>, </a:t>
            </a:r>
            <a:r>
              <a:rPr lang="en-US" dirty="0" err="1"/>
              <a:t>pointcut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ilişkilendirilmiş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code </a:t>
            </a:r>
            <a:r>
              <a:rPr lang="en-US" dirty="0" err="1"/>
              <a:t>parçacığı</a:t>
            </a:r>
            <a:r>
              <a:rPr lang="en-US" dirty="0"/>
              <a:t> (</a:t>
            </a:r>
            <a:r>
              <a:rPr lang="en-US" dirty="0" err="1"/>
              <a:t>mesela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 </a:t>
            </a:r>
            <a:r>
              <a:rPr lang="en-US" b="1" dirty="0"/>
              <a:t>concern</a:t>
            </a:r>
            <a:r>
              <a:rPr lang="en-US" dirty="0"/>
              <a:t> </a:t>
            </a:r>
            <a:r>
              <a:rPr lang="en-US" dirty="0" err="1"/>
              <a:t>olarak</a:t>
            </a:r>
            <a:r>
              <a:rPr lang="en-US" dirty="0"/>
              <a:t> </a:t>
            </a:r>
            <a:r>
              <a:rPr lang="en-US" b="1" dirty="0"/>
              <a:t>Logging </a:t>
            </a:r>
            <a:r>
              <a:rPr lang="en-US" dirty="0" err="1"/>
              <a:t>mekanizmamızın</a:t>
            </a:r>
            <a:r>
              <a:rPr lang="en-US" dirty="0"/>
              <a:t> log </a:t>
            </a:r>
            <a:r>
              <a:rPr lang="en-US" dirty="0" err="1"/>
              <a:t>metodu</a:t>
            </a:r>
            <a:r>
              <a:rPr lang="en-US" dirty="0"/>
              <a:t>) execute </a:t>
            </a:r>
            <a:r>
              <a:rPr lang="en-US" dirty="0" err="1"/>
              <a:t>edilir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 err="1" smtClean="0"/>
              <a:t>Yani</a:t>
            </a:r>
            <a:r>
              <a:rPr lang="en-US" dirty="0" smtClean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araya</a:t>
            </a:r>
            <a:r>
              <a:rPr lang="en-US" dirty="0"/>
              <a:t> </a:t>
            </a:r>
            <a:r>
              <a:rPr lang="en-US" dirty="0" err="1"/>
              <a:t>girme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 </a:t>
            </a:r>
            <a:r>
              <a:rPr lang="en-US" b="1" dirty="0"/>
              <a:t>interception </a:t>
            </a:r>
            <a:r>
              <a:rPr lang="en-US" dirty="0"/>
              <a:t>(</a:t>
            </a:r>
            <a:r>
              <a:rPr lang="en-US" dirty="0" err="1"/>
              <a:t>buna</a:t>
            </a:r>
            <a:r>
              <a:rPr lang="en-US" dirty="0"/>
              <a:t> </a:t>
            </a:r>
            <a:r>
              <a:rPr lang="en-US" dirty="0" err="1"/>
              <a:t>dikkat</a:t>
            </a:r>
            <a:r>
              <a:rPr lang="en-US" dirty="0"/>
              <a:t>)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konusu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25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Peki</a:t>
            </a:r>
            <a:r>
              <a:rPr lang="en-US" dirty="0"/>
              <a:t> </a:t>
            </a:r>
            <a:r>
              <a:rPr lang="en-US" b="1" dirty="0"/>
              <a:t>aspect </a:t>
            </a:r>
            <a:r>
              <a:rPr lang="en-US" dirty="0" err="1"/>
              <a:t>dediğimizde</a:t>
            </a:r>
            <a:r>
              <a:rPr lang="en-US" dirty="0"/>
              <a:t> </a:t>
            </a:r>
            <a:r>
              <a:rPr lang="en-US" dirty="0" err="1"/>
              <a:t>aklımıza</a:t>
            </a:r>
            <a:r>
              <a:rPr lang="en-US" dirty="0"/>
              <a:t> ne </a:t>
            </a:r>
            <a:r>
              <a:rPr lang="en-US" dirty="0" err="1"/>
              <a:t>gelmeli</a:t>
            </a:r>
            <a:r>
              <a:rPr lang="en-US" dirty="0"/>
              <a:t>. Logging </a:t>
            </a:r>
            <a:r>
              <a:rPr lang="en-US" dirty="0" err="1"/>
              <a:t>örneği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gidersek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kodunda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execute </a:t>
            </a:r>
            <a:r>
              <a:rPr lang="en-US" dirty="0" err="1"/>
              <a:t>edilecek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Loglama</a:t>
            </a:r>
            <a:r>
              <a:rPr lang="en-US" dirty="0"/>
              <a:t> </a:t>
            </a:r>
            <a:r>
              <a:rPr lang="en-US" dirty="0" err="1"/>
              <a:t>mekanizmasının</a:t>
            </a:r>
            <a:r>
              <a:rPr lang="en-US" dirty="0"/>
              <a:t> (</a:t>
            </a:r>
            <a:r>
              <a:rPr lang="en-US" b="1" dirty="0"/>
              <a:t>concern</a:t>
            </a:r>
            <a:r>
              <a:rPr lang="en-US" dirty="0"/>
              <a:t>) </a:t>
            </a:r>
            <a:r>
              <a:rPr lang="en-US" dirty="0" err="1"/>
              <a:t>loglama</a:t>
            </a:r>
            <a:r>
              <a:rPr lang="en-US" dirty="0"/>
              <a:t> </a:t>
            </a:r>
            <a:r>
              <a:rPr lang="en-US" dirty="0" err="1"/>
              <a:t>metodunun</a:t>
            </a:r>
            <a:r>
              <a:rPr lang="en-US" dirty="0"/>
              <a:t> (</a:t>
            </a:r>
            <a:r>
              <a:rPr lang="en-US" b="1" dirty="0" err="1"/>
              <a:t>pointcut</a:t>
            </a:r>
            <a:r>
              <a:rPr lang="en-US" dirty="0"/>
              <a:t>)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şartlar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ne </a:t>
            </a:r>
            <a:r>
              <a:rPr lang="en-US" dirty="0" err="1"/>
              <a:t>zaman</a:t>
            </a:r>
            <a:r>
              <a:rPr lang="en-US" dirty="0"/>
              <a:t> (</a:t>
            </a:r>
            <a:r>
              <a:rPr lang="en-US" b="1" dirty="0"/>
              <a:t>join point</a:t>
            </a:r>
            <a:r>
              <a:rPr lang="en-US" dirty="0"/>
              <a:t>) execute </a:t>
            </a:r>
            <a:r>
              <a:rPr lang="en-US" dirty="0" err="1"/>
              <a:t>edileceği</a:t>
            </a:r>
            <a:r>
              <a:rPr lang="en-US" dirty="0"/>
              <a:t> </a:t>
            </a:r>
            <a:r>
              <a:rPr lang="en-US" dirty="0" err="1"/>
              <a:t>olgusuna</a:t>
            </a:r>
            <a:r>
              <a:rPr lang="en-US" dirty="0"/>
              <a:t> </a:t>
            </a:r>
            <a:r>
              <a:rPr lang="en-US" b="1" dirty="0"/>
              <a:t>aspect</a:t>
            </a:r>
            <a:r>
              <a:rPr lang="en-US" dirty="0"/>
              <a:t> </a:t>
            </a:r>
            <a:r>
              <a:rPr lang="en-US" dirty="0" err="1"/>
              <a:t>denir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İşin</a:t>
            </a:r>
            <a:r>
              <a:rPr lang="en-US" dirty="0"/>
              <a:t> </a:t>
            </a:r>
            <a:r>
              <a:rPr lang="en-US" dirty="0" err="1"/>
              <a:t>özü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 </a:t>
            </a:r>
            <a:r>
              <a:rPr lang="en-US" b="1" dirty="0" err="1"/>
              <a:t>aspect</a:t>
            </a:r>
            <a:r>
              <a:rPr lang="en-US" dirty="0" err="1"/>
              <a:t>’den</a:t>
            </a:r>
            <a:r>
              <a:rPr lang="en-US" dirty="0"/>
              <a:t> </a:t>
            </a:r>
            <a:r>
              <a:rPr lang="en-US" dirty="0" err="1"/>
              <a:t>bahsediyorsak</a:t>
            </a:r>
            <a:r>
              <a:rPr lang="en-US" dirty="0"/>
              <a:t> </a:t>
            </a:r>
            <a:r>
              <a:rPr lang="en-US" dirty="0" err="1"/>
              <a:t>elimizde</a:t>
            </a:r>
            <a:r>
              <a:rPr lang="en-US" dirty="0"/>
              <a:t> </a:t>
            </a:r>
            <a:r>
              <a:rPr lang="en-US" b="1" dirty="0"/>
              <a:t>concern</a:t>
            </a:r>
            <a:r>
              <a:rPr lang="en-US" dirty="0"/>
              <a:t>, </a:t>
            </a:r>
            <a:r>
              <a:rPr lang="en-US" b="1" dirty="0" err="1"/>
              <a:t>pointcut</a:t>
            </a:r>
            <a:r>
              <a:rPr lang="en-US" dirty="0"/>
              <a:t>, j</a:t>
            </a:r>
            <a:r>
              <a:rPr lang="en-US" b="1" dirty="0"/>
              <a:t>oin point </a:t>
            </a:r>
            <a:r>
              <a:rPr lang="en-US" dirty="0" err="1"/>
              <a:t>veya</a:t>
            </a:r>
            <a:r>
              <a:rPr lang="en-US" dirty="0"/>
              <a:t> join </a:t>
            </a:r>
            <a:r>
              <a:rPr lang="en-US" dirty="0" err="1"/>
              <a:t>point’ler</a:t>
            </a:r>
            <a:r>
              <a:rPr lang="en-US" dirty="0"/>
              <a:t> </a:t>
            </a:r>
            <a:r>
              <a:rPr lang="en-US" dirty="0" err="1"/>
              <a:t>olmalı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Annotation : </a:t>
            </a:r>
          </a:p>
          <a:p>
            <a:pPr marL="0" indent="0">
              <a:buNone/>
            </a:pPr>
            <a:r>
              <a:rPr lang="en-US" b="1" dirty="0"/>
              <a:t>Annotation</a:t>
            </a:r>
            <a:r>
              <a:rPr lang="en-US" dirty="0"/>
              <a:t>, </a:t>
            </a:r>
            <a:r>
              <a:rPr lang="en-US" dirty="0" err="1"/>
              <a:t>Java’da</a:t>
            </a:r>
            <a:r>
              <a:rPr lang="en-US" dirty="0"/>
              <a:t> method,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değişkenlere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katmak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yapılardır</a:t>
            </a:r>
            <a:r>
              <a:rPr lang="en-US" dirty="0"/>
              <a:t>.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düşünebiliriz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baktığımızda</a:t>
            </a:r>
            <a:r>
              <a:rPr lang="en-US" dirty="0"/>
              <a:t> biz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yapılara</a:t>
            </a:r>
            <a:r>
              <a:rPr lang="en-US" dirty="0"/>
              <a:t> </a:t>
            </a:r>
            <a:r>
              <a:rPr lang="en-US" dirty="0" err="1"/>
              <a:t>aşinayız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Java </a:t>
            </a:r>
            <a:r>
              <a:rPr lang="en-US" dirty="0" err="1"/>
              <a:t>varsayılan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annotationlara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: </a:t>
            </a:r>
            <a:r>
              <a:rPr lang="en-US" b="1" dirty="0"/>
              <a:t>@Override</a:t>
            </a:r>
            <a:r>
              <a:rPr lang="en-US" dirty="0"/>
              <a:t>, </a:t>
            </a:r>
            <a:r>
              <a:rPr lang="en-US" b="1" dirty="0"/>
              <a:t>@Deprecated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606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89" y="176270"/>
            <a:ext cx="11534660" cy="64448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Annotation </a:t>
            </a:r>
            <a:r>
              <a:rPr lang="tr-TR" b="1" dirty="0" smtClean="0"/>
              <a:t>Oluşturma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Annotation </a:t>
            </a:r>
            <a:r>
              <a:rPr lang="en-US" dirty="0" err="1"/>
              <a:t>tanımlaması</a:t>
            </a:r>
            <a:r>
              <a:rPr lang="en-US" dirty="0"/>
              <a:t>, interface </a:t>
            </a:r>
            <a:r>
              <a:rPr lang="en-US" dirty="0" err="1"/>
              <a:t>tanımlamasına</a:t>
            </a:r>
            <a:r>
              <a:rPr lang="en-US" dirty="0"/>
              <a:t> </a:t>
            </a:r>
            <a:r>
              <a:rPr lang="en-US" dirty="0" err="1"/>
              <a:t>benzer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;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isminde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annotation </a:t>
            </a:r>
            <a:r>
              <a:rPr lang="en-US" dirty="0" err="1"/>
              <a:t>yaratma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şekildedir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@interface </a:t>
            </a:r>
            <a:r>
              <a:rPr lang="en-US" dirty="0" err="1"/>
              <a:t>Bilgi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b="1" dirty="0"/>
              <a:t>annotation</a:t>
            </a:r>
            <a:r>
              <a:rPr lang="en-US" dirty="0"/>
              <a:t> </a:t>
            </a:r>
            <a:r>
              <a:rPr lang="en-US" dirty="0" err="1"/>
              <a:t>kullanımını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, </a:t>
            </a:r>
            <a:r>
              <a:rPr lang="en-US" dirty="0" err="1"/>
              <a:t>method,package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sınırlandırmak</a:t>
            </a:r>
            <a:r>
              <a:rPr lang="en-US" dirty="0"/>
              <a:t> </a:t>
            </a:r>
            <a:r>
              <a:rPr lang="en-US" dirty="0" err="1"/>
              <a:t>istiyorsak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annotation’lardan</a:t>
            </a:r>
            <a:r>
              <a:rPr lang="en-US" dirty="0"/>
              <a:t> </a:t>
            </a:r>
            <a:r>
              <a:rPr lang="en-US" dirty="0" err="1"/>
              <a:t>birisi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yarattığımız</a:t>
            </a:r>
            <a:r>
              <a:rPr lang="en-US" dirty="0"/>
              <a:t> </a:t>
            </a:r>
            <a:r>
              <a:rPr lang="en-US" dirty="0" err="1"/>
              <a:t>annotation’ı</a:t>
            </a:r>
            <a:r>
              <a:rPr lang="en-US" dirty="0"/>
              <a:t> </a:t>
            </a:r>
            <a:r>
              <a:rPr lang="en-US" dirty="0" err="1"/>
              <a:t>işaretleriz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@Target(</a:t>
            </a:r>
            <a:r>
              <a:rPr lang="en-US" dirty="0" err="1"/>
              <a:t>ElementType.TYPE</a:t>
            </a:r>
            <a:r>
              <a:rPr lang="en-US" dirty="0"/>
              <a:t>)  --&gt; </a:t>
            </a:r>
            <a:r>
              <a:rPr lang="en-US" dirty="0" err="1"/>
              <a:t>Sınıf</a:t>
            </a:r>
            <a:r>
              <a:rPr lang="en-US" dirty="0"/>
              <a:t>, interface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@Target(</a:t>
            </a:r>
            <a:r>
              <a:rPr lang="en-US" dirty="0" err="1"/>
              <a:t>ElementType.PACKAGE</a:t>
            </a:r>
            <a:r>
              <a:rPr lang="en-US" dirty="0"/>
              <a:t>)  --&gt; </a:t>
            </a:r>
            <a:r>
              <a:rPr lang="en-US" dirty="0" smtClean="0"/>
              <a:t>Pack</a:t>
            </a:r>
            <a:r>
              <a:rPr lang="tr-TR" dirty="0" smtClean="0"/>
              <a:t>a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@Target(</a:t>
            </a:r>
            <a:r>
              <a:rPr lang="en-US" dirty="0" err="1"/>
              <a:t>ElementType.METHOD</a:t>
            </a:r>
            <a:r>
              <a:rPr lang="en-US" dirty="0"/>
              <a:t>) --&gt;</a:t>
            </a:r>
            <a:r>
              <a:rPr lang="en-US" dirty="0" err="1"/>
              <a:t>Metod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@Target(</a:t>
            </a:r>
            <a:r>
              <a:rPr lang="en-US" dirty="0" err="1"/>
              <a:t>ElementType.LOCAL_VARIABLE</a:t>
            </a:r>
            <a:r>
              <a:rPr lang="en-US" dirty="0"/>
              <a:t>) --&gt;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değişkenler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@Target(</a:t>
            </a:r>
            <a:r>
              <a:rPr lang="en-US" dirty="0" err="1"/>
              <a:t>ElementType.CONSTRUCTOR</a:t>
            </a:r>
            <a:r>
              <a:rPr lang="en-US" dirty="0"/>
              <a:t>)  -&gt; </a:t>
            </a:r>
            <a:r>
              <a:rPr lang="en-US" dirty="0" err="1"/>
              <a:t>Yapıcı</a:t>
            </a:r>
            <a:r>
              <a:rPr lang="en-US" dirty="0"/>
              <a:t> </a:t>
            </a:r>
            <a:r>
              <a:rPr lang="en-US" dirty="0" err="1"/>
              <a:t>fonksiyon</a:t>
            </a:r>
            <a:r>
              <a:rPr lang="en-US" dirty="0"/>
              <a:t> ( constructor  ) </a:t>
            </a:r>
            <a:r>
              <a:rPr lang="en-US" dirty="0" err="1" smtClean="0"/>
              <a:t>için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@Target(</a:t>
            </a:r>
            <a:r>
              <a:rPr lang="en-US" dirty="0" err="1"/>
              <a:t>ElementType.FIELD</a:t>
            </a:r>
            <a:r>
              <a:rPr lang="en-US" dirty="0"/>
              <a:t>) --&gt;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üyeleri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@Target(</a:t>
            </a:r>
            <a:r>
              <a:rPr lang="en-US" dirty="0" err="1"/>
              <a:t>Elementtype.ANNOTATION_TYPE</a:t>
            </a:r>
            <a:r>
              <a:rPr lang="en-US" dirty="0"/>
              <a:t>) --&gt; </a:t>
            </a:r>
            <a:r>
              <a:rPr lang="en-US" dirty="0" err="1"/>
              <a:t>Annotationlar</a:t>
            </a:r>
            <a:r>
              <a:rPr lang="en-US" dirty="0"/>
              <a:t> </a:t>
            </a:r>
            <a:r>
              <a:rPr lang="en-US" dirty="0" err="1" smtClean="0"/>
              <a:t>için</a:t>
            </a:r>
            <a:endParaRPr lang="tr-TR" dirty="0" smtClean="0"/>
          </a:p>
          <a:p>
            <a:pPr marL="0" indent="0" fontAlgn="base">
              <a:buNone/>
            </a:pPr>
            <a:r>
              <a:rPr lang="en-US" b="1" dirty="0"/>
              <a:t>Reflection İle </a:t>
            </a:r>
            <a:r>
              <a:rPr lang="en-US" b="1" dirty="0" err="1"/>
              <a:t>Çalışma</a:t>
            </a:r>
            <a:r>
              <a:rPr lang="en-US" b="1" dirty="0"/>
              <a:t> </a:t>
            </a:r>
            <a:r>
              <a:rPr lang="en-US" b="1" dirty="0" err="1"/>
              <a:t>Zamanında</a:t>
            </a:r>
            <a:r>
              <a:rPr lang="en-US" b="1" dirty="0"/>
              <a:t> </a:t>
            </a:r>
            <a:r>
              <a:rPr lang="en-US" b="1" dirty="0" err="1"/>
              <a:t>Annotationlara</a:t>
            </a:r>
            <a:r>
              <a:rPr lang="en-US" b="1" dirty="0"/>
              <a:t> </a:t>
            </a:r>
            <a:r>
              <a:rPr lang="en-US" b="1" dirty="0" err="1"/>
              <a:t>Ulaşma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Reflection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zamanında</a:t>
            </a:r>
            <a:r>
              <a:rPr lang="en-US" dirty="0"/>
              <a:t> </a:t>
            </a:r>
            <a:r>
              <a:rPr lang="en-US" dirty="0" err="1"/>
              <a:t>annotationlara</a:t>
            </a:r>
            <a:r>
              <a:rPr lang="en-US" dirty="0"/>
              <a:t> </a:t>
            </a:r>
            <a:r>
              <a:rPr lang="en-US" dirty="0" err="1"/>
              <a:t>ulaşılabilir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annotationların</a:t>
            </a:r>
            <a:r>
              <a:rPr lang="en-US" dirty="0"/>
              <a:t> @Retention(</a:t>
            </a:r>
            <a:r>
              <a:rPr lang="en-US" dirty="0" err="1"/>
              <a:t>RetentionPolicy.RUNTIME</a:t>
            </a:r>
            <a:r>
              <a:rPr lang="en-US" dirty="0"/>
              <a:t>)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işaretlenmesi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435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 smtClean="0"/>
              <a:t>Başlıca</a:t>
            </a:r>
            <a:r>
              <a:rPr lang="en-US" b="1" dirty="0" smtClean="0"/>
              <a:t> </a:t>
            </a:r>
            <a:r>
              <a:rPr lang="en-US" b="1" dirty="0" err="1"/>
              <a:t>Kullanım</a:t>
            </a:r>
            <a:r>
              <a:rPr lang="en-US" b="1" dirty="0"/>
              <a:t> </a:t>
            </a:r>
            <a:r>
              <a:rPr lang="en-US" b="1" dirty="0" err="1"/>
              <a:t>Alanları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 -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başlarında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PROPERTY, FIELD </a:t>
            </a:r>
            <a:r>
              <a:rPr lang="en-US" dirty="0"/>
              <a:t>- </a:t>
            </a:r>
            <a:r>
              <a:rPr lang="en-US" dirty="0" err="1"/>
              <a:t>Özelliklerin</a:t>
            </a:r>
            <a:r>
              <a:rPr lang="en-US" dirty="0"/>
              <a:t> </a:t>
            </a:r>
            <a:r>
              <a:rPr lang="en-US" dirty="0" err="1"/>
              <a:t>başlarında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LOCAL_VARIABLE</a:t>
            </a:r>
            <a:r>
              <a:rPr lang="en-US" dirty="0"/>
              <a:t> - </a:t>
            </a:r>
            <a:r>
              <a:rPr lang="en-US" dirty="0" err="1"/>
              <a:t>Yerel</a:t>
            </a:r>
            <a:r>
              <a:rPr lang="en-US" dirty="0"/>
              <a:t> </a:t>
            </a:r>
            <a:r>
              <a:rPr lang="en-US" dirty="0" err="1"/>
              <a:t>Değişkenlerin</a:t>
            </a:r>
            <a:r>
              <a:rPr lang="en-US" dirty="0"/>
              <a:t> </a:t>
            </a:r>
            <a:r>
              <a:rPr lang="en-US" dirty="0" err="1"/>
              <a:t>başlarında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CONSTRUCTOR</a:t>
            </a:r>
            <a:r>
              <a:rPr lang="en-US" dirty="0"/>
              <a:t> - </a:t>
            </a:r>
            <a:r>
              <a:rPr lang="en-US" dirty="0" err="1"/>
              <a:t>Constructorların</a:t>
            </a:r>
            <a:r>
              <a:rPr lang="en-US" dirty="0"/>
              <a:t> </a:t>
            </a:r>
            <a:r>
              <a:rPr lang="en-US" dirty="0" err="1"/>
              <a:t>başlarında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 - </a:t>
            </a:r>
            <a:r>
              <a:rPr lang="en-US" dirty="0" err="1"/>
              <a:t>Methodların</a:t>
            </a:r>
            <a:r>
              <a:rPr lang="en-US" dirty="0"/>
              <a:t> </a:t>
            </a:r>
            <a:r>
              <a:rPr lang="en-US" dirty="0" err="1"/>
              <a:t>başlarında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VALUE_PARAMETER</a:t>
            </a:r>
            <a:r>
              <a:rPr lang="en-US" dirty="0"/>
              <a:t> - Constructor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methodların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başlarında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93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Dependency Injection</a:t>
            </a:r>
          </a:p>
          <a:p>
            <a:pPr marL="0" indent="0">
              <a:buNone/>
            </a:pPr>
            <a:r>
              <a:rPr lang="en-US" b="1" dirty="0"/>
              <a:t>Dependency Injection (</a:t>
            </a:r>
            <a:r>
              <a:rPr lang="en-US" b="1" dirty="0" err="1"/>
              <a:t>Bağımlılık</a:t>
            </a:r>
            <a:r>
              <a:rPr lang="en-US" b="1" dirty="0"/>
              <a:t> </a:t>
            </a:r>
            <a:r>
              <a:rPr lang="en-US" b="1" dirty="0" err="1"/>
              <a:t>Enjeksiyonu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i="1" dirty="0"/>
              <a:t>Dependency Injection,</a:t>
            </a:r>
            <a:r>
              <a:rPr lang="en-US" dirty="0"/>
              <a:t> </a:t>
            </a:r>
            <a:r>
              <a:rPr lang="en-US" b="1" dirty="0"/>
              <a:t>S.O.L.I.D </a:t>
            </a:r>
            <a:r>
              <a:rPr lang="en-US" dirty="0" err="1"/>
              <a:t>prensiplerinin</a:t>
            </a:r>
            <a:r>
              <a:rPr lang="en-US" dirty="0"/>
              <a:t> 5. </a:t>
            </a:r>
            <a:r>
              <a:rPr lang="en-US" dirty="0" err="1"/>
              <a:t>ayağını</a:t>
            </a:r>
            <a:r>
              <a:rPr lang="en-US" dirty="0"/>
              <a:t> </a:t>
            </a:r>
            <a:r>
              <a:rPr lang="en-US" dirty="0" err="1"/>
              <a:t>oluşturan</a:t>
            </a:r>
            <a:r>
              <a:rPr lang="en-US" dirty="0"/>
              <a:t> “</a:t>
            </a:r>
            <a:r>
              <a:rPr lang="en-US" b="1" i="1" dirty="0"/>
              <a:t>Dependency Inversion</a:t>
            </a:r>
            <a:r>
              <a:rPr lang="en-US" dirty="0"/>
              <a:t>” </a:t>
            </a:r>
            <a:r>
              <a:rPr lang="en-US" dirty="0" err="1"/>
              <a:t>prensibinin</a:t>
            </a:r>
            <a:r>
              <a:rPr lang="en-US" dirty="0"/>
              <a:t> </a:t>
            </a:r>
            <a:r>
              <a:rPr lang="en-US" dirty="0" err="1"/>
              <a:t>uygulanmasını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patterndir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Dependency Injection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bağımlılıkların</a:t>
            </a:r>
            <a:r>
              <a:rPr lang="en-US" dirty="0"/>
              <a:t> </a:t>
            </a:r>
            <a:r>
              <a:rPr lang="en-US" dirty="0" err="1"/>
              <a:t>kontrolü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kullanılmaktadır</a:t>
            </a:r>
            <a:r>
              <a:rPr lang="en-US" dirty="0"/>
              <a:t>. </a:t>
            </a:r>
            <a:r>
              <a:rPr lang="en-US" dirty="0" err="1"/>
              <a:t>Peki</a:t>
            </a:r>
            <a:r>
              <a:rPr lang="en-US" dirty="0"/>
              <a:t> </a:t>
            </a:r>
            <a:r>
              <a:rPr lang="en-US" dirty="0" err="1"/>
              <a:t>nedir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bağımlılıklar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576" y="3272010"/>
            <a:ext cx="7337233" cy="358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Nesneye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dillerinde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oluşturulur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görevini</a:t>
            </a:r>
            <a:r>
              <a:rPr lang="en-US" dirty="0"/>
              <a:t> </a:t>
            </a:r>
            <a:r>
              <a:rPr lang="en-US" dirty="0" err="1"/>
              <a:t>yaparken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nesnelerle</a:t>
            </a:r>
            <a:r>
              <a:rPr lang="en-US" dirty="0"/>
              <a:t> </a:t>
            </a:r>
            <a:r>
              <a:rPr lang="en-US" dirty="0" err="1"/>
              <a:t>iletişim</a:t>
            </a:r>
            <a:r>
              <a:rPr lang="en-US" dirty="0"/>
              <a:t> </a:t>
            </a:r>
            <a:r>
              <a:rPr lang="en-US" dirty="0" err="1"/>
              <a:t>halindedir</a:t>
            </a:r>
            <a:r>
              <a:rPr lang="en-US" dirty="0"/>
              <a:t>. Bu da </a:t>
            </a:r>
            <a:r>
              <a:rPr lang="en-US" dirty="0" err="1"/>
              <a:t>bağımlılıkları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</a:t>
            </a:r>
            <a:r>
              <a:rPr lang="en-US" dirty="0" err="1"/>
              <a:t>Java’da</a:t>
            </a:r>
            <a:r>
              <a:rPr lang="en-US" dirty="0"/>
              <a:t> </a:t>
            </a:r>
            <a:r>
              <a:rPr lang="en-US" dirty="0" err="1"/>
              <a:t>sıklıkla</a:t>
            </a:r>
            <a:r>
              <a:rPr lang="en-US" dirty="0"/>
              <a:t> </a:t>
            </a:r>
            <a:r>
              <a:rPr lang="en-US" dirty="0" err="1"/>
              <a:t>karşılaşılan</a:t>
            </a:r>
            <a:r>
              <a:rPr lang="en-US" dirty="0"/>
              <a:t> </a:t>
            </a:r>
            <a:r>
              <a:rPr lang="en-US" b="1" dirty="0" err="1"/>
              <a:t>NullPointerException</a:t>
            </a:r>
            <a:r>
              <a:rPr lang="en-US" b="1" dirty="0"/>
              <a:t> </a:t>
            </a:r>
            <a:r>
              <a:rPr lang="en-US" dirty="0" err="1"/>
              <a:t>aslında</a:t>
            </a:r>
            <a:r>
              <a:rPr lang="en-US" dirty="0"/>
              <a:t> </a:t>
            </a:r>
            <a:r>
              <a:rPr lang="en-US" b="1" dirty="0"/>
              <a:t>new </a:t>
            </a:r>
            <a:r>
              <a:rPr lang="en-US" dirty="0" err="1"/>
              <a:t>operatörüyle</a:t>
            </a:r>
            <a:r>
              <a:rPr lang="en-US" dirty="0"/>
              <a:t>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nesnenin</a:t>
            </a:r>
            <a:r>
              <a:rPr lang="en-US" dirty="0"/>
              <a:t> </a:t>
            </a:r>
            <a:r>
              <a:rPr lang="en-US" dirty="0" err="1"/>
              <a:t>oluşturulamadığından</a:t>
            </a:r>
            <a:r>
              <a:rPr lang="en-US" dirty="0"/>
              <a:t>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bağımlılık</a:t>
            </a:r>
            <a:r>
              <a:rPr lang="en-US" dirty="0"/>
              <a:t> </a:t>
            </a:r>
            <a:r>
              <a:rPr lang="en-US" dirty="0" err="1"/>
              <a:t>duyulan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sağlanamadığından</a:t>
            </a:r>
            <a:r>
              <a:rPr lang="en-US" dirty="0"/>
              <a:t> </a:t>
            </a:r>
            <a:r>
              <a:rPr lang="en-US" dirty="0" err="1"/>
              <a:t>gerçekleşmektedir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durum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yönelimli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olumsuz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durumdur</a:t>
            </a:r>
            <a:r>
              <a:rPr lang="en-US" dirty="0"/>
              <a:t>. </a:t>
            </a:r>
            <a:r>
              <a:rPr lang="en-US" dirty="0" err="1"/>
              <a:t>Sağlıklı</a:t>
            </a:r>
            <a:r>
              <a:rPr lang="en-US" dirty="0"/>
              <a:t>, </a:t>
            </a:r>
            <a:r>
              <a:rPr lang="en-US" dirty="0" err="1"/>
              <a:t>esnek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genişletilebilir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 </a:t>
            </a:r>
            <a:r>
              <a:rPr lang="en-US" dirty="0" err="1"/>
              <a:t>olduğunca</a:t>
            </a:r>
            <a:r>
              <a:rPr lang="en-US" dirty="0"/>
              <a:t> </a:t>
            </a:r>
            <a:r>
              <a:rPr lang="en-US" dirty="0" err="1"/>
              <a:t>bağımlılıklar</a:t>
            </a:r>
            <a:r>
              <a:rPr lang="en-US" dirty="0"/>
              <a:t> </a:t>
            </a:r>
            <a:r>
              <a:rPr lang="en-US" dirty="0" err="1"/>
              <a:t>azaltılmalı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yönetilebilir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Dependency Injection </a:t>
            </a:r>
            <a:r>
              <a:rPr lang="en-US" dirty="0" err="1"/>
              <a:t>tekniğinde</a:t>
            </a:r>
            <a:r>
              <a:rPr lang="en-US" dirty="0"/>
              <a:t> </a:t>
            </a:r>
            <a:r>
              <a:rPr lang="en-US" dirty="0" err="1"/>
              <a:t>bağımlılık</a:t>
            </a:r>
            <a:r>
              <a:rPr lang="en-US" dirty="0"/>
              <a:t> </a:t>
            </a:r>
            <a:r>
              <a:rPr lang="en-US" dirty="0" err="1"/>
              <a:t>oluşturacak</a:t>
            </a:r>
            <a:r>
              <a:rPr lang="en-US" dirty="0"/>
              <a:t> </a:t>
            </a:r>
            <a:r>
              <a:rPr lang="en-US" dirty="0" err="1"/>
              <a:t>parçalarının</a:t>
            </a:r>
            <a:r>
              <a:rPr lang="en-US" dirty="0"/>
              <a:t> </a:t>
            </a:r>
            <a:r>
              <a:rPr lang="en-US" dirty="0" err="1"/>
              <a:t>ayrılıp</a:t>
            </a:r>
            <a:r>
              <a:rPr lang="en-US" dirty="0"/>
              <a:t>, </a:t>
            </a:r>
            <a:r>
              <a:rPr lang="en-US" dirty="0" err="1"/>
              <a:t>bunların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verilmesi</a:t>
            </a:r>
            <a:r>
              <a:rPr lang="en-US" dirty="0"/>
              <a:t> (</a:t>
            </a:r>
            <a:r>
              <a:rPr lang="en-US" dirty="0" err="1"/>
              <a:t>enjekte</a:t>
            </a:r>
            <a:r>
              <a:rPr lang="en-US" dirty="0"/>
              <a:t> </a:t>
            </a:r>
            <a:r>
              <a:rPr lang="en-US" dirty="0" err="1"/>
              <a:t>edilmesi</a:t>
            </a:r>
            <a:r>
              <a:rPr lang="en-US" dirty="0"/>
              <a:t>)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meydana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5509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3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b="1" dirty="0"/>
              <a:t>DI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 </a:t>
            </a:r>
            <a:r>
              <a:rPr lang="en-US" dirty="0" err="1"/>
              <a:t>Bunlar</a:t>
            </a:r>
            <a:r>
              <a:rPr lang="en-US" dirty="0"/>
              <a:t>; </a:t>
            </a:r>
            <a:r>
              <a:rPr lang="en-US" b="1" dirty="0"/>
              <a:t>Constructor Injection</a:t>
            </a:r>
            <a:r>
              <a:rPr lang="en-US" dirty="0"/>
              <a:t>, </a:t>
            </a:r>
            <a:r>
              <a:rPr lang="en-US" b="1" dirty="0"/>
              <a:t>Setter Injection</a:t>
            </a:r>
            <a:r>
              <a:rPr lang="en-US" dirty="0"/>
              <a:t>, Method </a:t>
            </a:r>
            <a:r>
              <a:rPr lang="en-US" dirty="0" smtClean="0"/>
              <a:t>Injection.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yöntemler</a:t>
            </a:r>
            <a:r>
              <a:rPr lang="en-US" dirty="0"/>
              <a:t> </a:t>
            </a:r>
            <a:r>
              <a:rPr lang="en-US" dirty="0" err="1"/>
              <a:t>bağımlı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enjekte</a:t>
            </a:r>
            <a:r>
              <a:rPr lang="en-US" dirty="0"/>
              <a:t>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dayanır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Dependency Injection </a:t>
            </a:r>
            <a:r>
              <a:rPr lang="en-US" b="1" dirty="0" err="1"/>
              <a:t>Sayesinde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 err="1"/>
              <a:t>Gevşek</a:t>
            </a:r>
            <a:r>
              <a:rPr lang="en-US" dirty="0"/>
              <a:t> </a:t>
            </a:r>
            <a:r>
              <a:rPr lang="en-US" dirty="0" err="1"/>
              <a:t>bağımlılıklı</a:t>
            </a:r>
            <a:r>
              <a:rPr lang="en-US" dirty="0"/>
              <a:t>, </a:t>
            </a:r>
            <a:r>
              <a:rPr lang="en-US" dirty="0" err="1"/>
              <a:t>esnek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 </a:t>
            </a:r>
            <a:r>
              <a:rPr lang="en-US" dirty="0" err="1"/>
              <a:t>oluşturabiliriz</a:t>
            </a:r>
            <a:r>
              <a:rPr lang="en-US" dirty="0"/>
              <a:t>.(Loosely Coupled)</a:t>
            </a:r>
          </a:p>
          <a:p>
            <a:pPr marL="0" indent="0">
              <a:buNone/>
            </a:pP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değişmesi</a:t>
            </a:r>
            <a:r>
              <a:rPr lang="en-US" dirty="0"/>
              <a:t>, </a:t>
            </a:r>
            <a:r>
              <a:rPr lang="en-US" dirty="0" err="1"/>
              <a:t>müdahale</a:t>
            </a:r>
            <a:r>
              <a:rPr lang="en-US" dirty="0"/>
              <a:t> </a:t>
            </a:r>
            <a:r>
              <a:rPr lang="en-US" dirty="0" err="1"/>
              <a:t>edilmesi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yerleri</a:t>
            </a:r>
            <a:r>
              <a:rPr lang="en-US" dirty="0"/>
              <a:t> </a:t>
            </a:r>
            <a:r>
              <a:rPr lang="en-US" dirty="0" err="1"/>
              <a:t>minimum’a</a:t>
            </a:r>
            <a:r>
              <a:rPr lang="en-US" dirty="0"/>
              <a:t> </a:t>
            </a:r>
            <a:r>
              <a:rPr lang="en-US" dirty="0" err="1"/>
              <a:t>indirir</a:t>
            </a:r>
            <a:r>
              <a:rPr lang="en-US" dirty="0"/>
              <a:t>. (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sayfalarca</a:t>
            </a:r>
            <a:r>
              <a:rPr lang="en-US" dirty="0"/>
              <a:t> refactoring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kalmazsınız</a:t>
            </a:r>
            <a:r>
              <a:rPr lang="en-US" dirty="0"/>
              <a:t>.)</a:t>
            </a:r>
          </a:p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edilebilirliği</a:t>
            </a:r>
            <a:r>
              <a:rPr lang="en-US" dirty="0"/>
              <a:t> </a:t>
            </a:r>
            <a:r>
              <a:rPr lang="en-US" dirty="0" err="1"/>
              <a:t>destekler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Inversion of control</a:t>
            </a:r>
            <a:r>
              <a:rPr lang="en-US" dirty="0"/>
              <a:t> 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prensibidir</a:t>
            </a:r>
            <a:r>
              <a:rPr lang="en-US" dirty="0"/>
              <a:t>. </a:t>
            </a:r>
            <a:r>
              <a:rPr lang="en-US" b="1" i="1" dirty="0" err="1"/>
              <a:t>Ioc</a:t>
            </a:r>
            <a:r>
              <a:rPr lang="en-US" b="1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içerisindeki</a:t>
            </a:r>
            <a:r>
              <a:rPr lang="en-US" dirty="0"/>
              <a:t> </a:t>
            </a:r>
            <a:r>
              <a:rPr lang="en-US" dirty="0" err="1"/>
              <a:t>obje</a:t>
            </a:r>
            <a:r>
              <a:rPr lang="en-US" dirty="0"/>
              <a:t> </a:t>
            </a:r>
            <a:r>
              <a:rPr lang="en-US" dirty="0" err="1"/>
              <a:t>instance’larının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</a:t>
            </a:r>
            <a:r>
              <a:rPr lang="en-US" dirty="0" err="1"/>
              <a:t>sağlanarak</a:t>
            </a:r>
            <a:r>
              <a:rPr lang="en-US" dirty="0"/>
              <a:t>, </a:t>
            </a:r>
            <a:r>
              <a:rPr lang="en-US" dirty="0" err="1"/>
              <a:t>bağımlılıklarını</a:t>
            </a:r>
            <a:r>
              <a:rPr lang="en-US" dirty="0"/>
              <a:t> en </a:t>
            </a:r>
            <a:r>
              <a:rPr lang="en-US" dirty="0" err="1"/>
              <a:t>aza</a:t>
            </a:r>
            <a:r>
              <a:rPr lang="en-US" dirty="0"/>
              <a:t> </a:t>
            </a:r>
            <a:r>
              <a:rPr lang="en-US" dirty="0" err="1"/>
              <a:t>indirgemek</a:t>
            </a:r>
            <a:r>
              <a:rPr lang="en-US" dirty="0"/>
              <a:t> </a:t>
            </a:r>
            <a:r>
              <a:rPr lang="en-US" dirty="0" err="1"/>
              <a:t>amaçlanmaktadır</a:t>
            </a:r>
            <a:r>
              <a:rPr lang="en-US" dirty="0"/>
              <a:t>. </a:t>
            </a:r>
            <a:r>
              <a:rPr lang="en-US" dirty="0" err="1"/>
              <a:t>Projeniz</a:t>
            </a:r>
            <a:r>
              <a:rPr lang="en-US" dirty="0"/>
              <a:t> </a:t>
            </a:r>
            <a:r>
              <a:rPr lang="en-US" dirty="0" err="1"/>
              <a:t>deki</a:t>
            </a:r>
            <a:r>
              <a:rPr lang="en-US" dirty="0"/>
              <a:t> </a:t>
            </a:r>
            <a:r>
              <a:rPr lang="en-US" dirty="0" err="1"/>
              <a:t>bağımlılıkların</a:t>
            </a:r>
            <a:r>
              <a:rPr lang="en-US" dirty="0"/>
              <a:t> </a:t>
            </a:r>
            <a:r>
              <a:rPr lang="en-US" dirty="0" err="1"/>
              <a:t>oluşturulmasını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yönetilmesini</a:t>
            </a:r>
            <a:r>
              <a:rPr lang="en-US" dirty="0"/>
              <a:t> </a:t>
            </a:r>
            <a:r>
              <a:rPr lang="en-US" dirty="0" err="1"/>
              <a:t>geliştiricinin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, </a:t>
            </a:r>
            <a:r>
              <a:rPr lang="en-US" b="1" dirty="0" err="1"/>
              <a:t>framework’ün</a:t>
            </a:r>
            <a:r>
              <a:rPr lang="en-US" dirty="0"/>
              <a:t> </a:t>
            </a:r>
            <a:r>
              <a:rPr lang="en-US" dirty="0" err="1"/>
              <a:t>yapması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da </a:t>
            </a:r>
            <a:r>
              <a:rPr lang="en-US" dirty="0" err="1"/>
              <a:t>açıklanabilir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Framework‘in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çalıştığımız</a:t>
            </a:r>
            <a:r>
              <a:rPr lang="en-US" dirty="0"/>
              <a:t> da </a:t>
            </a:r>
            <a:r>
              <a:rPr lang="en-US" dirty="0" err="1"/>
              <a:t>görülüyor</a:t>
            </a:r>
            <a:r>
              <a:rPr lang="en-US" dirty="0"/>
              <a:t> </a:t>
            </a:r>
            <a:r>
              <a:rPr lang="en-US" dirty="0" err="1"/>
              <a:t>ki</a:t>
            </a:r>
            <a:r>
              <a:rPr lang="en-US" dirty="0"/>
              <a:t>; </a:t>
            </a:r>
            <a:r>
              <a:rPr lang="en-US" dirty="0" err="1"/>
              <a:t>frameworkler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işi</a:t>
            </a:r>
            <a:r>
              <a:rPr lang="en-US" dirty="0"/>
              <a:t> </a:t>
            </a:r>
            <a:r>
              <a:rPr lang="en-US" dirty="0" err="1"/>
              <a:t>kendisi</a:t>
            </a:r>
            <a:r>
              <a:rPr lang="en-US" dirty="0"/>
              <a:t> </a:t>
            </a:r>
            <a:r>
              <a:rPr lang="en-US" dirty="0" err="1"/>
              <a:t>yapmakta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kodumuzu</a:t>
            </a:r>
            <a:r>
              <a:rPr lang="en-US" dirty="0"/>
              <a:t>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b="1" dirty="0"/>
              <a:t>framework</a:t>
            </a:r>
            <a:r>
              <a:rPr lang="en-US" dirty="0"/>
              <a:t>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kaynakları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çalışması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metotları</a:t>
            </a:r>
            <a:r>
              <a:rPr lang="en-US" dirty="0"/>
              <a:t> </a:t>
            </a:r>
            <a:r>
              <a:rPr lang="en-US" dirty="0" err="1"/>
              <a:t>oluşturup</a:t>
            </a:r>
            <a:r>
              <a:rPr lang="en-US" dirty="0"/>
              <a:t>, </a:t>
            </a:r>
            <a:r>
              <a:rPr lang="en-US" dirty="0" err="1"/>
              <a:t>yönetmektedir</a:t>
            </a:r>
            <a:r>
              <a:rPr lang="en-US" dirty="0"/>
              <a:t>. </a:t>
            </a:r>
            <a:r>
              <a:rPr lang="en-US" dirty="0" err="1"/>
              <a:t>Yazdığımız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bloğu</a:t>
            </a:r>
            <a:r>
              <a:rPr lang="en-US" dirty="0"/>
              <a:t> </a:t>
            </a:r>
            <a:r>
              <a:rPr lang="en-US" dirty="0" err="1"/>
              <a:t>çalışacağı</a:t>
            </a:r>
            <a:r>
              <a:rPr lang="en-US" dirty="0"/>
              <a:t> </a:t>
            </a:r>
            <a:r>
              <a:rPr lang="en-US" dirty="0" err="1"/>
              <a:t>zaman</a:t>
            </a:r>
            <a:r>
              <a:rPr lang="en-US" dirty="0"/>
              <a:t>, </a:t>
            </a:r>
            <a:r>
              <a:rPr lang="en-US" b="1" dirty="0"/>
              <a:t>framework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kodumuzu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çalıştırır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b="1" dirty="0" err="1"/>
              <a:t>framework’e</a:t>
            </a:r>
            <a:r>
              <a:rPr lang="en-US" dirty="0"/>
              <a:t> </a:t>
            </a:r>
            <a:r>
              <a:rPr lang="en-US" dirty="0" err="1"/>
              <a:t>geçmesi</a:t>
            </a:r>
            <a:r>
              <a:rPr lang="en-US" dirty="0"/>
              <a:t> </a:t>
            </a:r>
            <a:r>
              <a:rPr lang="en-US" dirty="0" err="1"/>
              <a:t>olayının</a:t>
            </a:r>
            <a:r>
              <a:rPr lang="en-US" dirty="0"/>
              <a:t> </a:t>
            </a:r>
            <a:r>
              <a:rPr lang="en-US" dirty="0" err="1"/>
              <a:t>tümüne</a:t>
            </a:r>
            <a:r>
              <a:rPr lang="en-US" dirty="0"/>
              <a:t> </a:t>
            </a:r>
            <a:r>
              <a:rPr lang="en-US" b="1" dirty="0"/>
              <a:t>Inversion Of Control</a:t>
            </a:r>
            <a:r>
              <a:rPr lang="en-US" dirty="0"/>
              <a:t> 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verilmektedir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bloğumuz</a:t>
            </a:r>
            <a:r>
              <a:rPr lang="en-US" dirty="0"/>
              <a:t> </a:t>
            </a:r>
            <a:r>
              <a:rPr lang="en-US" dirty="0" err="1"/>
              <a:t>hariç</a:t>
            </a:r>
            <a:r>
              <a:rPr lang="en-US" dirty="0"/>
              <a:t>, </a:t>
            </a:r>
            <a:r>
              <a:rPr lang="en-US" dirty="0" err="1"/>
              <a:t>bütün</a:t>
            </a:r>
            <a:r>
              <a:rPr lang="en-US" dirty="0"/>
              <a:t>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framework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edilmektedir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84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Inversion of </a:t>
            </a:r>
            <a:r>
              <a:rPr lang="en-US" b="1" dirty="0" err="1"/>
              <a:t>Control’ün</a:t>
            </a:r>
            <a:r>
              <a:rPr lang="en-US" b="1" dirty="0"/>
              <a:t> </a:t>
            </a:r>
            <a:r>
              <a:rPr lang="en-US" b="1" dirty="0" err="1"/>
              <a:t>getirdiği</a:t>
            </a:r>
            <a:r>
              <a:rPr lang="en-US" b="1" dirty="0"/>
              <a:t> </a:t>
            </a:r>
            <a:r>
              <a:rPr lang="en-US" b="1" dirty="0" err="1"/>
              <a:t>avantajlar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methodun</a:t>
            </a:r>
            <a:r>
              <a:rPr lang="en-US" dirty="0"/>
              <a:t> </a:t>
            </a:r>
            <a:r>
              <a:rPr lang="en-US" dirty="0" err="1"/>
              <a:t>implementasyonundan</a:t>
            </a:r>
            <a:r>
              <a:rPr lang="en-US" dirty="0"/>
              <a:t> </a:t>
            </a:r>
            <a:r>
              <a:rPr lang="en-US" dirty="0" err="1"/>
              <a:t>izole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çalıştırılabilmesini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implementasyonlar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, </a:t>
            </a:r>
            <a:r>
              <a:rPr lang="en-US" dirty="0" err="1"/>
              <a:t>kolayca</a:t>
            </a:r>
            <a:r>
              <a:rPr lang="en-US" dirty="0"/>
              <a:t> </a:t>
            </a:r>
            <a:r>
              <a:rPr lang="en-US" dirty="0" err="1"/>
              <a:t>geçiş</a:t>
            </a:r>
            <a:r>
              <a:rPr lang="en-US" dirty="0"/>
              <a:t> </a:t>
            </a:r>
            <a:r>
              <a:rPr lang="en-US" dirty="0" err="1"/>
              <a:t>yapabilmenizi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Program </a:t>
            </a:r>
            <a:r>
              <a:rPr lang="en-US" dirty="0" err="1"/>
              <a:t>modülerliğini</a:t>
            </a:r>
            <a:r>
              <a:rPr lang="en-US" dirty="0"/>
              <a:t> </a:t>
            </a:r>
            <a:r>
              <a:rPr lang="en-US" dirty="0" err="1"/>
              <a:t>artırır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Bağımlılıklar</a:t>
            </a:r>
            <a:r>
              <a:rPr lang="en-US" dirty="0"/>
              <a:t> en </a:t>
            </a:r>
            <a:r>
              <a:rPr lang="en-US" dirty="0" err="1"/>
              <a:t>aza</a:t>
            </a:r>
            <a:r>
              <a:rPr lang="en-US" dirty="0"/>
              <a:t> </a:t>
            </a:r>
            <a:r>
              <a:rPr lang="en-US" dirty="0" err="1"/>
              <a:t>indiği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test </a:t>
            </a:r>
            <a:r>
              <a:rPr lang="en-US" dirty="0" err="1"/>
              <a:t>etmeyi</a:t>
            </a:r>
            <a:r>
              <a:rPr lang="en-US" dirty="0"/>
              <a:t>/</a:t>
            </a:r>
            <a:r>
              <a:rPr lang="en-US" dirty="0" err="1"/>
              <a:t>yazmayı</a:t>
            </a:r>
            <a:r>
              <a:rPr lang="en-US" dirty="0"/>
              <a:t> </a:t>
            </a:r>
            <a:r>
              <a:rPr lang="en-US" dirty="0" err="1"/>
              <a:t>kolaylaştırır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Inversion of control;</a:t>
            </a:r>
          </a:p>
          <a:p>
            <a:pPr marL="0" indent="0">
              <a:buNone/>
            </a:pPr>
            <a:r>
              <a:rPr lang="en-US" b="1" dirty="0"/>
              <a:t>Strategy Pattern</a:t>
            </a:r>
          </a:p>
          <a:p>
            <a:pPr marL="0" indent="0">
              <a:buNone/>
            </a:pPr>
            <a:r>
              <a:rPr lang="en-US" b="1" dirty="0"/>
              <a:t>Service </a:t>
            </a:r>
            <a:r>
              <a:rPr lang="en-US" b="1" dirty="0" err="1"/>
              <a:t>Lacator</a:t>
            </a:r>
            <a:r>
              <a:rPr lang="en-US" b="1" dirty="0"/>
              <a:t> Pattern</a:t>
            </a:r>
          </a:p>
          <a:p>
            <a:pPr marL="0" indent="0">
              <a:buNone/>
            </a:pPr>
            <a:r>
              <a:rPr lang="en-US" b="1" dirty="0"/>
              <a:t>Factory Pattern</a:t>
            </a:r>
          </a:p>
          <a:p>
            <a:pPr marL="0" indent="0">
              <a:buNone/>
            </a:pPr>
            <a:r>
              <a:rPr lang="en-US" b="1" dirty="0"/>
              <a:t>Dependency Injection</a:t>
            </a:r>
          </a:p>
          <a:p>
            <a:pPr marL="0" indent="0">
              <a:buNone/>
            </a:pP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mekanizmalarla</a:t>
            </a:r>
            <a:r>
              <a:rPr lang="en-US" dirty="0"/>
              <a:t> </a:t>
            </a:r>
            <a:r>
              <a:rPr lang="en-US" dirty="0" err="1"/>
              <a:t>uygulanabilir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64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Dagger 2</a:t>
            </a:r>
          </a:p>
          <a:p>
            <a:pPr marL="0" indent="0">
              <a:buNone/>
            </a:pPr>
            <a:r>
              <a:rPr lang="en-US" b="1" dirty="0"/>
              <a:t>Dagger 2</a:t>
            </a:r>
            <a:r>
              <a:rPr lang="en-US" dirty="0"/>
              <a:t>, Google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desteklenen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“dependency injection” </a:t>
            </a:r>
            <a:r>
              <a:rPr lang="en-US" dirty="0" err="1"/>
              <a:t>kütüphanesidir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kütüphane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bağımlıklıklarını</a:t>
            </a:r>
            <a:r>
              <a:rPr lang="en-US" dirty="0"/>
              <a:t> </a:t>
            </a:r>
            <a:r>
              <a:rPr lang="en-US" dirty="0" err="1"/>
              <a:t>kolaylıkla</a:t>
            </a:r>
            <a:r>
              <a:rPr lang="en-US" dirty="0"/>
              <a:t> </a:t>
            </a:r>
            <a:r>
              <a:rPr lang="en-US" dirty="0" err="1"/>
              <a:t>yönetmemizi</a:t>
            </a:r>
            <a:r>
              <a:rPr lang="en-US" dirty="0"/>
              <a:t> </a:t>
            </a:r>
            <a:r>
              <a:rPr lang="en-US" dirty="0" err="1"/>
              <a:t>sağlamaktadır</a:t>
            </a:r>
            <a:r>
              <a:rPr lang="en-US" dirty="0"/>
              <a:t>. </a:t>
            </a:r>
            <a:r>
              <a:rPr lang="en-US" dirty="0" err="1"/>
              <a:t>Bizler</a:t>
            </a:r>
            <a:r>
              <a:rPr lang="en-US" dirty="0"/>
              <a:t>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istediğimizi</a:t>
            </a:r>
            <a:r>
              <a:rPr lang="en-US" dirty="0"/>
              <a:t> </a:t>
            </a:r>
            <a:r>
              <a:rPr lang="en-US" dirty="0" err="1"/>
              <a:t>belirtiriz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</a:t>
            </a:r>
            <a:r>
              <a:rPr lang="en-US" dirty="0"/>
              <a:t> </a:t>
            </a:r>
            <a:r>
              <a:rPr lang="en-US" dirty="0" err="1"/>
              <a:t>planda</a:t>
            </a:r>
            <a:r>
              <a:rPr lang="en-US" dirty="0"/>
              <a:t> </a:t>
            </a:r>
            <a:r>
              <a:rPr lang="en-US" b="1" dirty="0"/>
              <a:t>Dagger 2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</a:t>
            </a: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Peki</a:t>
            </a:r>
            <a:r>
              <a:rPr lang="en-US" dirty="0"/>
              <a:t> </a:t>
            </a:r>
            <a:r>
              <a:rPr lang="en-US" b="1" dirty="0"/>
              <a:t>Dagger 2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yapmaktadır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b="1" dirty="0"/>
              <a:t>Dagger 2 </a:t>
            </a:r>
            <a:r>
              <a:rPr lang="en-US" dirty="0" err="1"/>
              <a:t>kütüphanesine</a:t>
            </a:r>
            <a:r>
              <a:rPr lang="en-US" dirty="0"/>
              <a:t>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 smtClean="0"/>
              <a:t>yapacağımızı</a:t>
            </a:r>
            <a:r>
              <a:rPr lang="en-US" dirty="0" smtClean="0"/>
              <a:t> </a:t>
            </a:r>
            <a:r>
              <a:rPr lang="en-US" dirty="0" err="1"/>
              <a:t>belirtmek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kendisinde</a:t>
            </a:r>
            <a:r>
              <a:rPr lang="en-US" dirty="0"/>
              <a:t> </a:t>
            </a:r>
            <a:r>
              <a:rPr lang="en-US" dirty="0" err="1"/>
              <a:t>tanımlı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 </a:t>
            </a:r>
            <a:r>
              <a:rPr lang="en-US" b="1" dirty="0" err="1"/>
              <a:t>annotation</a:t>
            </a:r>
            <a:r>
              <a:rPr lang="en-US" dirty="0" err="1"/>
              <a:t>ları</a:t>
            </a:r>
            <a:r>
              <a:rPr lang="en-US" dirty="0"/>
              <a:t> </a:t>
            </a:r>
            <a:r>
              <a:rPr lang="en-US" dirty="0" err="1" smtClean="0"/>
              <a:t>kullanırız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@Provides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annotationla</a:t>
            </a:r>
            <a:r>
              <a:rPr lang="en-US" dirty="0"/>
              <a:t> </a:t>
            </a:r>
            <a:r>
              <a:rPr lang="en-US" dirty="0" err="1"/>
              <a:t>belirtiyoruz</a:t>
            </a:r>
            <a:r>
              <a:rPr lang="en-US" dirty="0"/>
              <a:t>. </a:t>
            </a:r>
            <a:r>
              <a:rPr lang="en-US" b="1" dirty="0"/>
              <a:t>Dagger 2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annotationı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olduğunda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üretiyor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34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b="1" dirty="0" err="1"/>
              <a:t>IntentHelper</a:t>
            </a:r>
            <a:r>
              <a:rPr lang="en-US" dirty="0"/>
              <a:t> </a:t>
            </a:r>
            <a:r>
              <a:rPr lang="en-US" dirty="0" err="1"/>
              <a:t>adlı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sınıfımız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Bu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intent </a:t>
            </a:r>
            <a:r>
              <a:rPr lang="en-US" dirty="0" err="1"/>
              <a:t>methodları</a:t>
            </a:r>
            <a:r>
              <a:rPr lang="en-US" dirty="0"/>
              <a:t> </a:t>
            </a:r>
            <a:r>
              <a:rPr lang="en-US" dirty="0" err="1"/>
              <a:t>bulunsun</a:t>
            </a:r>
            <a:r>
              <a:rPr lang="en-US" dirty="0"/>
              <a:t>. Splash Activity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Main Activity e </a:t>
            </a:r>
            <a:r>
              <a:rPr lang="en-US" dirty="0" err="1"/>
              <a:t>geçmek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duyuyoruz</a:t>
            </a:r>
            <a:r>
              <a:rPr lang="en-US" dirty="0"/>
              <a:t>. </a:t>
            </a:r>
            <a:r>
              <a:rPr lang="en-US" dirty="0" err="1"/>
              <a:t>Sınıfımızı</a:t>
            </a:r>
            <a:r>
              <a:rPr lang="en-US" dirty="0"/>
              <a:t> </a:t>
            </a:r>
            <a:r>
              <a:rPr lang="en-US" dirty="0" err="1"/>
              <a:t>aşağıda</a:t>
            </a:r>
            <a:r>
              <a:rPr lang="en-US" dirty="0"/>
              <a:t> </a:t>
            </a:r>
            <a:r>
              <a:rPr lang="en-US" dirty="0" err="1"/>
              <a:t>görebilirsiniz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IntentHelper</a:t>
            </a:r>
            <a:r>
              <a:rPr lang="en-US" dirty="0"/>
              <a:t>(private </a:t>
            </a:r>
            <a:r>
              <a:rPr lang="en-US" dirty="0" err="1"/>
              <a:t>val</a:t>
            </a:r>
            <a:r>
              <a:rPr lang="en-US" dirty="0"/>
              <a:t> context: Context) {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fun </a:t>
            </a:r>
            <a:r>
              <a:rPr lang="en-US" dirty="0" err="1"/>
              <a:t>intentToMainActivity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context</a:t>
            </a:r>
            <a:br>
              <a:rPr lang="en-US" dirty="0"/>
            </a:br>
            <a:r>
              <a:rPr lang="en-US" dirty="0"/>
              <a:t>.</a:t>
            </a:r>
            <a:r>
              <a:rPr lang="en-US" dirty="0" err="1"/>
              <a:t>startActivity</a:t>
            </a:r>
            <a:r>
              <a:rPr lang="en-US" dirty="0"/>
              <a:t>(Intent(</a:t>
            </a:r>
            <a:r>
              <a:rPr lang="en-US" dirty="0" err="1"/>
              <a:t>context,MainActivity</a:t>
            </a:r>
            <a:r>
              <a:rPr lang="en-US" dirty="0"/>
              <a:t>::class.</a:t>
            </a:r>
            <a:r>
              <a:rPr lang="en-US" i="1" dirty="0"/>
              <a:t>java</a:t>
            </a:r>
            <a:r>
              <a:rPr lang="en-US" dirty="0"/>
              <a:t>))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b="1" dirty="0"/>
              <a:t>Provides </a:t>
            </a:r>
            <a:r>
              <a:rPr lang="en-US" b="1" dirty="0" err="1"/>
              <a:t>kullanımı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>@Provides</a:t>
            </a:r>
            <a:br>
              <a:rPr lang="en-US" dirty="0"/>
            </a:br>
            <a:r>
              <a:rPr lang="en-US" dirty="0"/>
              <a:t>fun </a:t>
            </a:r>
            <a:r>
              <a:rPr lang="en-US" dirty="0" err="1"/>
              <a:t>provideIntentHelper</a:t>
            </a:r>
            <a:r>
              <a:rPr lang="en-US" dirty="0"/>
              <a:t>(context: Context): </a:t>
            </a:r>
            <a:r>
              <a:rPr lang="en-US" dirty="0" err="1"/>
              <a:t>IntentHelper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return </a:t>
            </a:r>
            <a:r>
              <a:rPr lang="en-US" dirty="0" err="1"/>
              <a:t>IntentHelper</a:t>
            </a:r>
            <a:r>
              <a:rPr lang="en-US" dirty="0"/>
              <a:t>(context)</a:t>
            </a:r>
            <a:br>
              <a:rPr lang="en-US" dirty="0"/>
            </a:b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b="1" dirty="0"/>
              <a:t>Dagger 2 </a:t>
            </a:r>
            <a:r>
              <a:rPr lang="en-US" dirty="0"/>
              <a:t>ye 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ilerde</a:t>
            </a:r>
            <a:r>
              <a:rPr lang="en-US" dirty="0"/>
              <a:t> </a:t>
            </a: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istediğimi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ihtiyacım</a:t>
            </a:r>
            <a:r>
              <a:rPr lang="en-US" dirty="0"/>
              <a:t> </a:t>
            </a:r>
            <a:r>
              <a:rPr lang="en-US" dirty="0" err="1"/>
              <a:t>olduğunda</a:t>
            </a:r>
            <a:r>
              <a:rPr lang="en-US" dirty="0"/>
              <a:t> </a:t>
            </a:r>
            <a:r>
              <a:rPr lang="en-US" dirty="0" err="1"/>
              <a:t>üretebileceğini</a:t>
            </a:r>
            <a:r>
              <a:rPr lang="en-US" dirty="0"/>
              <a:t> </a:t>
            </a:r>
            <a:r>
              <a:rPr lang="en-US" dirty="0" err="1"/>
              <a:t>söylemiş</a:t>
            </a:r>
            <a:r>
              <a:rPr lang="en-US" dirty="0"/>
              <a:t> </a:t>
            </a:r>
            <a:r>
              <a:rPr lang="en-US" dirty="0" err="1"/>
              <a:t>olduk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0346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Peki</a:t>
            </a:r>
            <a:r>
              <a:rPr lang="en-US" dirty="0"/>
              <a:t> </a:t>
            </a:r>
            <a:r>
              <a:rPr lang="en-US" b="1" dirty="0"/>
              <a:t>Provides</a:t>
            </a:r>
            <a:r>
              <a:rPr lang="en-US" dirty="0"/>
              <a:t> </a:t>
            </a:r>
            <a:r>
              <a:rPr lang="en-US" dirty="0" err="1"/>
              <a:t>annotationlarıyla</a:t>
            </a:r>
            <a:r>
              <a:rPr lang="en-US" dirty="0"/>
              <a:t> </a:t>
            </a:r>
            <a:r>
              <a:rPr lang="en-US" dirty="0" err="1"/>
              <a:t>belirttiğimiz</a:t>
            </a:r>
            <a:r>
              <a:rPr lang="en-US" dirty="0"/>
              <a:t> </a:t>
            </a:r>
            <a:r>
              <a:rPr lang="en-US" dirty="0" err="1"/>
              <a:t>methodları</a:t>
            </a:r>
            <a:r>
              <a:rPr lang="en-US" dirty="0"/>
              <a:t> (“</a:t>
            </a:r>
            <a:r>
              <a:rPr lang="en-US" dirty="0" err="1"/>
              <a:t>provideIntentHelper</a:t>
            </a:r>
            <a:r>
              <a:rPr lang="en-US" dirty="0"/>
              <a:t>” </a:t>
            </a:r>
            <a:r>
              <a:rPr lang="en-US" dirty="0" err="1"/>
              <a:t>gibi</a:t>
            </a:r>
            <a:r>
              <a:rPr lang="en-US" dirty="0"/>
              <a:t>) </a:t>
            </a:r>
            <a:r>
              <a:rPr lang="en-US" dirty="0" err="1"/>
              <a:t>nereye</a:t>
            </a:r>
            <a:r>
              <a:rPr lang="en-US" dirty="0"/>
              <a:t> (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içerisine</a:t>
            </a:r>
            <a:r>
              <a:rPr lang="en-US" dirty="0"/>
              <a:t>) </a:t>
            </a:r>
            <a:r>
              <a:rPr lang="en-US" dirty="0" err="1"/>
              <a:t>yazıyoruz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b="1" dirty="0"/>
              <a:t>Module</a:t>
            </a:r>
            <a:r>
              <a:rPr lang="en-US" dirty="0"/>
              <a:t> 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oluşturuyoruz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@Module 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ekliyoruz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@Module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İçerisinde</a:t>
            </a:r>
            <a:r>
              <a:rPr lang="en-US" b="1" dirty="0"/>
              <a:t> Provide </a:t>
            </a:r>
            <a:r>
              <a:rPr lang="en-US" dirty="0" err="1"/>
              <a:t>annotationlarını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, Dagger 2 ye </a:t>
            </a:r>
            <a:r>
              <a:rPr lang="en-US" b="1" dirty="0"/>
              <a:t>Module 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söyleriz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 intent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IntentModule</a:t>
            </a:r>
            <a:r>
              <a:rPr lang="en-US" dirty="0"/>
              <a:t> </a:t>
            </a:r>
            <a:r>
              <a:rPr lang="en-US" dirty="0" err="1"/>
              <a:t>adında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oluşturuyoruz</a:t>
            </a:r>
            <a:r>
              <a:rPr lang="en-US" dirty="0"/>
              <a:t>.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</a:t>
            </a:r>
            <a:r>
              <a:rPr lang="en-US" b="1" dirty="0"/>
              <a:t>@Module 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ekliyoruz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Intent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ihtiyacım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üretiyoruz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681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Module </a:t>
            </a:r>
            <a:r>
              <a:rPr lang="en-US" b="1" dirty="0" err="1"/>
              <a:t>kullanımı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b="1" dirty="0"/>
              <a:t>@Module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IntentModule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@Provides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fun </a:t>
            </a:r>
            <a:r>
              <a:rPr lang="en-US" dirty="0" err="1"/>
              <a:t>provideIntentHelper</a:t>
            </a:r>
            <a:r>
              <a:rPr lang="en-US" dirty="0"/>
              <a:t>(context: Context): </a:t>
            </a:r>
            <a:r>
              <a:rPr lang="en-US" dirty="0" err="1"/>
              <a:t>IntentHelper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return </a:t>
            </a:r>
            <a:r>
              <a:rPr lang="en-US" dirty="0" err="1"/>
              <a:t>IntentHelper</a:t>
            </a:r>
            <a:r>
              <a:rPr lang="en-US" dirty="0"/>
              <a:t>(context)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err="1"/>
              <a:t>Peki</a:t>
            </a:r>
            <a:r>
              <a:rPr lang="en-US" dirty="0"/>
              <a:t> </a:t>
            </a:r>
            <a:r>
              <a:rPr lang="en-US" b="1" dirty="0"/>
              <a:t>Module</a:t>
            </a:r>
            <a:r>
              <a:rPr lang="en-US" dirty="0"/>
              <a:t> </a:t>
            </a:r>
            <a:r>
              <a:rPr lang="en-US" dirty="0" err="1"/>
              <a:t>annotationlarıyla</a:t>
            </a:r>
            <a:r>
              <a:rPr lang="en-US" dirty="0"/>
              <a:t> </a:t>
            </a:r>
            <a:r>
              <a:rPr lang="en-US" dirty="0" err="1"/>
              <a:t>belirttiğimiz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nereye</a:t>
            </a:r>
            <a:r>
              <a:rPr lang="en-US" dirty="0"/>
              <a:t> (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içerisine</a:t>
            </a:r>
            <a:r>
              <a:rPr lang="en-US" dirty="0"/>
              <a:t>) </a:t>
            </a:r>
            <a:r>
              <a:rPr lang="en-US" dirty="0" err="1"/>
              <a:t>yazıyoruz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b="1" dirty="0"/>
              <a:t>Component </a:t>
            </a:r>
            <a:r>
              <a:rPr lang="en-US" dirty="0" err="1"/>
              <a:t>arayüzü</a:t>
            </a:r>
            <a:r>
              <a:rPr lang="en-US" dirty="0"/>
              <a:t> </a:t>
            </a:r>
            <a:r>
              <a:rPr lang="en-US" dirty="0" err="1"/>
              <a:t>oluşturuyoruz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@Component 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ekliyoruz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18055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@Component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sınıfların</a:t>
            </a:r>
            <a:r>
              <a:rPr lang="en-US" dirty="0"/>
              <a:t> </a:t>
            </a:r>
            <a:r>
              <a:rPr lang="en-US" dirty="0" err="1"/>
              <a:t>paketlenmiş</a:t>
            </a:r>
            <a:r>
              <a:rPr lang="en-US" dirty="0"/>
              <a:t> </a:t>
            </a:r>
            <a:r>
              <a:rPr lang="en-US" dirty="0" err="1"/>
              <a:t>hali</a:t>
            </a:r>
            <a:r>
              <a:rPr lang="en-US" dirty="0"/>
              <a:t> </a:t>
            </a:r>
            <a:r>
              <a:rPr lang="en-US" dirty="0" err="1"/>
              <a:t>diyebiliriz</a:t>
            </a:r>
            <a:r>
              <a:rPr lang="en-US" dirty="0"/>
              <a:t>. </a:t>
            </a:r>
            <a:r>
              <a:rPr lang="en-US" dirty="0" err="1"/>
              <a:t>Ayrıca</a:t>
            </a:r>
            <a:r>
              <a:rPr lang="en-US" dirty="0"/>
              <a:t> Component </a:t>
            </a:r>
            <a:r>
              <a:rPr lang="en-US" dirty="0" err="1"/>
              <a:t>içerisinde</a:t>
            </a:r>
            <a:r>
              <a:rPr lang="en-US" dirty="0"/>
              <a:t>, </a:t>
            </a:r>
            <a:r>
              <a:rPr lang="en-US" dirty="0" err="1"/>
              <a:t>paketlediğimiz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kullanacağımızı</a:t>
            </a:r>
            <a:r>
              <a:rPr lang="en-US" dirty="0"/>
              <a:t> da </a:t>
            </a:r>
            <a:r>
              <a:rPr lang="en-US" dirty="0" err="1"/>
              <a:t>belirtiyoruz</a:t>
            </a:r>
            <a:r>
              <a:rPr lang="en-US" dirty="0"/>
              <a:t>.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interfacelerin</a:t>
            </a:r>
            <a:r>
              <a:rPr lang="en-US" dirty="0"/>
              <a:t> component </a:t>
            </a:r>
            <a:r>
              <a:rPr lang="en-US" dirty="0" err="1"/>
              <a:t>görevi</a:t>
            </a:r>
            <a:r>
              <a:rPr lang="en-US" dirty="0"/>
              <a:t> </a:t>
            </a:r>
            <a:r>
              <a:rPr lang="en-US" dirty="0" err="1"/>
              <a:t>göreceğini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Dagger 2 ye interface </a:t>
            </a:r>
            <a:r>
              <a:rPr lang="en-US" dirty="0" err="1"/>
              <a:t>başına</a:t>
            </a:r>
            <a:r>
              <a:rPr lang="en-US" dirty="0"/>
              <a:t> </a:t>
            </a:r>
            <a:r>
              <a:rPr lang="en-US" dirty="0" err="1"/>
              <a:t>koyduğumuz</a:t>
            </a:r>
            <a:r>
              <a:rPr lang="en-US" dirty="0"/>
              <a:t> </a:t>
            </a:r>
            <a:r>
              <a:rPr lang="en-US" b="1" dirty="0"/>
              <a:t>Component</a:t>
            </a:r>
            <a:r>
              <a:rPr lang="en-US" dirty="0"/>
              <a:t> 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söyleriz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b="1" dirty="0"/>
              <a:t>Splash Activity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b="1" dirty="0" err="1"/>
              <a:t>IntentHelper</a:t>
            </a:r>
            <a:r>
              <a:rPr lang="en-US" dirty="0"/>
              <a:t> </a:t>
            </a:r>
            <a:r>
              <a:rPr lang="en-US" dirty="0" err="1"/>
              <a:t>sınıfına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duyduğumuzu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IntentModule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sağladığımızı</a:t>
            </a:r>
            <a:r>
              <a:rPr lang="en-US" dirty="0"/>
              <a:t> </a:t>
            </a:r>
            <a:r>
              <a:rPr lang="en-US" dirty="0" err="1"/>
              <a:t>belirtmiştik</a:t>
            </a:r>
            <a:r>
              <a:rPr lang="en-US" dirty="0"/>
              <a:t>.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SplashActivityComponent</a:t>
            </a:r>
            <a:r>
              <a:rPr lang="en-US" dirty="0"/>
              <a:t> </a:t>
            </a:r>
            <a:r>
              <a:rPr lang="en-US" dirty="0" err="1"/>
              <a:t>adıyla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interface </a:t>
            </a:r>
            <a:r>
              <a:rPr lang="en-US" dirty="0" err="1"/>
              <a:t>oluşturacağız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IntentModule</a:t>
            </a:r>
            <a:r>
              <a:rPr lang="en-US" dirty="0"/>
              <a:t> </a:t>
            </a:r>
            <a:r>
              <a:rPr lang="en-US" dirty="0" err="1"/>
              <a:t>sınıfını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yazacağız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@Component(modules = [ (</a:t>
            </a:r>
            <a:r>
              <a:rPr lang="en-US" b="1" dirty="0" err="1"/>
              <a:t>IntentModule</a:t>
            </a:r>
            <a:r>
              <a:rPr lang="en-US" b="1" dirty="0"/>
              <a:t>::class)])</a:t>
            </a:r>
            <a:br>
              <a:rPr lang="en-US" b="1" dirty="0"/>
            </a:br>
            <a:r>
              <a:rPr lang="en-US" b="1" dirty="0"/>
              <a:t>interface </a:t>
            </a:r>
            <a:r>
              <a:rPr lang="en-US" b="1" dirty="0" err="1"/>
              <a:t>SplashActivityComponent</a:t>
            </a:r>
            <a:r>
              <a:rPr lang="en-US" b="1" dirty="0"/>
              <a:t> {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fun inject(activity: </a:t>
            </a:r>
            <a:r>
              <a:rPr lang="en-US" b="1" dirty="0" err="1"/>
              <a:t>SplashActivity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88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Burada</a:t>
            </a:r>
            <a:r>
              <a:rPr lang="en-US" b="1" dirty="0"/>
              <a:t> Dagger 2 ye </a:t>
            </a:r>
            <a:r>
              <a:rPr lang="en-US" b="1" dirty="0" err="1"/>
              <a:t>şunu</a:t>
            </a:r>
            <a:r>
              <a:rPr lang="en-US" b="1" dirty="0"/>
              <a:t> </a:t>
            </a:r>
            <a:r>
              <a:rPr lang="en-US" b="1" dirty="0" err="1"/>
              <a:t>söylüyoruz</a:t>
            </a:r>
            <a:r>
              <a:rPr lang="en-US" b="1" dirty="0"/>
              <a:t> </a:t>
            </a:r>
            <a:r>
              <a:rPr lang="en-US" b="1" dirty="0" err="1"/>
              <a:t>aslında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SplashActivityComponent</a:t>
            </a:r>
            <a:r>
              <a:rPr lang="en-US" dirty="0"/>
              <a:t> </a:t>
            </a:r>
            <a:r>
              <a:rPr lang="en-US" dirty="0" err="1"/>
              <a:t>adında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componentim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b="1" dirty="0"/>
              <a:t>(@Component </a:t>
            </a:r>
            <a:r>
              <a:rPr lang="en-US" b="1" dirty="0" err="1"/>
              <a:t>annotationu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belirtildi</a:t>
            </a:r>
            <a:r>
              <a:rPr lang="en-US" b="1" dirty="0"/>
              <a:t>).</a:t>
            </a:r>
          </a:p>
          <a:p>
            <a:pPr marL="0" indent="0">
              <a:buNone/>
            </a:pPr>
            <a:r>
              <a:rPr lang="en-US" dirty="0"/>
              <a:t>Sana </a:t>
            </a:r>
            <a:r>
              <a:rPr lang="en-US" dirty="0" err="1"/>
              <a:t>ihtiyacım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modullerin</a:t>
            </a:r>
            <a:r>
              <a:rPr lang="en-US" dirty="0"/>
              <a:t> </a:t>
            </a:r>
            <a:r>
              <a:rPr lang="en-US" dirty="0" err="1"/>
              <a:t>listesini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. Bu </a:t>
            </a:r>
            <a:r>
              <a:rPr lang="en-US" dirty="0" err="1"/>
              <a:t>modüllerin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ilerde</a:t>
            </a:r>
            <a:r>
              <a:rPr lang="en-US" dirty="0"/>
              <a:t> </a:t>
            </a:r>
            <a:r>
              <a:rPr lang="en-US" dirty="0" err="1"/>
              <a:t>kullanıcam</a:t>
            </a:r>
            <a:r>
              <a:rPr lang="en-US" dirty="0"/>
              <a:t> </a:t>
            </a:r>
            <a:r>
              <a:rPr lang="en-US" b="1" dirty="0"/>
              <a:t>(modules = [ (</a:t>
            </a:r>
            <a:r>
              <a:rPr lang="en-US" b="1" dirty="0" err="1"/>
              <a:t>IntentModule</a:t>
            </a:r>
            <a:r>
              <a:rPr lang="en-US" b="1" dirty="0"/>
              <a:t>::class)]).</a:t>
            </a:r>
          </a:p>
          <a:p>
            <a:pPr marL="0" indent="0">
              <a:buNone/>
            </a:pPr>
            <a:r>
              <a:rPr lang="en-US" dirty="0" err="1"/>
              <a:t>İhtiyacım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Splash Activity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kullanıcam</a:t>
            </a:r>
            <a:r>
              <a:rPr lang="en-US" b="1" dirty="0"/>
              <a:t> (fun inject(activity: </a:t>
            </a:r>
            <a:r>
              <a:rPr lang="en-US" b="1" dirty="0" err="1"/>
              <a:t>SplashActivity</a:t>
            </a:r>
            <a:r>
              <a:rPr lang="en-US" b="1" dirty="0" smtClean="0"/>
              <a:t>))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***</a:t>
            </a:r>
            <a:r>
              <a:rPr lang="en-US" b="1" dirty="0" err="1" smtClean="0"/>
              <a:t>Componentimizi</a:t>
            </a:r>
            <a:r>
              <a:rPr lang="en-US" b="1" dirty="0" smtClean="0"/>
              <a:t> </a:t>
            </a:r>
            <a:r>
              <a:rPr lang="en-US" b="1" dirty="0"/>
              <a:t>de </a:t>
            </a:r>
            <a:r>
              <a:rPr lang="en-US" b="1" dirty="0" err="1"/>
              <a:t>yazdıktan</a:t>
            </a:r>
            <a:r>
              <a:rPr lang="en-US" b="1" dirty="0"/>
              <a:t> </a:t>
            </a:r>
            <a:r>
              <a:rPr lang="en-US" b="1" dirty="0" err="1"/>
              <a:t>sonra</a:t>
            </a:r>
            <a:r>
              <a:rPr lang="en-US" b="1" dirty="0"/>
              <a:t> </a:t>
            </a:r>
            <a:r>
              <a:rPr lang="en-US" b="1" dirty="0" err="1"/>
              <a:t>uygulamayı</a:t>
            </a:r>
            <a:r>
              <a:rPr lang="en-US" b="1" dirty="0"/>
              <a:t> </a:t>
            </a:r>
            <a:r>
              <a:rPr lang="en-US" b="1" dirty="0" err="1"/>
              <a:t>inşa</a:t>
            </a:r>
            <a:r>
              <a:rPr lang="en-US" b="1" dirty="0"/>
              <a:t> </a:t>
            </a:r>
            <a:r>
              <a:rPr lang="en-US" b="1" dirty="0" err="1"/>
              <a:t>etmemiz</a:t>
            </a:r>
            <a:r>
              <a:rPr lang="en-US" b="1" dirty="0"/>
              <a:t> (build) </a:t>
            </a:r>
            <a:r>
              <a:rPr lang="en-US" b="1" dirty="0" err="1"/>
              <a:t>gerekiyor</a:t>
            </a:r>
            <a:r>
              <a:rPr lang="en-US" b="1" dirty="0"/>
              <a:t>. </a:t>
            </a:r>
            <a:r>
              <a:rPr lang="en-US" b="1" dirty="0" err="1"/>
              <a:t>Uygulama</a:t>
            </a:r>
            <a:r>
              <a:rPr lang="en-US" b="1" dirty="0"/>
              <a:t> build </a:t>
            </a:r>
            <a:r>
              <a:rPr lang="en-US" b="1" dirty="0" err="1"/>
              <a:t>edilirken</a:t>
            </a:r>
            <a:r>
              <a:rPr lang="en-US" b="1" dirty="0"/>
              <a:t> Dagger 2 </a:t>
            </a:r>
            <a:r>
              <a:rPr lang="en-US" b="1" dirty="0" err="1"/>
              <a:t>arka</a:t>
            </a:r>
            <a:r>
              <a:rPr lang="en-US" b="1" dirty="0"/>
              <a:t> </a:t>
            </a:r>
            <a:r>
              <a:rPr lang="en-US" b="1" dirty="0" err="1"/>
              <a:t>planda</a:t>
            </a:r>
            <a:r>
              <a:rPr lang="en-US" b="1" dirty="0"/>
              <a:t> </a:t>
            </a:r>
            <a:r>
              <a:rPr lang="en-US" b="1" dirty="0" err="1"/>
              <a:t>derleme</a:t>
            </a:r>
            <a:r>
              <a:rPr lang="en-US" b="1" dirty="0"/>
              <a:t> </a:t>
            </a:r>
            <a:r>
              <a:rPr lang="en-US" b="1" dirty="0" err="1"/>
              <a:t>zamanında</a:t>
            </a:r>
            <a:r>
              <a:rPr lang="en-US" b="1" dirty="0"/>
              <a:t> (compile time) </a:t>
            </a:r>
            <a:r>
              <a:rPr lang="en-US" b="1" dirty="0" err="1"/>
              <a:t>bizim</a:t>
            </a:r>
            <a:r>
              <a:rPr lang="en-US" b="1" dirty="0"/>
              <a:t> </a:t>
            </a:r>
            <a:r>
              <a:rPr lang="en-US" b="1" dirty="0" err="1"/>
              <a:t>isteklerimizi</a:t>
            </a:r>
            <a:r>
              <a:rPr lang="en-US" b="1" dirty="0"/>
              <a:t> </a:t>
            </a:r>
            <a:r>
              <a:rPr lang="en-US" b="1" dirty="0" err="1"/>
              <a:t>yerine</a:t>
            </a:r>
            <a:r>
              <a:rPr lang="en-US" b="1" dirty="0"/>
              <a:t> </a:t>
            </a:r>
            <a:r>
              <a:rPr lang="en-US" b="1" dirty="0" err="1"/>
              <a:t>getirecek</a:t>
            </a:r>
            <a:r>
              <a:rPr lang="en-US" b="1" dirty="0"/>
              <a:t> </a:t>
            </a:r>
            <a:r>
              <a:rPr lang="en-US" b="1" dirty="0" err="1"/>
              <a:t>kodları</a:t>
            </a:r>
            <a:r>
              <a:rPr lang="en-US" b="1" dirty="0"/>
              <a:t> </a:t>
            </a:r>
            <a:r>
              <a:rPr lang="en-US" b="1" dirty="0" err="1"/>
              <a:t>oluşturacaktır</a:t>
            </a:r>
            <a:r>
              <a:rPr lang="en-US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932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oluşturulduktan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yazdığımız</a:t>
            </a:r>
            <a:r>
              <a:rPr lang="en-US" dirty="0"/>
              <a:t> </a:t>
            </a:r>
            <a:r>
              <a:rPr lang="en-US" b="1" dirty="0" err="1"/>
              <a:t>Componenti</a:t>
            </a:r>
            <a:r>
              <a:rPr lang="en-US" dirty="0"/>
              <a:t>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istiyorsak</a:t>
            </a:r>
            <a:r>
              <a:rPr lang="en-US" dirty="0"/>
              <a:t>, </a:t>
            </a:r>
            <a:r>
              <a:rPr lang="en-US" dirty="0" err="1"/>
              <a:t>çağırmamız</a:t>
            </a:r>
            <a:r>
              <a:rPr lang="en-US" dirty="0"/>
              <a:t> </a:t>
            </a:r>
            <a:r>
              <a:rPr lang="en-US" dirty="0" err="1"/>
              <a:t>gerekmektedir</a:t>
            </a:r>
            <a:r>
              <a:rPr lang="en-US" dirty="0"/>
              <a:t>. Biz </a:t>
            </a:r>
            <a:r>
              <a:rPr lang="en-US" dirty="0" err="1"/>
              <a:t>SplashActivity’de</a:t>
            </a:r>
            <a:r>
              <a:rPr lang="en-US" dirty="0"/>
              <a:t> </a:t>
            </a:r>
            <a:r>
              <a:rPr lang="en-US" dirty="0" err="1"/>
              <a:t>kullanacağız</a:t>
            </a:r>
            <a:r>
              <a:rPr lang="en-US" dirty="0"/>
              <a:t>. Bu </a:t>
            </a:r>
            <a:r>
              <a:rPr lang="en-US" dirty="0" err="1"/>
              <a:t>nedenle</a:t>
            </a:r>
            <a:r>
              <a:rPr lang="en-US" dirty="0"/>
              <a:t> </a:t>
            </a:r>
            <a:r>
              <a:rPr lang="en-US" dirty="0" err="1"/>
              <a:t>onCreate</a:t>
            </a:r>
            <a:r>
              <a:rPr lang="en-US" dirty="0"/>
              <a:t> </a:t>
            </a:r>
            <a:r>
              <a:rPr lang="en-US" dirty="0" err="1"/>
              <a:t>methodunun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çağırıyoruz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override fun </a:t>
            </a:r>
            <a:r>
              <a:rPr lang="en-US" dirty="0" err="1"/>
              <a:t>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: Bundle?) {</a:t>
            </a:r>
            <a:br>
              <a:rPr lang="en-US" dirty="0"/>
            </a:b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</a:t>
            </a:r>
            <a:r>
              <a:rPr lang="en-US" i="1" dirty="0" err="1"/>
              <a:t>activity_splash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DaggerSplashActivityComponent.builder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.</a:t>
            </a:r>
            <a:r>
              <a:rPr lang="en-US" dirty="0" err="1"/>
              <a:t>intentModule</a:t>
            </a:r>
            <a:r>
              <a:rPr lang="en-US" dirty="0"/>
              <a:t>(</a:t>
            </a:r>
            <a:r>
              <a:rPr lang="en-US" dirty="0" err="1"/>
              <a:t>IntentModule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.build().inject(this)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b="1" i="1" dirty="0" err="1"/>
              <a:t>DaggerSplashActivityComponent</a:t>
            </a:r>
            <a:r>
              <a:rPr lang="en-US" i="1" dirty="0"/>
              <a:t> </a:t>
            </a:r>
            <a:r>
              <a:rPr lang="en-US" i="1" dirty="0" err="1"/>
              <a:t>sınıfı</a:t>
            </a:r>
            <a:r>
              <a:rPr lang="en-US" i="1" dirty="0"/>
              <a:t>, </a:t>
            </a:r>
            <a:r>
              <a:rPr lang="en-US" i="1" dirty="0" err="1"/>
              <a:t>uygulamayı</a:t>
            </a:r>
            <a:r>
              <a:rPr lang="en-US" i="1" dirty="0"/>
              <a:t> build </a:t>
            </a:r>
            <a:r>
              <a:rPr lang="en-US" i="1" dirty="0" err="1"/>
              <a:t>ettiğimizde</a:t>
            </a:r>
            <a:r>
              <a:rPr lang="en-US" i="1" dirty="0"/>
              <a:t> Dagger 2 </a:t>
            </a:r>
            <a:r>
              <a:rPr lang="en-US" i="1" dirty="0" err="1"/>
              <a:t>tarafından</a:t>
            </a:r>
            <a:r>
              <a:rPr lang="en-US" i="1" dirty="0"/>
              <a:t> </a:t>
            </a:r>
            <a:r>
              <a:rPr lang="en-US" i="1" dirty="0" err="1"/>
              <a:t>otomatik</a:t>
            </a:r>
            <a:r>
              <a:rPr lang="en-US" i="1" dirty="0"/>
              <a:t> </a:t>
            </a:r>
            <a:r>
              <a:rPr lang="en-US" i="1" dirty="0" err="1"/>
              <a:t>olarak</a:t>
            </a:r>
            <a:r>
              <a:rPr lang="en-US" i="1" dirty="0"/>
              <a:t> </a:t>
            </a:r>
            <a:r>
              <a:rPr lang="en-US" i="1" dirty="0" err="1"/>
              <a:t>oluşturulan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sınıftır</a:t>
            </a:r>
            <a:r>
              <a:rPr lang="en-US" i="1" dirty="0"/>
              <a:t>. Inject(this) </a:t>
            </a:r>
            <a:r>
              <a:rPr lang="en-US" i="1" dirty="0" err="1"/>
              <a:t>ile</a:t>
            </a:r>
            <a:r>
              <a:rPr lang="en-US" i="1" dirty="0"/>
              <a:t> </a:t>
            </a:r>
            <a:r>
              <a:rPr lang="en-US" i="1" dirty="0" err="1"/>
              <a:t>aslında</a:t>
            </a:r>
            <a:r>
              <a:rPr lang="en-US" i="1" dirty="0"/>
              <a:t> </a:t>
            </a:r>
            <a:r>
              <a:rPr lang="en-US" i="1" dirty="0" err="1"/>
              <a:t>bu</a:t>
            </a:r>
            <a:r>
              <a:rPr lang="en-US" i="1" dirty="0"/>
              <a:t> </a:t>
            </a:r>
            <a:r>
              <a:rPr lang="en-US" i="1" dirty="0" err="1"/>
              <a:t>componentleri</a:t>
            </a:r>
            <a:r>
              <a:rPr lang="en-US" i="1" dirty="0"/>
              <a:t> </a:t>
            </a:r>
            <a:r>
              <a:rPr lang="en-US" i="1" dirty="0" err="1"/>
              <a:t>kullanacağım</a:t>
            </a:r>
            <a:r>
              <a:rPr lang="en-US" i="1" dirty="0"/>
              <a:t> </a:t>
            </a:r>
            <a:r>
              <a:rPr lang="en-US" i="1" dirty="0" err="1"/>
              <a:t>yeri</a:t>
            </a:r>
            <a:r>
              <a:rPr lang="en-US" i="1" dirty="0"/>
              <a:t> </a:t>
            </a:r>
            <a:r>
              <a:rPr lang="en-US" i="1" dirty="0" err="1"/>
              <a:t>veriyoruz</a:t>
            </a:r>
            <a:r>
              <a:rPr lang="en-US" i="1" dirty="0"/>
              <a:t>. </a:t>
            </a:r>
            <a:r>
              <a:rPr lang="en-US" i="1" dirty="0" err="1"/>
              <a:t>Burada</a:t>
            </a:r>
            <a:r>
              <a:rPr lang="en-US" i="1" dirty="0"/>
              <a:t> </a:t>
            </a:r>
            <a:r>
              <a:rPr lang="en-US" b="1" i="1" dirty="0"/>
              <a:t>this</a:t>
            </a:r>
            <a:r>
              <a:rPr lang="en-US" i="1" dirty="0"/>
              <a:t> </a:t>
            </a:r>
            <a:r>
              <a:rPr lang="en-US" i="1" dirty="0" err="1"/>
              <a:t>diyerek</a:t>
            </a:r>
            <a:r>
              <a:rPr lang="en-US" i="1" dirty="0"/>
              <a:t> </a:t>
            </a:r>
            <a:r>
              <a:rPr lang="en-US" i="1" dirty="0" err="1"/>
              <a:t>SplashActivity</a:t>
            </a:r>
            <a:r>
              <a:rPr lang="en-US" i="1" dirty="0"/>
              <a:t> </a:t>
            </a:r>
            <a:r>
              <a:rPr lang="en-US" i="1" dirty="0" err="1"/>
              <a:t>nesnesini</a:t>
            </a:r>
            <a:r>
              <a:rPr lang="en-US" i="1" dirty="0"/>
              <a:t> </a:t>
            </a:r>
            <a:r>
              <a:rPr lang="en-US" i="1" dirty="0" err="1"/>
              <a:t>vermiş</a:t>
            </a:r>
            <a:r>
              <a:rPr lang="en-US" i="1" dirty="0"/>
              <a:t> </a:t>
            </a:r>
            <a:r>
              <a:rPr lang="en-US" i="1" dirty="0" err="1"/>
              <a:t>olduk</a:t>
            </a:r>
            <a:r>
              <a:rPr lang="en-US" i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961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Peki</a:t>
            </a:r>
            <a:r>
              <a:rPr lang="en-US" dirty="0"/>
              <a:t> </a:t>
            </a: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sınıfların</a:t>
            </a:r>
            <a:r>
              <a:rPr lang="en-US" dirty="0"/>
              <a:t> </a:t>
            </a:r>
            <a:r>
              <a:rPr lang="en-US" dirty="0" err="1"/>
              <a:t>örneğini</a:t>
            </a:r>
            <a:r>
              <a:rPr lang="en-US" dirty="0"/>
              <a:t> (</a:t>
            </a:r>
            <a:r>
              <a:rPr lang="en-US" dirty="0" err="1"/>
              <a:t>nesnesini</a:t>
            </a:r>
            <a:r>
              <a:rPr lang="en-US" dirty="0"/>
              <a:t>)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çağıracağız</a:t>
            </a:r>
            <a:r>
              <a:rPr lang="en-US" dirty="0"/>
              <a:t>? </a:t>
            </a: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 </a:t>
            </a:r>
            <a:r>
              <a:rPr lang="en-US" b="1" dirty="0"/>
              <a:t>Inject 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kullanacağız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@Inject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Inject</a:t>
            </a:r>
            <a:r>
              <a:rPr lang="en-US" dirty="0"/>
              <a:t> </a:t>
            </a:r>
            <a:r>
              <a:rPr lang="en-US" dirty="0" err="1"/>
              <a:t>annotationu</a:t>
            </a:r>
            <a:r>
              <a:rPr lang="en-US" dirty="0"/>
              <a:t>, </a:t>
            </a:r>
            <a:r>
              <a:rPr lang="en-US" dirty="0" err="1"/>
              <a:t>bizim</a:t>
            </a:r>
            <a:r>
              <a:rPr lang="en-US" dirty="0"/>
              <a:t> module </a:t>
            </a:r>
            <a:r>
              <a:rPr lang="en-US" dirty="0" err="1"/>
              <a:t>içerisinde</a:t>
            </a:r>
            <a:r>
              <a:rPr lang="en-US" dirty="0"/>
              <a:t> provide 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belirttiğimiz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Dagger 2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oluşturulan</a:t>
            </a:r>
            <a:r>
              <a:rPr lang="en-US" dirty="0"/>
              <a:t> </a:t>
            </a:r>
            <a:r>
              <a:rPr lang="en-US" dirty="0" err="1"/>
              <a:t>sınıfların</a:t>
            </a:r>
            <a:r>
              <a:rPr lang="en-US" dirty="0"/>
              <a:t> </a:t>
            </a:r>
            <a:r>
              <a:rPr lang="en-US" dirty="0" err="1"/>
              <a:t>örneğini</a:t>
            </a:r>
            <a:r>
              <a:rPr lang="en-US" dirty="0"/>
              <a:t> </a:t>
            </a:r>
            <a:r>
              <a:rPr lang="en-US" dirty="0" err="1"/>
              <a:t>çağırmak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kullanıyoruz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class </a:t>
            </a:r>
            <a:r>
              <a:rPr lang="en-US" b="1" dirty="0" err="1"/>
              <a:t>SplashActivity</a:t>
            </a:r>
            <a:r>
              <a:rPr lang="en-US" b="1" dirty="0"/>
              <a:t> : </a:t>
            </a:r>
            <a:r>
              <a:rPr lang="en-US" b="1" dirty="0" err="1"/>
              <a:t>AppCompatActivity</a:t>
            </a:r>
            <a:r>
              <a:rPr lang="en-US" b="1" dirty="0" smtClean="0"/>
              <a:t>(){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@Inject</a:t>
            </a:r>
            <a:br>
              <a:rPr lang="en-US" b="1" dirty="0"/>
            </a:br>
            <a:r>
              <a:rPr lang="en-US" b="1" dirty="0" err="1"/>
              <a:t>lateinit</a:t>
            </a:r>
            <a:r>
              <a:rPr lang="en-US" b="1" dirty="0"/>
              <a:t> 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b="1" dirty="0" err="1"/>
              <a:t>mIntentHelper</a:t>
            </a:r>
            <a:r>
              <a:rPr lang="en-US" b="1" dirty="0"/>
              <a:t>: </a:t>
            </a:r>
            <a:r>
              <a:rPr lang="en-US" b="1" dirty="0" err="1"/>
              <a:t>IntentHelper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override fun </a:t>
            </a:r>
            <a:r>
              <a:rPr lang="en-US" b="1" dirty="0" err="1"/>
              <a:t>onCreate</a:t>
            </a:r>
            <a:r>
              <a:rPr lang="en-US" b="1" dirty="0"/>
              <a:t>(</a:t>
            </a:r>
            <a:r>
              <a:rPr lang="en-US" b="1" dirty="0" err="1"/>
              <a:t>savedInstanceState</a:t>
            </a:r>
            <a:r>
              <a:rPr lang="en-US" b="1" dirty="0"/>
              <a:t>: Bundle?) {</a:t>
            </a:r>
            <a:br>
              <a:rPr lang="en-US" b="1" dirty="0"/>
            </a:br>
            <a:r>
              <a:rPr lang="en-US" b="1" dirty="0" err="1"/>
              <a:t>super.onCreate</a:t>
            </a:r>
            <a:r>
              <a:rPr lang="en-US" b="1" dirty="0"/>
              <a:t>(</a:t>
            </a:r>
            <a:r>
              <a:rPr lang="en-US" b="1" dirty="0" err="1"/>
              <a:t>savedInstanceState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 err="1"/>
              <a:t>setContentView</a:t>
            </a:r>
            <a:r>
              <a:rPr lang="en-US" b="1" dirty="0"/>
              <a:t>(</a:t>
            </a:r>
            <a:r>
              <a:rPr lang="en-US" b="1" dirty="0" err="1"/>
              <a:t>R.layout.</a:t>
            </a:r>
            <a:r>
              <a:rPr lang="en-US" b="1" i="1" dirty="0" err="1"/>
              <a:t>activity_splash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err="1"/>
              <a:t>DaggerSplashActivityComponent.builder</a:t>
            </a:r>
            <a:r>
              <a:rPr lang="en-US" b="1" dirty="0"/>
              <a:t>()</a:t>
            </a:r>
            <a:br>
              <a:rPr lang="en-US" b="1" dirty="0"/>
            </a:br>
            <a:r>
              <a:rPr lang="en-US" b="1" dirty="0"/>
              <a:t>.</a:t>
            </a:r>
            <a:r>
              <a:rPr lang="en-US" b="1" dirty="0" err="1"/>
              <a:t>intentModule</a:t>
            </a:r>
            <a:r>
              <a:rPr lang="en-US" b="1" dirty="0"/>
              <a:t>(</a:t>
            </a:r>
            <a:r>
              <a:rPr lang="en-US" b="1" dirty="0" err="1"/>
              <a:t>IntentModule</a:t>
            </a:r>
            <a:r>
              <a:rPr lang="en-US" b="1" dirty="0"/>
              <a:t>())</a:t>
            </a:r>
            <a:br>
              <a:rPr lang="en-US" b="1" dirty="0"/>
            </a:br>
            <a:r>
              <a:rPr lang="en-US" b="1" dirty="0"/>
              <a:t>.build().inject(this)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err="1"/>
              <a:t>this.mIntentHelper.intentToMainActivity</a:t>
            </a:r>
            <a:r>
              <a:rPr lang="en-US" b="1" dirty="0"/>
              <a:t>()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}</a:t>
            </a:r>
            <a:br>
              <a:rPr lang="en-US" b="1" dirty="0"/>
            </a:br>
            <a:r>
              <a:rPr lang="en-US" b="1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15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Yukarada</a:t>
            </a:r>
            <a:r>
              <a:rPr lang="en-US" dirty="0"/>
              <a:t> </a:t>
            </a:r>
            <a:r>
              <a:rPr lang="en-US" b="1" dirty="0"/>
              <a:t>Inject</a:t>
            </a:r>
            <a:r>
              <a:rPr lang="en-US" dirty="0"/>
              <a:t> 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b="1" dirty="0"/>
              <a:t>Dagger 2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üretilen</a:t>
            </a:r>
            <a:r>
              <a:rPr lang="en-US" dirty="0"/>
              <a:t> </a:t>
            </a:r>
            <a:r>
              <a:rPr lang="en-US" dirty="0" err="1"/>
              <a:t>IntentHelper</a:t>
            </a:r>
            <a:r>
              <a:rPr lang="en-US" dirty="0"/>
              <a:t> </a:t>
            </a:r>
            <a:r>
              <a:rPr lang="en-US" dirty="0" err="1"/>
              <a:t>sınıfının</a:t>
            </a:r>
            <a:r>
              <a:rPr lang="en-US" dirty="0"/>
              <a:t> </a:t>
            </a:r>
            <a:r>
              <a:rPr lang="en-US" dirty="0" err="1"/>
              <a:t>örneğini</a:t>
            </a:r>
            <a:r>
              <a:rPr lang="en-US" dirty="0"/>
              <a:t> </a:t>
            </a:r>
            <a:r>
              <a:rPr lang="en-US" dirty="0" err="1"/>
              <a:t>çağırmış</a:t>
            </a:r>
            <a:r>
              <a:rPr lang="en-US" dirty="0"/>
              <a:t> </a:t>
            </a:r>
            <a:r>
              <a:rPr lang="en-US" dirty="0" err="1"/>
              <a:t>olduk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onCreate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mIntentHelper</a:t>
            </a:r>
            <a:r>
              <a:rPr lang="en-US" dirty="0"/>
              <a:t> </a:t>
            </a:r>
            <a:r>
              <a:rPr lang="en-US" dirty="0" err="1"/>
              <a:t>nesnesini</a:t>
            </a:r>
            <a:r>
              <a:rPr lang="en-US" dirty="0"/>
              <a:t> </a:t>
            </a:r>
            <a:r>
              <a:rPr lang="en-US" dirty="0" err="1"/>
              <a:t>sıkıntı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</a:t>
            </a:r>
            <a:r>
              <a:rPr lang="en-US" dirty="0" err="1"/>
              <a:t>kullandık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yapalım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açılır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saniye</a:t>
            </a:r>
            <a:r>
              <a:rPr lang="en-US" dirty="0"/>
              <a:t> </a:t>
            </a:r>
            <a:r>
              <a:rPr lang="en-US" b="1" dirty="0"/>
              <a:t>Splash Activity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Splash</a:t>
            </a:r>
            <a:r>
              <a:rPr lang="en-US" dirty="0"/>
              <a:t> </a:t>
            </a:r>
            <a:r>
              <a:rPr lang="en-US" dirty="0" err="1"/>
              <a:t>Ekranında</a:t>
            </a:r>
            <a:r>
              <a:rPr lang="en-US" dirty="0"/>
              <a:t> loading view </a:t>
            </a:r>
            <a:r>
              <a:rPr lang="en-US" dirty="0" err="1"/>
              <a:t>gösterilir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saniye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loading view </a:t>
            </a:r>
            <a:r>
              <a:rPr lang="en-US" dirty="0" err="1"/>
              <a:t>gizlenir</a:t>
            </a:r>
            <a:r>
              <a:rPr lang="en-US" dirty="0"/>
              <a:t>, Splash Activity </a:t>
            </a:r>
            <a:r>
              <a:rPr lang="en-US" dirty="0" err="1"/>
              <a:t>kapanır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Main </a:t>
            </a:r>
            <a:r>
              <a:rPr lang="en-US" dirty="0" err="1"/>
              <a:t>Activiye</a:t>
            </a:r>
            <a:r>
              <a:rPr lang="en-US" dirty="0"/>
              <a:t> </a:t>
            </a:r>
            <a:r>
              <a:rPr lang="en-US" dirty="0" err="1"/>
              <a:t>geçilir</a:t>
            </a:r>
            <a:r>
              <a:rPr lang="en-US" dirty="0" smtClean="0"/>
              <a:t>. </a:t>
            </a:r>
            <a:r>
              <a:rPr lang="en-US" dirty="0" err="1" smtClean="0"/>
              <a:t>Uygulama</a:t>
            </a:r>
            <a:r>
              <a:rPr lang="en-US" dirty="0" smtClean="0"/>
              <a:t> </a:t>
            </a:r>
            <a:r>
              <a:rPr lang="en-US" dirty="0" err="1" smtClean="0"/>
              <a:t>öncesinde</a:t>
            </a:r>
            <a:r>
              <a:rPr lang="en-US" dirty="0" smtClean="0"/>
              <a:t> </a:t>
            </a:r>
            <a:r>
              <a:rPr lang="en-US" b="1" dirty="0" smtClean="0"/>
              <a:t>MVP Design Pattern </a:t>
            </a:r>
            <a:r>
              <a:rPr lang="en-US" dirty="0" smtClean="0"/>
              <a:t>I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ilgili</a:t>
            </a:r>
            <a:r>
              <a:rPr lang="en-US" dirty="0" smtClean="0"/>
              <a:t> </a:t>
            </a:r>
            <a:r>
              <a:rPr lang="en-US" dirty="0" err="1" smtClean="0"/>
              <a:t>bilgi</a:t>
            </a:r>
            <a:r>
              <a:rPr lang="en-US" dirty="0" smtClean="0"/>
              <a:t> </a:t>
            </a:r>
            <a:r>
              <a:rPr lang="en-US" dirty="0" err="1" smtClean="0"/>
              <a:t>sahibi</a:t>
            </a:r>
            <a:r>
              <a:rPr lang="en-US" dirty="0" smtClean="0"/>
              <a:t> </a:t>
            </a:r>
            <a:r>
              <a:rPr lang="en-US" dirty="0" err="1" smtClean="0"/>
              <a:t>olmalıyız</a:t>
            </a:r>
            <a:r>
              <a:rPr lang="en-US" dirty="0" smtClean="0"/>
              <a:t>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107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MVP (</a:t>
            </a:r>
            <a:r>
              <a:rPr lang="en-US" dirty="0" err="1" smtClean="0"/>
              <a:t>Model,View,Presenter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1344058"/>
            <a:ext cx="6667500" cy="500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81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Model</a:t>
            </a:r>
            <a:r>
              <a:rPr lang="en-US" dirty="0"/>
              <a:t>: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arayüzünde</a:t>
            </a:r>
            <a:r>
              <a:rPr lang="en-US" dirty="0"/>
              <a:t> (view) </a:t>
            </a:r>
            <a:r>
              <a:rPr lang="en-US" dirty="0" err="1"/>
              <a:t>görüntülenecek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davranacak</a:t>
            </a:r>
            <a:r>
              <a:rPr lang="en-US" dirty="0"/>
              <a:t> </a:t>
            </a:r>
            <a:r>
              <a:rPr lang="en-US" dirty="0" err="1"/>
              <a:t>verilerin</a:t>
            </a:r>
            <a:r>
              <a:rPr lang="en-US" dirty="0"/>
              <a:t> </a:t>
            </a:r>
            <a:r>
              <a:rPr lang="en-US" dirty="0" err="1"/>
              <a:t>işlendiği</a:t>
            </a:r>
            <a:r>
              <a:rPr lang="en-US" dirty="0"/>
              <a:t> </a:t>
            </a:r>
            <a:r>
              <a:rPr lang="en-US" dirty="0" err="1"/>
              <a:t>kısımdır</a:t>
            </a:r>
            <a:r>
              <a:rPr lang="en-US" dirty="0"/>
              <a:t> (event </a:t>
            </a:r>
            <a:r>
              <a:rPr lang="en-US" dirty="0" err="1"/>
              <a:t>gönderme</a:t>
            </a:r>
            <a:r>
              <a:rPr lang="en-US" dirty="0"/>
              <a:t> vb.). </a:t>
            </a:r>
            <a:r>
              <a:rPr lang="en-US" dirty="0" err="1"/>
              <a:t>Presenter’ın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duyduğu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</a:t>
            </a:r>
            <a:r>
              <a:rPr lang="en-US" dirty="0" err="1"/>
              <a:t>İş</a:t>
            </a:r>
            <a:r>
              <a:rPr lang="en-US" dirty="0"/>
              <a:t> </a:t>
            </a:r>
            <a:r>
              <a:rPr lang="en-US" dirty="0" err="1"/>
              <a:t>mantığı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kısımda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View</a:t>
            </a:r>
            <a:r>
              <a:rPr lang="en-US" dirty="0"/>
              <a:t>: </a:t>
            </a:r>
            <a:r>
              <a:rPr lang="en-US" dirty="0" err="1"/>
              <a:t>Verilerin</a:t>
            </a:r>
            <a:r>
              <a:rPr lang="en-US" dirty="0"/>
              <a:t> </a:t>
            </a:r>
            <a:r>
              <a:rPr lang="en-US" dirty="0" err="1"/>
              <a:t>görüntülendiği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etkileşime</a:t>
            </a:r>
            <a:r>
              <a:rPr lang="en-US" dirty="0"/>
              <a:t> </a:t>
            </a:r>
            <a:r>
              <a:rPr lang="en-US" dirty="0" err="1"/>
              <a:t>geçilen</a:t>
            </a:r>
            <a:r>
              <a:rPr lang="en-US" dirty="0"/>
              <a:t> </a:t>
            </a:r>
            <a:r>
              <a:rPr lang="en-US" dirty="0" err="1"/>
              <a:t>kısımdır</a:t>
            </a:r>
            <a:r>
              <a:rPr lang="en-US" dirty="0"/>
              <a:t>. Activity, fragment, dialog vb.</a:t>
            </a:r>
          </a:p>
          <a:p>
            <a:pPr marL="0" indent="0">
              <a:buNone/>
            </a:pPr>
            <a:r>
              <a:rPr lang="en-US" b="1" dirty="0"/>
              <a:t>Presenter</a:t>
            </a:r>
            <a:r>
              <a:rPr lang="en-US" dirty="0"/>
              <a:t>: Model </a:t>
            </a:r>
            <a:r>
              <a:rPr lang="en-US" dirty="0" err="1"/>
              <a:t>ile</a:t>
            </a:r>
            <a:r>
              <a:rPr lang="en-US" dirty="0"/>
              <a:t> View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bağlantıyı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kısımdır</a:t>
            </a:r>
            <a:r>
              <a:rPr lang="en-US" dirty="0"/>
              <a:t>.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modelden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UI </a:t>
            </a:r>
            <a:r>
              <a:rPr lang="en-US" dirty="0" err="1"/>
              <a:t>mantığını</a:t>
            </a:r>
            <a:r>
              <a:rPr lang="en-US" dirty="0"/>
              <a:t> </a:t>
            </a:r>
            <a:r>
              <a:rPr lang="en-US" dirty="0" err="1"/>
              <a:t>uygular</a:t>
            </a:r>
            <a:r>
              <a:rPr lang="en-US" dirty="0"/>
              <a:t>.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View’dan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etkileşimlerine</a:t>
            </a:r>
            <a:r>
              <a:rPr lang="en-US" dirty="0"/>
              <a:t> </a:t>
            </a:r>
            <a:r>
              <a:rPr lang="en-US" dirty="0" err="1"/>
              <a:t>tepki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MVP </a:t>
            </a:r>
            <a:r>
              <a:rPr lang="en-US" b="1" dirty="0" err="1"/>
              <a:t>Nasıl</a:t>
            </a:r>
            <a:r>
              <a:rPr lang="en-US" b="1" dirty="0"/>
              <a:t> </a:t>
            </a:r>
            <a:r>
              <a:rPr lang="en-US" b="1" dirty="0" err="1"/>
              <a:t>Davranır</a:t>
            </a:r>
            <a:r>
              <a:rPr lang="en-US" b="1" dirty="0"/>
              <a:t>?</a:t>
            </a:r>
          </a:p>
          <a:p>
            <a:pPr marL="0" indent="0">
              <a:buNone/>
            </a:pPr>
            <a:r>
              <a:rPr lang="en-US" b="1" dirty="0"/>
              <a:t>MVP </a:t>
            </a:r>
            <a:r>
              <a:rPr lang="en-US" b="1" dirty="0" err="1"/>
              <a:t>tasarım</a:t>
            </a:r>
            <a:r>
              <a:rPr lang="en-US" b="1" dirty="0"/>
              <a:t> </a:t>
            </a:r>
            <a:r>
              <a:rPr lang="en-US" b="1" dirty="0" err="1"/>
              <a:t>deseninde</a:t>
            </a:r>
            <a:r>
              <a:rPr lang="en-US" b="1" dirty="0"/>
              <a:t> </a:t>
            </a:r>
            <a:r>
              <a:rPr lang="en-US" b="1" dirty="0" err="1"/>
              <a:t>iki</a:t>
            </a:r>
            <a:r>
              <a:rPr lang="en-US" b="1" dirty="0"/>
              <a:t> </a:t>
            </a:r>
            <a:r>
              <a:rPr lang="en-US" b="1" dirty="0" err="1"/>
              <a:t>çeşit</a:t>
            </a:r>
            <a:r>
              <a:rPr lang="en-US" b="1" dirty="0"/>
              <a:t> View </a:t>
            </a:r>
            <a:r>
              <a:rPr lang="en-US" b="1" dirty="0" err="1"/>
              <a:t>kullanılabilir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b="1" dirty="0"/>
              <a:t>Supervising Controller View</a:t>
            </a:r>
          </a:p>
          <a:p>
            <a:pPr marL="0" indent="0">
              <a:buNone/>
            </a:pPr>
            <a:r>
              <a:rPr lang="en-US" b="1" dirty="0"/>
              <a:t>Passive View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558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View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mantığına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 </a:t>
            </a:r>
            <a:r>
              <a:rPr lang="en-US" b="1" dirty="0"/>
              <a:t>Model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etkileşimde</a:t>
            </a:r>
            <a:r>
              <a:rPr lang="en-US" dirty="0"/>
              <a:t> </a:t>
            </a:r>
            <a:r>
              <a:rPr lang="en-US" dirty="0" err="1"/>
              <a:t>bulunamaz</a:t>
            </a:r>
            <a:r>
              <a:rPr lang="en-US" dirty="0"/>
              <a:t>. </a:t>
            </a:r>
            <a:r>
              <a:rPr lang="en-US" b="1" dirty="0"/>
              <a:t>Presenter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emirleri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getirmeli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Presenter’a</a:t>
            </a:r>
            <a:r>
              <a:rPr lang="en-US" dirty="0"/>
              <a:t> </a:t>
            </a:r>
            <a:r>
              <a:rPr lang="en-US" dirty="0" err="1"/>
              <a:t>kullanıcının</a:t>
            </a:r>
            <a:r>
              <a:rPr lang="en-US" dirty="0"/>
              <a:t> </a:t>
            </a:r>
            <a:r>
              <a:rPr lang="en-US" dirty="0" err="1"/>
              <a:t>etkileşimlerini</a:t>
            </a:r>
            <a:r>
              <a:rPr lang="en-US" dirty="0"/>
              <a:t> </a:t>
            </a:r>
            <a:r>
              <a:rPr lang="en-US" dirty="0" err="1"/>
              <a:t>haber</a:t>
            </a:r>
            <a:r>
              <a:rPr lang="en-US" dirty="0"/>
              <a:t> </a:t>
            </a:r>
            <a:r>
              <a:rPr lang="en-US" dirty="0" err="1"/>
              <a:t>vermelidir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Presenter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View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bilgilendirildikten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yürütmekle</a:t>
            </a:r>
            <a:r>
              <a:rPr lang="en-US" dirty="0"/>
              <a:t> </a:t>
            </a:r>
            <a:r>
              <a:rPr lang="en-US" dirty="0" err="1"/>
              <a:t>görevlidir</a:t>
            </a:r>
            <a:r>
              <a:rPr lang="en-US" dirty="0"/>
              <a:t>. UI </a:t>
            </a:r>
            <a:r>
              <a:rPr lang="en-US" dirty="0" err="1"/>
              <a:t>mantığını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b="1" dirty="0"/>
              <a:t>Presenter</a:t>
            </a:r>
            <a:r>
              <a:rPr lang="en-US" dirty="0"/>
              <a:t> </a:t>
            </a:r>
            <a:r>
              <a:rPr lang="en-US" dirty="0" err="1"/>
              <a:t>yönetmektedir</a:t>
            </a:r>
            <a:r>
              <a:rPr lang="en-US" dirty="0"/>
              <a:t>. Presenter, </a:t>
            </a:r>
            <a:r>
              <a:rPr lang="en-US" dirty="0" err="1"/>
              <a:t>View’i</a:t>
            </a:r>
            <a:r>
              <a:rPr lang="en-US" dirty="0"/>
              <a:t> interface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tanımaktadır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yapalım</a:t>
            </a:r>
            <a:r>
              <a:rPr lang="en-US" dirty="0"/>
              <a:t>.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Button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Textview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</a:t>
            </a:r>
            <a:r>
              <a:rPr lang="en-US" dirty="0" err="1"/>
              <a:t>Button’a</a:t>
            </a:r>
            <a:r>
              <a:rPr lang="en-US" dirty="0"/>
              <a:t> </a:t>
            </a:r>
            <a:r>
              <a:rPr lang="en-US" dirty="0" err="1"/>
              <a:t>basınca</a:t>
            </a:r>
            <a:r>
              <a:rPr lang="en-US" dirty="0"/>
              <a:t> </a:t>
            </a:r>
            <a:r>
              <a:rPr lang="en-US" dirty="0" err="1"/>
              <a:t>Textview’de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görülsün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MVP</a:t>
            </a:r>
            <a:r>
              <a:rPr lang="en-US" dirty="0"/>
              <a:t> </a:t>
            </a:r>
            <a:r>
              <a:rPr lang="en-US" dirty="0" err="1"/>
              <a:t>mantığı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yaklaşırsak</a:t>
            </a:r>
            <a:r>
              <a:rPr lang="en-US" dirty="0"/>
              <a:t>, View </a:t>
            </a:r>
            <a:r>
              <a:rPr lang="en-US" dirty="0" err="1"/>
              <a:t>kullanıcının</a:t>
            </a:r>
            <a:r>
              <a:rPr lang="en-US" dirty="0"/>
              <a:t> </a:t>
            </a:r>
            <a:r>
              <a:rPr lang="en-US" dirty="0" err="1"/>
              <a:t>butona</a:t>
            </a:r>
            <a:r>
              <a:rPr lang="en-US" dirty="0"/>
              <a:t> </a:t>
            </a:r>
            <a:r>
              <a:rPr lang="en-US" dirty="0" err="1"/>
              <a:t>tıkladığını</a:t>
            </a:r>
            <a:r>
              <a:rPr lang="en-US" dirty="0"/>
              <a:t> </a:t>
            </a:r>
            <a:r>
              <a:rPr lang="en-US" dirty="0" err="1"/>
              <a:t>Presenter’a</a:t>
            </a:r>
            <a:r>
              <a:rPr lang="en-US" dirty="0"/>
              <a:t> </a:t>
            </a:r>
            <a:r>
              <a:rPr lang="en-US" dirty="0" err="1"/>
              <a:t>haber</a:t>
            </a:r>
            <a:r>
              <a:rPr lang="en-US" dirty="0"/>
              <a:t> </a:t>
            </a:r>
            <a:r>
              <a:rPr lang="en-US" dirty="0" err="1"/>
              <a:t>verecek</a:t>
            </a:r>
            <a:r>
              <a:rPr lang="en-US" dirty="0"/>
              <a:t>, </a:t>
            </a:r>
            <a:r>
              <a:rPr lang="en-US" b="1" dirty="0"/>
              <a:t>Presenter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olup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sınıftan</a:t>
            </a:r>
            <a:r>
              <a:rPr lang="en-US" dirty="0"/>
              <a:t> </a:t>
            </a:r>
            <a:r>
              <a:rPr lang="en-US" dirty="0" err="1"/>
              <a:t>istenilen</a:t>
            </a:r>
            <a:r>
              <a:rPr lang="en-US" dirty="0"/>
              <a:t> </a:t>
            </a:r>
            <a:r>
              <a:rPr lang="en-US" dirty="0" err="1"/>
              <a:t>formatta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 </a:t>
            </a:r>
            <a:r>
              <a:rPr lang="en-US" dirty="0" err="1"/>
              <a:t>alacak</a:t>
            </a:r>
            <a:r>
              <a:rPr lang="en-US" dirty="0"/>
              <a:t>. Presenter </a:t>
            </a:r>
            <a:r>
              <a:rPr lang="en-US" dirty="0" err="1"/>
              <a:t>aldığı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 </a:t>
            </a:r>
            <a:r>
              <a:rPr lang="en-US" b="1" dirty="0" err="1"/>
              <a:t>View’a</a:t>
            </a:r>
            <a:r>
              <a:rPr lang="en-US" dirty="0"/>
              <a:t> </a:t>
            </a:r>
            <a:r>
              <a:rPr lang="en-US" dirty="0" err="1"/>
              <a:t>iletecek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View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gösterecektir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57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319490"/>
            <a:ext cx="11468559" cy="615842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Görsel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</a:t>
            </a:r>
            <a:r>
              <a:rPr lang="en-US" b="1" dirty="0" err="1"/>
              <a:t>şu</a:t>
            </a:r>
            <a:r>
              <a:rPr lang="en-US" b="1" dirty="0"/>
              <a:t> </a:t>
            </a:r>
            <a:r>
              <a:rPr lang="en-US" b="1" dirty="0" err="1"/>
              <a:t>şekilde</a:t>
            </a:r>
            <a:r>
              <a:rPr lang="en-US" b="1" dirty="0"/>
              <a:t> </a:t>
            </a:r>
            <a:r>
              <a:rPr lang="en-US" b="1" dirty="0" err="1"/>
              <a:t>gösterebiliriz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35" y="1438274"/>
            <a:ext cx="9342304" cy="376168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11855" y="4885835"/>
            <a:ext cx="91329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kodlama</a:t>
            </a:r>
            <a:r>
              <a:rPr lang="en-US" dirty="0"/>
              <a:t> </a:t>
            </a:r>
            <a:r>
              <a:rPr lang="en-US" dirty="0" err="1"/>
              <a:t>zamanı</a:t>
            </a:r>
            <a:r>
              <a:rPr lang="en-US" dirty="0"/>
              <a:t>!</a:t>
            </a:r>
          </a:p>
          <a:p>
            <a:r>
              <a:rPr lang="en-US" dirty="0"/>
              <a:t>En </a:t>
            </a:r>
            <a:r>
              <a:rPr lang="en-US" dirty="0" err="1"/>
              <a:t>başta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düşünelim</a:t>
            </a:r>
            <a:r>
              <a:rPr lang="en-US" dirty="0"/>
              <a:t>.</a:t>
            </a:r>
          </a:p>
          <a:p>
            <a:r>
              <a:rPr lang="en-US" dirty="0" err="1"/>
              <a:t>MainActivity</a:t>
            </a:r>
            <a:endParaRPr lang="en-US" dirty="0"/>
          </a:p>
          <a:p>
            <a:r>
              <a:rPr lang="en-US" dirty="0" err="1"/>
              <a:t>MainActivityPresenter</a:t>
            </a:r>
            <a:endParaRPr lang="en-US" dirty="0"/>
          </a:p>
          <a:p>
            <a:r>
              <a:rPr lang="en-US" dirty="0" err="1"/>
              <a:t>MainActivityContract</a:t>
            </a:r>
            <a:r>
              <a:rPr lang="en-US" dirty="0"/>
              <a:t> (Presenter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View’in</a:t>
            </a:r>
            <a:r>
              <a:rPr lang="en-US" dirty="0"/>
              <a:t> </a:t>
            </a:r>
            <a:r>
              <a:rPr lang="en-US" dirty="0" err="1"/>
              <a:t>iletişimde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)</a:t>
            </a:r>
          </a:p>
          <a:p>
            <a:r>
              <a:rPr lang="en-US" dirty="0" err="1"/>
              <a:t>DateCalculationManager</a:t>
            </a:r>
            <a:r>
              <a:rPr lang="en-US" dirty="0"/>
              <a:t> (</a:t>
            </a:r>
            <a:r>
              <a:rPr lang="en-US" dirty="0" err="1"/>
              <a:t>Bize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 </a:t>
            </a:r>
            <a:r>
              <a:rPr lang="en-US" dirty="0" err="1"/>
              <a:t>hesaplayacak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71008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MainActivityContract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View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Presenter’in</a:t>
            </a:r>
            <a:r>
              <a:rPr lang="en-US" dirty="0"/>
              <a:t> </a:t>
            </a:r>
            <a:r>
              <a:rPr lang="en-US" dirty="0" err="1"/>
              <a:t>haberleşmesi</a:t>
            </a:r>
            <a:r>
              <a:rPr lang="en-US" dirty="0"/>
              <a:t> interface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Presenter, View </a:t>
            </a:r>
            <a:r>
              <a:rPr lang="en-US" dirty="0" err="1"/>
              <a:t>objesini</a:t>
            </a:r>
            <a:r>
              <a:rPr lang="en-US" dirty="0"/>
              <a:t> </a:t>
            </a:r>
            <a:r>
              <a:rPr lang="en-US" dirty="0" err="1"/>
              <a:t>MainActivityContract.View</a:t>
            </a:r>
            <a:r>
              <a:rPr lang="en-US" dirty="0"/>
              <a:t> </a:t>
            </a:r>
            <a:r>
              <a:rPr lang="en-US" dirty="0" err="1"/>
              <a:t>interface’i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UI </a:t>
            </a:r>
            <a:r>
              <a:rPr lang="en-US" dirty="0" err="1"/>
              <a:t>mantığını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interface’in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fonksiyonlarla</a:t>
            </a:r>
            <a:r>
              <a:rPr lang="en-US" dirty="0"/>
              <a:t> </a:t>
            </a:r>
            <a:r>
              <a:rPr lang="en-US" dirty="0" err="1"/>
              <a:t>yönetir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interface </a:t>
            </a:r>
            <a:r>
              <a:rPr lang="en-US" b="1" dirty="0" err="1"/>
              <a:t>MainActivityContract</a:t>
            </a:r>
            <a:r>
              <a:rPr lang="en-US" b="1" dirty="0"/>
              <a:t> </a:t>
            </a:r>
            <a:r>
              <a:rPr lang="en-US" b="1" dirty="0" smtClean="0"/>
              <a:t>{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interface View </a:t>
            </a:r>
            <a:r>
              <a:rPr lang="en-US" b="1" dirty="0" smtClean="0"/>
              <a:t>{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    fun </a:t>
            </a:r>
            <a:r>
              <a:rPr lang="en-US" dirty="0" err="1"/>
              <a:t>showDate</a:t>
            </a:r>
            <a:r>
              <a:rPr lang="en-US" dirty="0"/>
              <a:t>(date: String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fun </a:t>
            </a:r>
            <a:r>
              <a:rPr lang="en-US" dirty="0" err="1"/>
              <a:t>bindViews</a:t>
            </a:r>
            <a:r>
              <a:rPr lang="en-US" dirty="0" smtClean="0"/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fun </a:t>
            </a:r>
            <a:r>
              <a:rPr lang="en-US" dirty="0" err="1"/>
              <a:t>initClickListeners</a:t>
            </a:r>
            <a:r>
              <a:rPr lang="en-US" dirty="0" smtClean="0"/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interface Presenter </a:t>
            </a:r>
            <a:r>
              <a:rPr lang="en-US" b="1" dirty="0" smtClean="0"/>
              <a:t>{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    fun </a:t>
            </a:r>
            <a:r>
              <a:rPr lang="en-US" dirty="0" err="1"/>
              <a:t>setView</a:t>
            </a:r>
            <a:r>
              <a:rPr lang="en-US" dirty="0"/>
              <a:t>(view: View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fun created</a:t>
            </a:r>
            <a:r>
              <a:rPr lang="en-US" dirty="0" smtClean="0"/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fun </a:t>
            </a:r>
            <a:r>
              <a:rPr lang="en-US" dirty="0" err="1"/>
              <a:t>onShowDateButtonClick</a:t>
            </a:r>
            <a:r>
              <a:rPr lang="en-US" dirty="0" smtClean="0"/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08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MainActivity</a:t>
            </a:r>
            <a:endParaRPr lang="en-US" b="1" dirty="0" smtClean="0"/>
          </a:p>
          <a:p>
            <a:pPr marL="0" indent="0">
              <a:buNone/>
            </a:pPr>
            <a:r>
              <a:rPr lang="en-US" dirty="0" err="1"/>
              <a:t>MainActivityContract.View</a:t>
            </a:r>
            <a:r>
              <a:rPr lang="en-US" dirty="0"/>
              <a:t> </a:t>
            </a:r>
            <a:r>
              <a:rPr lang="en-US" dirty="0" err="1"/>
              <a:t>interface’i</a:t>
            </a:r>
            <a:r>
              <a:rPr lang="en-US" dirty="0"/>
              <a:t> implement </a:t>
            </a:r>
            <a:r>
              <a:rPr lang="en-US" dirty="0" err="1"/>
              <a:t>edilir</a:t>
            </a:r>
            <a:r>
              <a:rPr lang="en-US" dirty="0"/>
              <a:t>. </a:t>
            </a:r>
            <a:r>
              <a:rPr lang="en-US" dirty="0" err="1"/>
              <a:t>Presenter’ın</a:t>
            </a:r>
            <a:r>
              <a:rPr lang="en-US" dirty="0"/>
              <a:t> </a:t>
            </a:r>
            <a:r>
              <a:rPr lang="en-US" dirty="0" err="1"/>
              <a:t>ihtiyacı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model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üretilerek</a:t>
            </a:r>
            <a:r>
              <a:rPr lang="en-US" dirty="0"/>
              <a:t> </a:t>
            </a:r>
            <a:r>
              <a:rPr lang="en-US" dirty="0" err="1"/>
              <a:t>Presenter’a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 </a:t>
            </a:r>
            <a:r>
              <a:rPr lang="en-US" dirty="0" err="1"/>
              <a:t>Bahsettiğimiz</a:t>
            </a:r>
            <a:r>
              <a:rPr lang="en-US" dirty="0"/>
              <a:t> View </a:t>
            </a:r>
            <a:r>
              <a:rPr lang="en-US" dirty="0" err="1"/>
              <a:t>tanıma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“</a:t>
            </a:r>
            <a:r>
              <a:rPr lang="en-US" dirty="0" err="1"/>
              <a:t>setView</a:t>
            </a:r>
            <a:r>
              <a:rPr lang="en-US" dirty="0"/>
              <a:t>()”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gerçekleştirilir</a:t>
            </a:r>
            <a:r>
              <a:rPr lang="en-US" dirty="0"/>
              <a:t>.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etkileşimleri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Presenter </a:t>
            </a:r>
            <a:r>
              <a:rPr lang="en-US" dirty="0" err="1"/>
              <a:t>fonksiyonları</a:t>
            </a:r>
            <a:r>
              <a:rPr lang="en-US" dirty="0"/>
              <a:t> </a:t>
            </a:r>
            <a:r>
              <a:rPr lang="en-US" dirty="0" err="1"/>
              <a:t>çağrılarak</a:t>
            </a:r>
            <a:r>
              <a:rPr lang="en-US" dirty="0"/>
              <a:t> Presenter </a:t>
            </a:r>
            <a:r>
              <a:rPr lang="en-US" dirty="0" err="1"/>
              <a:t>uyarılır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MainActivityPresenter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err="1"/>
              <a:t>MainActivityContract.Presenter</a:t>
            </a:r>
            <a:r>
              <a:rPr lang="en-US" dirty="0"/>
              <a:t> </a:t>
            </a:r>
            <a:r>
              <a:rPr lang="en-US" dirty="0" err="1"/>
              <a:t>interface’i</a:t>
            </a:r>
            <a:r>
              <a:rPr lang="en-US" dirty="0"/>
              <a:t> </a:t>
            </a:r>
            <a:r>
              <a:rPr lang="en-US" dirty="0" err="1"/>
              <a:t>sınıfa</a:t>
            </a:r>
            <a:r>
              <a:rPr lang="en-US" dirty="0"/>
              <a:t> implement </a:t>
            </a:r>
            <a:r>
              <a:rPr lang="en-US" dirty="0" err="1"/>
              <a:t>edilir</a:t>
            </a:r>
            <a:r>
              <a:rPr lang="en-US" dirty="0"/>
              <a:t>.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Presenter’ın</a:t>
            </a:r>
            <a:r>
              <a:rPr lang="en-US" dirty="0"/>
              <a:t> </a:t>
            </a:r>
            <a:r>
              <a:rPr lang="en-US" dirty="0" err="1"/>
              <a:t>ihtiyacı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model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tanımlanır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uyarılara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, Presenter UI </a:t>
            </a:r>
            <a:r>
              <a:rPr lang="en-US" dirty="0" err="1"/>
              <a:t>mantığı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sınıflardan</a:t>
            </a:r>
            <a:r>
              <a:rPr lang="en-US" dirty="0"/>
              <a:t> </a:t>
            </a:r>
            <a:r>
              <a:rPr lang="en-US" dirty="0" err="1"/>
              <a:t>karşılar</a:t>
            </a:r>
            <a:r>
              <a:rPr lang="en-US" dirty="0"/>
              <a:t>. </a:t>
            </a:r>
            <a:r>
              <a:rPr lang="en-US" dirty="0" err="1"/>
              <a:t>Bkz</a:t>
            </a:r>
            <a:r>
              <a:rPr lang="en-US" dirty="0"/>
              <a:t>. </a:t>
            </a:r>
            <a:r>
              <a:rPr lang="en-US" dirty="0" err="1"/>
              <a:t>mDateCalculationManager.calculateDate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b="1" dirty="0" err="1"/>
              <a:t>DateCalculationManager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Bir</a:t>
            </a:r>
            <a:r>
              <a:rPr lang="en-US" dirty="0"/>
              <a:t> model </a:t>
            </a:r>
            <a:r>
              <a:rPr lang="en-US" dirty="0" err="1"/>
              <a:t>sınıfıdır</a:t>
            </a:r>
            <a:r>
              <a:rPr lang="en-US" dirty="0"/>
              <a:t>. </a:t>
            </a:r>
            <a:r>
              <a:rPr lang="en-US" dirty="0" err="1"/>
              <a:t>Presenter’ın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duyduğu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</a:t>
            </a:r>
            <a:r>
              <a:rPr lang="en-US" dirty="0" err="1"/>
              <a:t>Ama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sağlayacağına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mantığını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yönetir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96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MVP Dagger </a:t>
            </a:r>
            <a:r>
              <a:rPr lang="en-US" dirty="0" err="1" smtClean="0"/>
              <a:t>Örnek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r>
              <a:rPr lang="en-US" b="1" dirty="0" err="1"/>
              <a:t>Kodlama</a:t>
            </a:r>
            <a:r>
              <a:rPr lang="en-US" b="1" dirty="0"/>
              <a:t> </a:t>
            </a:r>
            <a:r>
              <a:rPr lang="en-US" b="1" dirty="0" err="1"/>
              <a:t>zamanı</a:t>
            </a:r>
            <a:r>
              <a:rPr lang="en-US" b="1" dirty="0"/>
              <a:t>!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Öncelikle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belirleyelim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saniye</a:t>
            </a:r>
            <a:r>
              <a:rPr lang="en-US" dirty="0"/>
              <a:t> </a:t>
            </a:r>
            <a:r>
              <a:rPr lang="en-US" dirty="0" err="1"/>
              <a:t>beklemek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Handler </a:t>
            </a:r>
            <a:r>
              <a:rPr lang="en-US" dirty="0" err="1"/>
              <a:t>İşlemlerini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Handlerdaki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saniye</a:t>
            </a:r>
            <a:r>
              <a:rPr lang="en-US" dirty="0"/>
              <a:t> </a:t>
            </a:r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bitince</a:t>
            </a:r>
            <a:r>
              <a:rPr lang="en-US" dirty="0"/>
              <a:t> </a:t>
            </a:r>
            <a:r>
              <a:rPr lang="en-US" dirty="0" err="1"/>
              <a:t>Presenterı</a:t>
            </a:r>
            <a:r>
              <a:rPr lang="en-US" dirty="0"/>
              <a:t> </a:t>
            </a:r>
            <a:r>
              <a:rPr lang="en-US" dirty="0" err="1"/>
              <a:t>uyarmak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Callback </a:t>
            </a:r>
            <a:r>
              <a:rPr lang="en-US" dirty="0" err="1"/>
              <a:t>sınıf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Intent </a:t>
            </a:r>
            <a:r>
              <a:rPr lang="en-US" dirty="0" err="1"/>
              <a:t>işlemlerini</a:t>
            </a:r>
            <a:r>
              <a:rPr lang="en-US" dirty="0"/>
              <a:t> </a:t>
            </a:r>
            <a:r>
              <a:rPr lang="en-US" dirty="0" err="1"/>
              <a:t>yönetmek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Sınıfların</a:t>
            </a:r>
            <a:r>
              <a:rPr lang="en-US" dirty="0"/>
              <a:t> </a:t>
            </a:r>
            <a:r>
              <a:rPr lang="en-US" dirty="0" err="1"/>
              <a:t>Oluşturulması</a:t>
            </a:r>
            <a:endParaRPr lang="en-US" dirty="0"/>
          </a:p>
          <a:p>
            <a:pPr marL="0" indent="0">
              <a:buNone/>
            </a:pPr>
            <a:r>
              <a:rPr lang="en-US" b="1" dirty="0" err="1" smtClean="0"/>
              <a:t>HandlerProcessManagement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sınıf</a:t>
            </a:r>
            <a:r>
              <a:rPr lang="en-US" dirty="0"/>
              <a:t>,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Handler </a:t>
            </a:r>
            <a:r>
              <a:rPr lang="en-US" dirty="0" err="1"/>
              <a:t>üretecek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sınıfımızdır</a:t>
            </a:r>
            <a:r>
              <a:rPr lang="en-US" dirty="0"/>
              <a:t>. </a:t>
            </a:r>
            <a:r>
              <a:rPr lang="en-US" dirty="0" err="1"/>
              <a:t>Presenterda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kullanacağız</a:t>
            </a:r>
            <a:r>
              <a:rPr lang="en-US" dirty="0"/>
              <a:t>. </a:t>
            </a:r>
            <a:r>
              <a:rPr lang="en-US" dirty="0" err="1"/>
              <a:t>İçerisindeki</a:t>
            </a:r>
            <a:r>
              <a:rPr lang="en-US" dirty="0"/>
              <a:t> </a:t>
            </a:r>
            <a:r>
              <a:rPr lang="en-US" b="1" dirty="0" err="1"/>
              <a:t>providePostDelayedHandler</a:t>
            </a:r>
            <a:r>
              <a:rPr lang="en-US" b="1" dirty="0"/>
              <a:t> </a:t>
            </a:r>
            <a:r>
              <a:rPr lang="en-US" dirty="0" err="1"/>
              <a:t>methodu</a:t>
            </a:r>
            <a:r>
              <a:rPr lang="en-US" dirty="0"/>
              <a:t> </a:t>
            </a:r>
            <a:r>
              <a:rPr lang="en-US" dirty="0" err="1"/>
              <a:t>bizler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Handler </a:t>
            </a:r>
            <a:r>
              <a:rPr lang="en-US" dirty="0" err="1"/>
              <a:t>üretecektir</a:t>
            </a:r>
            <a:r>
              <a:rPr lang="en-US" dirty="0"/>
              <a:t>. </a:t>
            </a:r>
            <a:r>
              <a:rPr lang="en-US" dirty="0" err="1"/>
              <a:t>Presenterdan</a:t>
            </a:r>
            <a:r>
              <a:rPr lang="en-US" dirty="0"/>
              <a:t> </a:t>
            </a:r>
            <a:r>
              <a:rPr lang="en-US" dirty="0" err="1"/>
              <a:t>methodu</a:t>
            </a:r>
            <a:r>
              <a:rPr lang="en-US" dirty="0"/>
              <a:t> </a:t>
            </a:r>
            <a:r>
              <a:rPr lang="en-US" dirty="0" err="1"/>
              <a:t>çağırırken</a:t>
            </a:r>
            <a:r>
              <a:rPr lang="en-US" dirty="0"/>
              <a:t> </a:t>
            </a:r>
            <a:r>
              <a:rPr lang="en-US" dirty="0" err="1"/>
              <a:t>vereceğimiz</a:t>
            </a:r>
            <a:r>
              <a:rPr lang="en-US" dirty="0"/>
              <a:t> callback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geçtikten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presenterı</a:t>
            </a:r>
            <a:r>
              <a:rPr lang="en-US" dirty="0"/>
              <a:t> </a:t>
            </a:r>
            <a:r>
              <a:rPr lang="en-US" dirty="0" err="1"/>
              <a:t>uyaracağız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153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HandlerCallback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arayüz</a:t>
            </a:r>
            <a:r>
              <a:rPr lang="en-US" dirty="0"/>
              <a:t>, Handler </a:t>
            </a:r>
            <a:r>
              <a:rPr lang="en-US" dirty="0" err="1"/>
              <a:t>süresi</a:t>
            </a:r>
            <a:r>
              <a:rPr lang="en-US" dirty="0"/>
              <a:t> </a:t>
            </a:r>
            <a:r>
              <a:rPr lang="en-US" dirty="0" err="1"/>
              <a:t>bittikten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olabilecek</a:t>
            </a:r>
            <a:r>
              <a:rPr lang="en-US" dirty="0"/>
              <a:t> </a:t>
            </a:r>
            <a:r>
              <a:rPr lang="en-US" dirty="0" err="1"/>
              <a:t>durumları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methodlara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 </a:t>
            </a:r>
            <a:r>
              <a:rPr lang="en-US" dirty="0" err="1"/>
              <a:t>Şu</a:t>
            </a:r>
            <a:r>
              <a:rPr lang="en-US" dirty="0"/>
              <a:t> an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istenilen</a:t>
            </a:r>
            <a:r>
              <a:rPr lang="en-US" dirty="0"/>
              <a:t> </a:t>
            </a:r>
            <a:r>
              <a:rPr lang="en-US" dirty="0" err="1"/>
              <a:t>sürenin</a:t>
            </a:r>
            <a:r>
              <a:rPr lang="en-US" dirty="0"/>
              <a:t> </a:t>
            </a:r>
            <a:r>
              <a:rPr lang="en-US" dirty="0" err="1"/>
              <a:t>bittiğini</a:t>
            </a:r>
            <a:r>
              <a:rPr lang="en-US" dirty="0"/>
              <a:t> </a:t>
            </a:r>
            <a:r>
              <a:rPr lang="en-US" dirty="0" err="1"/>
              <a:t>belirtmemiz</a:t>
            </a:r>
            <a:r>
              <a:rPr lang="en-US" dirty="0"/>
              <a:t> </a:t>
            </a:r>
            <a:r>
              <a:rPr lang="en-US" dirty="0" err="1"/>
              <a:t>yeterlidir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HandlerCallback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 fun </a:t>
            </a:r>
            <a:r>
              <a:rPr lang="en-US" dirty="0" err="1"/>
              <a:t>onCompleted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IntentHelper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sınıf</a:t>
            </a:r>
            <a:r>
              <a:rPr lang="en-US" dirty="0"/>
              <a:t>, intent </a:t>
            </a:r>
            <a:r>
              <a:rPr lang="en-US" dirty="0" err="1"/>
              <a:t>methodlarını</a:t>
            </a:r>
            <a:r>
              <a:rPr lang="en-US" dirty="0"/>
              <a:t> </a:t>
            </a:r>
            <a:r>
              <a:rPr lang="en-US" dirty="0" err="1"/>
              <a:t>barındıran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sınıfımızdır</a:t>
            </a:r>
            <a:r>
              <a:rPr lang="en-US" dirty="0"/>
              <a:t>. </a:t>
            </a:r>
            <a:r>
              <a:rPr lang="en-US" dirty="0" err="1"/>
              <a:t>Şu</a:t>
            </a:r>
            <a:r>
              <a:rPr lang="en-US" dirty="0"/>
              <a:t> an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MainActivity</a:t>
            </a:r>
            <a:r>
              <a:rPr lang="en-US" dirty="0"/>
              <a:t> e </a:t>
            </a:r>
            <a:r>
              <a:rPr lang="en-US" dirty="0" err="1"/>
              <a:t>geçiş</a:t>
            </a:r>
            <a:r>
              <a:rPr lang="en-US" dirty="0"/>
              <a:t> </a:t>
            </a:r>
            <a:r>
              <a:rPr lang="en-US" dirty="0" err="1"/>
              <a:t>yapacağımız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görevi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getiren</a:t>
            </a:r>
            <a:r>
              <a:rPr lang="en-US" dirty="0"/>
              <a:t> </a:t>
            </a:r>
            <a:r>
              <a:rPr lang="en-US" dirty="0" err="1"/>
              <a:t>methoda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Dagger 2 </a:t>
            </a:r>
            <a:r>
              <a:rPr lang="en-US" b="1" dirty="0" err="1"/>
              <a:t>Elemanlarının</a:t>
            </a:r>
            <a:r>
              <a:rPr lang="en-US" b="1" dirty="0"/>
              <a:t> </a:t>
            </a:r>
            <a:r>
              <a:rPr lang="en-US" b="1" dirty="0" err="1" smtClean="0"/>
              <a:t>Oluşturulması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sınıflarımızı</a:t>
            </a:r>
            <a:r>
              <a:rPr lang="en-US" dirty="0"/>
              <a:t> </a:t>
            </a:r>
            <a:r>
              <a:rPr lang="en-US" dirty="0" err="1"/>
              <a:t>hazırladık</a:t>
            </a:r>
            <a:r>
              <a:rPr lang="en-US" dirty="0"/>
              <a:t>.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sıra</a:t>
            </a:r>
            <a:r>
              <a:rPr lang="en-US" dirty="0"/>
              <a:t> Dagger 2 </a:t>
            </a:r>
            <a:r>
              <a:rPr lang="en-US" dirty="0" err="1"/>
              <a:t>sınıflarını</a:t>
            </a:r>
            <a:r>
              <a:rPr lang="en-US" dirty="0"/>
              <a:t> </a:t>
            </a:r>
            <a:r>
              <a:rPr lang="en-US" dirty="0" err="1"/>
              <a:t>oluşturmaya</a:t>
            </a:r>
            <a:r>
              <a:rPr lang="en-US" dirty="0"/>
              <a:t> </a:t>
            </a:r>
            <a:r>
              <a:rPr lang="en-US" dirty="0" err="1"/>
              <a:t>geldi</a:t>
            </a:r>
            <a:r>
              <a:rPr lang="en-US" dirty="0"/>
              <a:t>. </a:t>
            </a: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 smtClean="0"/>
              <a:t>:</a:t>
            </a:r>
          </a:p>
          <a:p>
            <a:r>
              <a:rPr lang="en-US" dirty="0"/>
              <a:t>Her </a:t>
            </a:r>
            <a:r>
              <a:rPr lang="en-US" dirty="0" err="1"/>
              <a:t>yerde</a:t>
            </a:r>
            <a:r>
              <a:rPr lang="en-US" dirty="0"/>
              <a:t> </a:t>
            </a:r>
            <a:r>
              <a:rPr lang="en-US" dirty="0" err="1"/>
              <a:t>kullanabileceğimiz</a:t>
            </a:r>
            <a:r>
              <a:rPr lang="en-US" dirty="0"/>
              <a:t> </a:t>
            </a:r>
            <a:r>
              <a:rPr lang="en-US" dirty="0" err="1"/>
              <a:t>nesneler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b="1" dirty="0" err="1"/>
              <a:t>AppModule</a:t>
            </a:r>
            <a:endParaRPr lang="en-US" dirty="0"/>
          </a:p>
          <a:p>
            <a:r>
              <a:rPr lang="en-US" dirty="0"/>
              <a:t>Intent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b="1" dirty="0" err="1"/>
              <a:t>IntentModule</a:t>
            </a:r>
            <a:endParaRPr lang="en-US" dirty="0"/>
          </a:p>
          <a:p>
            <a:r>
              <a:rPr lang="en-US" dirty="0" err="1"/>
              <a:t>Sadece</a:t>
            </a:r>
            <a:r>
              <a:rPr lang="en-US" dirty="0"/>
              <a:t> Splash Activity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kullanacağımız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b="1" dirty="0" err="1"/>
              <a:t>SplashActivityModule</a:t>
            </a:r>
            <a:endParaRPr lang="en-US" dirty="0"/>
          </a:p>
          <a:p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bilgilerini</a:t>
            </a:r>
            <a:r>
              <a:rPr lang="en-US" dirty="0"/>
              <a:t> </a:t>
            </a:r>
            <a:r>
              <a:rPr lang="en-US" dirty="0" err="1"/>
              <a:t>barındıran</a:t>
            </a:r>
            <a:r>
              <a:rPr lang="en-US" dirty="0"/>
              <a:t> </a:t>
            </a:r>
            <a:r>
              <a:rPr lang="en-US" b="1" dirty="0" err="1"/>
              <a:t>SplashActivityComponent</a:t>
            </a:r>
            <a:r>
              <a:rPr lang="en-US" dirty="0"/>
              <a:t> </a:t>
            </a:r>
            <a:r>
              <a:rPr lang="en-US" dirty="0" err="1"/>
              <a:t>arayüzü</a:t>
            </a:r>
            <a:endParaRPr lang="en-US" dirty="0"/>
          </a:p>
          <a:p>
            <a:r>
              <a:rPr lang="en-US" dirty="0" err="1"/>
              <a:t>Öncelikle</a:t>
            </a:r>
            <a:r>
              <a:rPr lang="en-US" dirty="0"/>
              <a:t> Dagger 2 </a:t>
            </a:r>
            <a:r>
              <a:rPr lang="en-US" dirty="0" err="1"/>
              <a:t>kütüphanesini</a:t>
            </a:r>
            <a:r>
              <a:rPr lang="en-US" dirty="0"/>
              <a:t> </a:t>
            </a:r>
            <a:r>
              <a:rPr lang="en-US" dirty="0" err="1"/>
              <a:t>projemize</a:t>
            </a:r>
            <a:r>
              <a:rPr lang="en-US" dirty="0"/>
              <a:t> </a:t>
            </a:r>
            <a:r>
              <a:rPr lang="en-US" dirty="0" err="1"/>
              <a:t>ekliyoruz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265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 </a:t>
            </a:r>
            <a:r>
              <a:rPr lang="en-US" b="1" dirty="0" err="1"/>
              <a:t>gradle</a:t>
            </a:r>
            <a:r>
              <a:rPr lang="en-US" dirty="0"/>
              <a:t> a </a:t>
            </a:r>
            <a:r>
              <a:rPr lang="en-US" dirty="0" err="1"/>
              <a:t>Kotlin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Annotation Processing </a:t>
            </a:r>
            <a:r>
              <a:rPr lang="en-US" dirty="0" err="1"/>
              <a:t>işlemlerini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kapt</a:t>
            </a:r>
            <a:r>
              <a:rPr lang="en-US" dirty="0"/>
              <a:t> </a:t>
            </a:r>
            <a:r>
              <a:rPr lang="en-US" dirty="0" err="1"/>
              <a:t>eklentisini</a:t>
            </a:r>
            <a:r>
              <a:rPr lang="en-US" dirty="0"/>
              <a:t> de </a:t>
            </a:r>
            <a:r>
              <a:rPr lang="en-US" dirty="0" err="1"/>
              <a:t>ekliyoruz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id: </a:t>
            </a:r>
            <a:r>
              <a:rPr lang="en-US" dirty="0"/>
              <a:t>'</a:t>
            </a:r>
            <a:r>
              <a:rPr lang="en-US" dirty="0" err="1"/>
              <a:t>kotlin-kapt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dependencies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//Dagger2</a:t>
            </a:r>
          </a:p>
          <a:p>
            <a:pPr marL="0" indent="0">
              <a:buNone/>
            </a:pPr>
            <a:r>
              <a:rPr lang="en-US" dirty="0"/>
              <a:t>    implementation 'com.google.dagger:dagger-android:2.22'</a:t>
            </a:r>
          </a:p>
          <a:p>
            <a:pPr marL="0" indent="0">
              <a:buNone/>
            </a:pPr>
            <a:r>
              <a:rPr lang="en-US" dirty="0"/>
              <a:t>    implementation 'com.google.dagger:dagger-android-support:2.22'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kapt</a:t>
            </a:r>
            <a:r>
              <a:rPr lang="en-US" dirty="0"/>
              <a:t> 'com.google.dagger:dagger-compiler:2.22'</a:t>
            </a:r>
          </a:p>
          <a:p>
            <a:pPr marL="0" indent="0">
              <a:buNone/>
            </a:pPr>
            <a:r>
              <a:rPr lang="en-US" dirty="0"/>
              <a:t>    //Loading View</a:t>
            </a:r>
          </a:p>
          <a:p>
            <a:pPr marL="0" indent="0">
              <a:buNone/>
            </a:pPr>
            <a:r>
              <a:rPr lang="en-US" dirty="0"/>
              <a:t>    implementation 'com.github.ybq:Android-SpinKit:1.2.0'    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83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Kütüpheyi</a:t>
            </a:r>
            <a:r>
              <a:rPr lang="en-US" dirty="0"/>
              <a:t> </a:t>
            </a:r>
            <a:r>
              <a:rPr lang="en-US" dirty="0" err="1"/>
              <a:t>ekledikten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oluşturabiliriz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AppModule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@Module</a:t>
            </a:r>
          </a:p>
          <a:p>
            <a:pPr marL="0" indent="0">
              <a:buNone/>
            </a:pPr>
            <a:r>
              <a:rPr lang="en-US" b="1" dirty="0"/>
              <a:t>class </a:t>
            </a:r>
            <a:r>
              <a:rPr lang="en-US" b="1" dirty="0" err="1"/>
              <a:t>AppModule</a:t>
            </a:r>
            <a:r>
              <a:rPr lang="en-US" b="1" dirty="0"/>
              <a:t>(</a:t>
            </a:r>
            <a:r>
              <a:rPr lang="en-US" b="1" dirty="0" err="1"/>
              <a:t>val</a:t>
            </a:r>
            <a:r>
              <a:rPr lang="en-US" b="1" dirty="0"/>
              <a:t> context: Context) {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@Provides</a:t>
            </a:r>
          </a:p>
          <a:p>
            <a:pPr marL="0" indent="0">
              <a:buNone/>
            </a:pPr>
            <a:r>
              <a:rPr lang="en-US" b="1" dirty="0"/>
              <a:t>    fun </a:t>
            </a:r>
            <a:r>
              <a:rPr lang="en-US" b="1" dirty="0" err="1"/>
              <a:t>provideContext</a:t>
            </a:r>
            <a:r>
              <a:rPr lang="en-US" b="1" dirty="0"/>
              <a:t>(): Context{</a:t>
            </a:r>
          </a:p>
          <a:p>
            <a:pPr marL="0" indent="0">
              <a:buNone/>
            </a:pPr>
            <a:r>
              <a:rPr lang="en-US" b="1" dirty="0"/>
              <a:t>        return context</a:t>
            </a:r>
          </a:p>
          <a:p>
            <a:pPr marL="0" indent="0">
              <a:buNone/>
            </a:pPr>
            <a:r>
              <a:rPr lang="en-US" b="1" dirty="0"/>
              <a:t>    }</a:t>
            </a:r>
          </a:p>
          <a:p>
            <a:pPr marL="0" indent="0">
              <a:buNone/>
            </a:pPr>
            <a:r>
              <a:rPr lang="en-US" b="1" dirty="0"/>
              <a:t>    </a:t>
            </a:r>
          </a:p>
          <a:p>
            <a:pPr marL="0" indent="0">
              <a:buNone/>
            </a:pPr>
            <a:r>
              <a:rPr lang="en-US" b="1" dirty="0" smtClean="0"/>
              <a:t>}</a:t>
            </a:r>
          </a:p>
          <a:p>
            <a:pPr marL="0" indent="0">
              <a:buNone/>
            </a:pP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her </a:t>
            </a:r>
            <a:r>
              <a:rPr lang="en-US" dirty="0" err="1"/>
              <a:t>yerde</a:t>
            </a:r>
            <a:r>
              <a:rPr lang="en-US" dirty="0"/>
              <a:t> </a:t>
            </a:r>
            <a:r>
              <a:rPr lang="en-US" dirty="0" err="1"/>
              <a:t>kullanabileceğimiz</a:t>
            </a:r>
            <a:r>
              <a:rPr lang="en-US" dirty="0"/>
              <a:t> </a:t>
            </a:r>
            <a:r>
              <a:rPr lang="en-US" dirty="0" err="1"/>
              <a:t>nesneler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AppModule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oluşturduk</a:t>
            </a:r>
            <a:r>
              <a:rPr lang="en-US" dirty="0"/>
              <a:t>. @</a:t>
            </a:r>
            <a:r>
              <a:rPr lang="en-US" b="1" dirty="0"/>
              <a:t>Module</a:t>
            </a:r>
            <a:r>
              <a:rPr lang="en-US" dirty="0"/>
              <a:t> </a:t>
            </a:r>
            <a:r>
              <a:rPr lang="en-US" dirty="0" err="1"/>
              <a:t>annotationunu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</a:t>
            </a:r>
            <a:r>
              <a:rPr lang="en-US" dirty="0" err="1"/>
              <a:t>ekledik</a:t>
            </a:r>
            <a:r>
              <a:rPr lang="en-US" dirty="0"/>
              <a:t>. Context </a:t>
            </a:r>
            <a:r>
              <a:rPr lang="en-US" dirty="0" err="1"/>
              <a:t>objesi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genelde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nesnedir</a:t>
            </a:r>
            <a:r>
              <a:rPr lang="en-US" dirty="0"/>
              <a:t>. O </a:t>
            </a:r>
            <a:r>
              <a:rPr lang="en-US" dirty="0" err="1"/>
              <a:t>nedenle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nesneyi</a:t>
            </a:r>
            <a:r>
              <a:rPr lang="en-US" dirty="0"/>
              <a:t> </a:t>
            </a:r>
            <a:r>
              <a:rPr lang="en-US" dirty="0" err="1"/>
              <a:t>AppModule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@Provide 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sağlayabiliriz</a:t>
            </a:r>
            <a:r>
              <a:rPr lang="en-US" dirty="0"/>
              <a:t>.</a:t>
            </a:r>
            <a:endParaRPr lang="en-US" b="1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3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IntentModule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@Module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IntentModule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@Provides</a:t>
            </a:r>
          </a:p>
          <a:p>
            <a:pPr marL="0" indent="0">
              <a:buNone/>
            </a:pPr>
            <a:r>
              <a:rPr lang="en-US" dirty="0"/>
              <a:t>    fun </a:t>
            </a:r>
            <a:r>
              <a:rPr lang="en-US" dirty="0" err="1"/>
              <a:t>provideIntentHelper</a:t>
            </a:r>
            <a:r>
              <a:rPr lang="en-US" dirty="0"/>
              <a:t>(context: Context): </a:t>
            </a:r>
            <a:r>
              <a:rPr lang="en-US" dirty="0" err="1"/>
              <a:t>IntentHelper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IntentHelper</a:t>
            </a:r>
            <a:r>
              <a:rPr lang="en-US" dirty="0"/>
              <a:t>(context)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/>
              <a:t>Intent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IntentModule</a:t>
            </a:r>
            <a:r>
              <a:rPr lang="en-US" dirty="0"/>
              <a:t> </a:t>
            </a:r>
            <a:r>
              <a:rPr lang="en-US" dirty="0" err="1"/>
              <a:t>oluşturduk</a:t>
            </a:r>
            <a:r>
              <a:rPr lang="en-US" dirty="0"/>
              <a:t>. Intent </a:t>
            </a:r>
            <a:r>
              <a:rPr lang="en-US" dirty="0" err="1"/>
              <a:t>gerektirmeyen</a:t>
            </a:r>
            <a:r>
              <a:rPr lang="en-US" dirty="0"/>
              <a:t> </a:t>
            </a:r>
            <a:r>
              <a:rPr lang="en-US" dirty="0" err="1"/>
              <a:t>ekranlara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olabiliriz</a:t>
            </a:r>
            <a:r>
              <a:rPr lang="en-US" dirty="0"/>
              <a:t>. Her </a:t>
            </a:r>
            <a:r>
              <a:rPr lang="en-US" dirty="0" err="1"/>
              <a:t>yerde</a:t>
            </a:r>
            <a:r>
              <a:rPr lang="en-US" dirty="0"/>
              <a:t> </a:t>
            </a:r>
            <a:r>
              <a:rPr lang="en-US" dirty="0" err="1"/>
              <a:t>IntentHelper</a:t>
            </a:r>
            <a:r>
              <a:rPr lang="en-US" dirty="0"/>
              <a:t> </a:t>
            </a:r>
            <a:r>
              <a:rPr lang="en-US" dirty="0" err="1"/>
              <a:t>kullanmamıza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 Bu </a:t>
            </a:r>
            <a:r>
              <a:rPr lang="en-US" dirty="0" err="1"/>
              <a:t>nedenle</a:t>
            </a:r>
            <a:r>
              <a:rPr lang="en-US" dirty="0"/>
              <a:t> </a:t>
            </a:r>
            <a:r>
              <a:rPr lang="en-US" dirty="0" err="1"/>
              <a:t>AppModule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yazmayıp</a:t>
            </a:r>
            <a:r>
              <a:rPr lang="en-US" dirty="0"/>
              <a:t>, </a:t>
            </a:r>
            <a:r>
              <a:rPr lang="en-US" dirty="0" err="1"/>
              <a:t>ayrı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module </a:t>
            </a:r>
            <a:r>
              <a:rPr lang="en-US" dirty="0" err="1"/>
              <a:t>oluşturduk</a:t>
            </a:r>
            <a:r>
              <a:rPr lang="en-US" dirty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287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tük</a:t>
            </a:r>
            <a:r>
              <a:rPr lang="en-US" dirty="0"/>
              <a:t> </a:t>
            </a:r>
            <a:r>
              <a:rPr lang="en-US" dirty="0" err="1"/>
              <a:t>yerlerde</a:t>
            </a:r>
            <a:r>
              <a:rPr lang="en-US" dirty="0"/>
              <a:t> </a:t>
            </a:r>
            <a:r>
              <a:rPr lang="en-US" dirty="0" err="1"/>
              <a:t>kullandığımız</a:t>
            </a:r>
            <a:r>
              <a:rPr lang="en-US" dirty="0"/>
              <a:t> </a:t>
            </a:r>
            <a:r>
              <a:rPr lang="en-US" dirty="0" err="1"/>
              <a:t>sınıfları</a:t>
            </a:r>
            <a:r>
              <a:rPr lang="en-US" dirty="0"/>
              <a:t>, </a:t>
            </a:r>
            <a:r>
              <a:rPr lang="en-US" dirty="0" err="1"/>
              <a:t>genelde</a:t>
            </a:r>
            <a:r>
              <a:rPr lang="en-US" dirty="0"/>
              <a:t> </a:t>
            </a:r>
            <a:r>
              <a:rPr lang="en-US" dirty="0" err="1"/>
              <a:t>Activityler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oluşturduğumuz</a:t>
            </a:r>
            <a:r>
              <a:rPr lang="en-US" dirty="0"/>
              <a:t> module </a:t>
            </a:r>
            <a:r>
              <a:rPr lang="en-US" dirty="0" err="1"/>
              <a:t>yazar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modül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üretiriz</a:t>
            </a:r>
            <a:r>
              <a:rPr lang="en-US" dirty="0"/>
              <a:t>. </a:t>
            </a:r>
            <a:r>
              <a:rPr lang="en-US" dirty="0" err="1"/>
              <a:t>HandlerProcessManagement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projemizde</a:t>
            </a:r>
            <a:r>
              <a:rPr lang="en-US" dirty="0"/>
              <a:t> </a:t>
            </a:r>
            <a:r>
              <a:rPr lang="en-US" dirty="0" err="1"/>
              <a:t>arada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kullanılacağından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açmadık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modüllerimizi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haline</a:t>
            </a:r>
            <a:r>
              <a:rPr lang="en-US" dirty="0"/>
              <a:t> </a:t>
            </a:r>
            <a:r>
              <a:rPr lang="en-US" dirty="0" err="1"/>
              <a:t>getirip</a:t>
            </a:r>
            <a:r>
              <a:rPr lang="en-US" dirty="0"/>
              <a:t>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 smtClean="0"/>
              <a:t>belirtelim</a:t>
            </a:r>
            <a:r>
              <a:rPr lang="en-US" dirty="0" smtClean="0"/>
              <a:t>. </a:t>
            </a:r>
            <a:r>
              <a:rPr lang="en-US" b="1" dirty="0" err="1" smtClean="0"/>
              <a:t>SplashActivityComponent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@Component(</a:t>
            </a:r>
          </a:p>
          <a:p>
            <a:pPr marL="0" indent="0">
              <a:buNone/>
            </a:pPr>
            <a:r>
              <a:rPr lang="en-US" dirty="0"/>
              <a:t>    modules = [</a:t>
            </a:r>
          </a:p>
          <a:p>
            <a:pPr marL="0" indent="0">
              <a:buNone/>
            </a:pPr>
            <a:r>
              <a:rPr lang="en-US" dirty="0"/>
              <a:t>        (</a:t>
            </a:r>
            <a:r>
              <a:rPr lang="en-US" dirty="0" err="1"/>
              <a:t>AppModule</a:t>
            </a:r>
            <a:r>
              <a:rPr lang="en-US" dirty="0"/>
              <a:t>::class),</a:t>
            </a:r>
          </a:p>
          <a:p>
            <a:pPr marL="0" indent="0">
              <a:buNone/>
            </a:pPr>
            <a:r>
              <a:rPr lang="en-US" dirty="0"/>
              <a:t>        (</a:t>
            </a:r>
            <a:r>
              <a:rPr lang="en-US" dirty="0" err="1"/>
              <a:t>IntentModule</a:t>
            </a:r>
            <a:r>
              <a:rPr lang="en-US" dirty="0"/>
              <a:t>::class),</a:t>
            </a:r>
          </a:p>
          <a:p>
            <a:pPr marL="0" indent="0">
              <a:buNone/>
            </a:pPr>
            <a:r>
              <a:rPr lang="en-US" dirty="0"/>
              <a:t>        (</a:t>
            </a:r>
            <a:r>
              <a:rPr lang="en-US" dirty="0" err="1"/>
              <a:t>SplashActivityModule</a:t>
            </a:r>
            <a:r>
              <a:rPr lang="en-US" dirty="0"/>
              <a:t>::class)</a:t>
            </a:r>
          </a:p>
          <a:p>
            <a:pPr marL="0" indent="0">
              <a:buNone/>
            </a:pPr>
            <a:r>
              <a:rPr lang="en-US" dirty="0"/>
              <a:t>    ]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SplashActivityComponent</a:t>
            </a:r>
            <a:r>
              <a:rPr lang="en-US" dirty="0"/>
              <a:t>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fun inject(activity: </a:t>
            </a:r>
            <a:r>
              <a:rPr lang="en-US" dirty="0" err="1"/>
              <a:t>SplashActivity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0400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Burada</a:t>
            </a:r>
            <a:r>
              <a:rPr lang="en-US" dirty="0"/>
              <a:t> Dagger 2 ye </a:t>
            </a:r>
            <a:r>
              <a:rPr lang="en-US" dirty="0" err="1"/>
              <a:t>diyoruz</a:t>
            </a:r>
            <a:r>
              <a:rPr lang="en-US" dirty="0"/>
              <a:t> </a:t>
            </a:r>
            <a:r>
              <a:rPr lang="en-US" dirty="0" err="1"/>
              <a:t>ki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Ben </a:t>
            </a:r>
            <a:r>
              <a:rPr lang="en-US" dirty="0" err="1"/>
              <a:t>SplashActivityComponent</a:t>
            </a:r>
            <a:r>
              <a:rPr lang="en-US" dirty="0"/>
              <a:t> </a:t>
            </a:r>
            <a:r>
              <a:rPr lang="en-US" dirty="0" err="1"/>
              <a:t>adında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@Component </a:t>
            </a:r>
            <a:r>
              <a:rPr lang="en-US" dirty="0" err="1"/>
              <a:t>oluşturuyorum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componenti</a:t>
            </a:r>
            <a:r>
              <a:rPr lang="en-US" dirty="0"/>
              <a:t> Splash Activity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kullanacağım</a:t>
            </a:r>
            <a:r>
              <a:rPr lang="en-US" dirty="0"/>
              <a:t> (inject </a:t>
            </a:r>
            <a:r>
              <a:rPr lang="en-US" dirty="0" err="1"/>
              <a:t>methodu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ekran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Dagger 2 ye, Context </a:t>
            </a:r>
            <a:r>
              <a:rPr lang="en-US" dirty="0" err="1"/>
              <a:t>objesine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 </a:t>
            </a:r>
            <a:r>
              <a:rPr lang="en-US" b="1" dirty="0" err="1"/>
              <a:t>AppModule’den</a:t>
            </a:r>
            <a:r>
              <a:rPr lang="en-US" dirty="0"/>
              <a:t>, </a:t>
            </a:r>
            <a:r>
              <a:rPr lang="en-US" dirty="0" err="1"/>
              <a:t>IntentHelper</a:t>
            </a:r>
            <a:r>
              <a:rPr lang="en-US" dirty="0"/>
              <a:t> </a:t>
            </a:r>
            <a:r>
              <a:rPr lang="en-US" dirty="0" err="1"/>
              <a:t>objesine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 </a:t>
            </a:r>
            <a:r>
              <a:rPr lang="en-US" b="1" dirty="0" err="1"/>
              <a:t>IntentModule’den</a:t>
            </a:r>
            <a:r>
              <a:rPr lang="en-US" dirty="0"/>
              <a:t>, </a:t>
            </a:r>
            <a:r>
              <a:rPr lang="en-US" dirty="0" err="1"/>
              <a:t>HandlerProcessManagement</a:t>
            </a:r>
            <a:r>
              <a:rPr lang="en-US" dirty="0"/>
              <a:t> </a:t>
            </a:r>
            <a:r>
              <a:rPr lang="en-US" dirty="0" err="1"/>
              <a:t>objesine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oldu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 </a:t>
            </a:r>
            <a:r>
              <a:rPr lang="en-US" b="1" dirty="0" err="1"/>
              <a:t>SplashActivityModule’den</a:t>
            </a:r>
            <a:r>
              <a:rPr lang="en-US" dirty="0"/>
              <a:t> </a:t>
            </a:r>
            <a:r>
              <a:rPr lang="en-US" dirty="0" err="1"/>
              <a:t>sağlayabileceğini</a:t>
            </a:r>
            <a:r>
              <a:rPr lang="en-US" dirty="0"/>
              <a:t> </a:t>
            </a:r>
            <a:r>
              <a:rPr lang="en-US" dirty="0" err="1"/>
              <a:t>belirttik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modulü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component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kullandığımızda</a:t>
            </a:r>
            <a:r>
              <a:rPr lang="en-US" dirty="0"/>
              <a:t> </a:t>
            </a:r>
            <a:r>
              <a:rPr lang="en-US" dirty="0" err="1"/>
              <a:t>birbirleri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alışverişinde</a:t>
            </a:r>
            <a:r>
              <a:rPr lang="en-US" dirty="0"/>
              <a:t> </a:t>
            </a:r>
            <a:r>
              <a:rPr lang="en-US" dirty="0" err="1"/>
              <a:t>bulunabiliyorlar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IntentModule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ürettiğimiz</a:t>
            </a:r>
            <a:r>
              <a:rPr lang="en-US" dirty="0"/>
              <a:t> </a:t>
            </a:r>
            <a:r>
              <a:rPr lang="en-US" dirty="0" err="1"/>
              <a:t>IntentHelper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contstructor</a:t>
            </a:r>
            <a:r>
              <a:rPr lang="en-US" dirty="0"/>
              <a:t> da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Context </a:t>
            </a:r>
            <a:r>
              <a:rPr lang="en-US" dirty="0" err="1"/>
              <a:t>objesi</a:t>
            </a:r>
            <a:r>
              <a:rPr lang="en-US" dirty="0"/>
              <a:t> </a:t>
            </a:r>
            <a:r>
              <a:rPr lang="en-US" dirty="0" err="1"/>
              <a:t>almaktadır</a:t>
            </a:r>
            <a:r>
              <a:rPr lang="en-US" dirty="0"/>
              <a:t>. Bu </a:t>
            </a:r>
            <a:r>
              <a:rPr lang="en-US" dirty="0" err="1"/>
              <a:t>objeyi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AppModule</a:t>
            </a:r>
            <a:r>
              <a:rPr lang="en-US" dirty="0"/>
              <a:t> </a:t>
            </a:r>
            <a:r>
              <a:rPr lang="en-US" dirty="0" err="1"/>
              <a:t>vermektedir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2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MVP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Birlikte</a:t>
            </a:r>
            <a:r>
              <a:rPr lang="en-US" b="1" dirty="0"/>
              <a:t> </a:t>
            </a:r>
            <a:r>
              <a:rPr lang="en-US" b="1" dirty="0" err="1"/>
              <a:t>Projenin</a:t>
            </a:r>
            <a:r>
              <a:rPr lang="en-US" b="1" dirty="0"/>
              <a:t> </a:t>
            </a:r>
            <a:r>
              <a:rPr lang="en-US" b="1" dirty="0" err="1"/>
              <a:t>Tamamlanması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Dagger 2 </a:t>
            </a:r>
            <a:r>
              <a:rPr lang="en-US" dirty="0" err="1"/>
              <a:t>sınıflarımızı</a:t>
            </a:r>
            <a:r>
              <a:rPr lang="en-US" dirty="0"/>
              <a:t> </a:t>
            </a:r>
            <a:r>
              <a:rPr lang="en-US" dirty="0" err="1"/>
              <a:t>oluşturduğumuza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projemizi</a:t>
            </a:r>
            <a:r>
              <a:rPr lang="en-US" dirty="0"/>
              <a:t> </a:t>
            </a:r>
            <a:r>
              <a:rPr lang="en-US" dirty="0" err="1"/>
              <a:t>tamamlayalım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activity_splash</a:t>
            </a:r>
            <a:endParaRPr lang="en-US" b="1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85721" y="1807029"/>
          <a:ext cx="10420558" cy="4388531"/>
        </p:xfrm>
        <a:graphic>
          <a:graphicData uri="http://schemas.openxmlformats.org/drawingml/2006/table">
            <a:tbl>
              <a:tblPr/>
              <a:tblGrid>
                <a:gridCol w="5210279"/>
                <a:gridCol w="5210279"/>
              </a:tblGrid>
              <a:tr h="86271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SFMono-Regular"/>
                        </a:rPr>
                        <a:t>&lt;</a:t>
                      </a:r>
                      <a:r>
                        <a:rPr lang="en-US" sz="1800">
                          <a:solidFill>
                            <a:srgbClr val="22863A"/>
                          </a:solidFill>
                          <a:effectLst/>
                          <a:latin typeface="SFMono-Regular"/>
                        </a:rPr>
                        <a:t>RelativeLayout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 </a:t>
                      </a:r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xmlns:android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"http://schemas.android.com/apk/res/android"</a:t>
                      </a:r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37756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0614" marR="90614" marT="45307" marB="45307">
                    <a:lnL>
                      <a:noFill/>
                    </a:lnL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android:layout_width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"match_parent"</a:t>
                      </a:r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android:layout_height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"match_parent"</a:t>
                      </a:r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android:background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"@color/colorPrimaryDark"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&gt;</a:t>
                      </a: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SFMono-Regular"/>
                        </a:rPr>
                        <a:t>&lt;</a:t>
                      </a:r>
                      <a:r>
                        <a:rPr lang="en-US" sz="1800">
                          <a:solidFill>
                            <a:srgbClr val="22863A"/>
                          </a:solidFill>
                          <a:effectLst/>
                          <a:latin typeface="SFMono-Regular"/>
                        </a:rPr>
                        <a:t>com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.github.ybq.android.spinkit.SpinKitView</a:t>
                      </a: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android:id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"@+id/sk_progress"</a:t>
                      </a:r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android:layout_width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"wrap_content"</a:t>
                      </a:r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android:layout_height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"wrap_content"</a:t>
                      </a:r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style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"@style/SpinKitView.Large.Wave"</a:t>
                      </a:r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6F42C1"/>
                          </a:solidFill>
                          <a:effectLst/>
                          <a:latin typeface="SFMono-Regular"/>
                        </a:rPr>
                        <a:t>android:layout_centerInParent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=</a:t>
                      </a:r>
                      <a:r>
                        <a:rPr lang="en-US" sz="1800">
                          <a:solidFill>
                            <a:srgbClr val="032F62"/>
                          </a:solidFill>
                          <a:effectLst/>
                          <a:latin typeface="SFMono-Regular"/>
                        </a:rPr>
                        <a:t>"true"</a:t>
                      </a:r>
                      <a:r>
                        <a:rPr lang="en-US" sz="1800">
                          <a:effectLst/>
                          <a:latin typeface="SFMono-Regular"/>
                        </a:rPr>
                        <a:t> /&gt;</a:t>
                      </a: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0718">
                <a:tc>
                  <a:txBody>
                    <a:bodyPr/>
                    <a:lstStyle/>
                    <a:p>
                      <a:pPr algn="r" fontAlgn="t"/>
                      <a:endParaRPr lang="en-US" sz="1800">
                        <a:effectLst/>
                        <a:latin typeface="SFMono-Regular"/>
                      </a:endParaRP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SFMono-Regular"/>
                        </a:rPr>
                        <a:t>&lt;/</a:t>
                      </a:r>
                      <a:r>
                        <a:rPr lang="en-US" sz="1800" dirty="0" err="1">
                          <a:solidFill>
                            <a:srgbClr val="22863A"/>
                          </a:solidFill>
                          <a:effectLst/>
                          <a:latin typeface="SFMono-Regular"/>
                        </a:rPr>
                        <a:t>RelativeLayout</a:t>
                      </a:r>
                      <a:r>
                        <a:rPr lang="en-US" sz="1800" dirty="0">
                          <a:effectLst/>
                          <a:latin typeface="SFMono-Regular"/>
                        </a:rPr>
                        <a:t>&gt;</a:t>
                      </a:r>
                    </a:p>
                  </a:txBody>
                  <a:tcPr marL="94389" marR="94389" marT="9439" marB="9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342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MVP </a:t>
            </a:r>
            <a:r>
              <a:rPr lang="en-US" dirty="0" err="1"/>
              <a:t>için</a:t>
            </a:r>
            <a:r>
              <a:rPr lang="en-US" dirty="0"/>
              <a:t> Presenter </a:t>
            </a:r>
            <a:r>
              <a:rPr lang="en-US" dirty="0" err="1"/>
              <a:t>sınıfına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View </a:t>
            </a:r>
            <a:r>
              <a:rPr lang="en-US" dirty="0" err="1"/>
              <a:t>ile</a:t>
            </a:r>
            <a:r>
              <a:rPr lang="en-US" dirty="0"/>
              <a:t> Presenter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anlaşmayı</a:t>
            </a:r>
            <a:r>
              <a:rPr lang="en-US" dirty="0"/>
              <a:t> </a:t>
            </a:r>
            <a:r>
              <a:rPr lang="en-US" dirty="0" err="1"/>
              <a:t>sağlayacak</a:t>
            </a:r>
            <a:r>
              <a:rPr lang="en-US" dirty="0"/>
              <a:t> Contract </a:t>
            </a:r>
            <a:r>
              <a:rPr lang="en-US" dirty="0" err="1"/>
              <a:t>sınıfına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duyuyoruz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kullanacağımız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her </a:t>
            </a:r>
            <a:r>
              <a:rPr lang="en-US" dirty="0" err="1"/>
              <a:t>seferinde</a:t>
            </a:r>
            <a:r>
              <a:rPr lang="en-US" dirty="0"/>
              <a:t> </a:t>
            </a:r>
            <a:r>
              <a:rPr lang="en-US" dirty="0" err="1"/>
              <a:t>yazmamak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BaseView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BasePresenter</a:t>
            </a:r>
            <a:r>
              <a:rPr lang="en-US" dirty="0"/>
              <a:t> </a:t>
            </a:r>
            <a:r>
              <a:rPr lang="en-US" dirty="0" err="1"/>
              <a:t>arayüzleri</a:t>
            </a:r>
            <a:r>
              <a:rPr lang="en-US" dirty="0"/>
              <a:t> (interface) de </a:t>
            </a:r>
            <a:r>
              <a:rPr lang="en-US" dirty="0" err="1"/>
              <a:t>oluşturacağız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BaseView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BaseView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fun </a:t>
            </a:r>
            <a:r>
              <a:rPr lang="en-US" dirty="0" err="1"/>
              <a:t>bindViews</a:t>
            </a:r>
            <a:r>
              <a:rPr lang="en-US" dirty="0" smtClean="0"/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fun </a:t>
            </a:r>
            <a:r>
              <a:rPr lang="en-US" dirty="0" err="1"/>
              <a:t>showProgress</a:t>
            </a:r>
            <a:r>
              <a:rPr lang="en-US" dirty="0"/>
              <a:t>() </a:t>
            </a:r>
            <a:r>
              <a:rPr lang="en-US" dirty="0" smtClean="0"/>
              <a:t>{}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fun </a:t>
            </a:r>
            <a:r>
              <a:rPr lang="en-US" dirty="0" err="1"/>
              <a:t>hideProgress</a:t>
            </a:r>
            <a:r>
              <a:rPr lang="en-US" dirty="0"/>
              <a:t>() {}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err="1"/>
              <a:t>bindViews</a:t>
            </a:r>
            <a:r>
              <a:rPr lang="en-US" dirty="0"/>
              <a:t>, </a:t>
            </a:r>
            <a:r>
              <a:rPr lang="en-US" dirty="0" err="1"/>
              <a:t>showProgress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hideProgress</a:t>
            </a:r>
            <a:r>
              <a:rPr lang="en-US" dirty="0"/>
              <a:t> </a:t>
            </a:r>
            <a:r>
              <a:rPr lang="en-US" dirty="0" err="1"/>
              <a:t>methodlarının</a:t>
            </a:r>
            <a:r>
              <a:rPr lang="en-US" dirty="0"/>
              <a:t> her activity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kullanılacağını</a:t>
            </a:r>
            <a:r>
              <a:rPr lang="en-US" dirty="0"/>
              <a:t> </a:t>
            </a:r>
            <a:r>
              <a:rPr lang="en-US" dirty="0" err="1"/>
              <a:t>düşünüyoruz</a:t>
            </a:r>
            <a:r>
              <a:rPr lang="en-US" dirty="0"/>
              <a:t>.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BaseView</a:t>
            </a:r>
            <a:r>
              <a:rPr lang="en-US" dirty="0"/>
              <a:t> </a:t>
            </a:r>
            <a:r>
              <a:rPr lang="en-US" dirty="0" err="1"/>
              <a:t>arayüzü</a:t>
            </a:r>
            <a:r>
              <a:rPr lang="en-US" dirty="0"/>
              <a:t> </a:t>
            </a:r>
            <a:r>
              <a:rPr lang="en-US" dirty="0" err="1"/>
              <a:t>oluşturduk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0300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i="1" dirty="0" err="1"/>
              <a:t>ShowProgress</a:t>
            </a:r>
            <a:r>
              <a:rPr lang="en-US" i="1" dirty="0"/>
              <a:t> </a:t>
            </a:r>
            <a:r>
              <a:rPr lang="en-US" i="1" dirty="0" err="1"/>
              <a:t>ve</a:t>
            </a:r>
            <a:r>
              <a:rPr lang="en-US" i="1" dirty="0"/>
              <a:t> </a:t>
            </a:r>
            <a:r>
              <a:rPr lang="en-US" i="1" dirty="0" err="1"/>
              <a:t>hideProgress</a:t>
            </a:r>
            <a:r>
              <a:rPr lang="en-US" i="1" dirty="0"/>
              <a:t> </a:t>
            </a:r>
            <a:r>
              <a:rPr lang="en-US" i="1" dirty="0" err="1"/>
              <a:t>methodlarında</a:t>
            </a:r>
            <a:r>
              <a:rPr lang="en-US" i="1" dirty="0"/>
              <a:t> </a:t>
            </a:r>
            <a:r>
              <a:rPr lang="en-US" i="1" dirty="0" err="1"/>
              <a:t>boş</a:t>
            </a:r>
            <a:r>
              <a:rPr lang="en-US" i="1" dirty="0"/>
              <a:t> </a:t>
            </a:r>
            <a:r>
              <a:rPr lang="en-US" i="1" dirty="0" err="1"/>
              <a:t>gövde</a:t>
            </a:r>
            <a:r>
              <a:rPr lang="en-US" i="1" dirty="0"/>
              <a:t> </a:t>
            </a:r>
            <a:r>
              <a:rPr lang="en-US" i="1" dirty="0" err="1"/>
              <a:t>olmasının</a:t>
            </a:r>
            <a:r>
              <a:rPr lang="en-US" i="1" dirty="0"/>
              <a:t> </a:t>
            </a:r>
            <a:r>
              <a:rPr lang="en-US" i="1" dirty="0" err="1"/>
              <a:t>sebebi</a:t>
            </a:r>
            <a:r>
              <a:rPr lang="en-US" i="1" dirty="0"/>
              <a:t> </a:t>
            </a:r>
            <a:r>
              <a:rPr lang="en-US" i="1" dirty="0" err="1"/>
              <a:t>Kotlin</a:t>
            </a:r>
            <a:r>
              <a:rPr lang="en-US" i="1" dirty="0"/>
              <a:t> </a:t>
            </a:r>
            <a:r>
              <a:rPr lang="en-US" i="1" dirty="0" err="1"/>
              <a:t>dilinin</a:t>
            </a:r>
            <a:r>
              <a:rPr lang="en-US" i="1" dirty="0"/>
              <a:t> </a:t>
            </a:r>
            <a:r>
              <a:rPr lang="en-US" i="1" dirty="0" err="1"/>
              <a:t>sağladığı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özelliktir</a:t>
            </a:r>
            <a:r>
              <a:rPr lang="en-US" i="1" dirty="0"/>
              <a:t>. </a:t>
            </a:r>
            <a:r>
              <a:rPr lang="en-US" i="1" dirty="0" err="1"/>
              <a:t>BaseView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dirty="0"/>
              <a:t> implement </a:t>
            </a:r>
            <a:r>
              <a:rPr lang="en-US" i="1" dirty="0" err="1"/>
              <a:t>ettiğim</a:t>
            </a:r>
            <a:r>
              <a:rPr lang="en-US" i="1" dirty="0"/>
              <a:t> </a:t>
            </a:r>
            <a:r>
              <a:rPr lang="en-US" i="1" dirty="0" err="1"/>
              <a:t>yerde</a:t>
            </a:r>
            <a:r>
              <a:rPr lang="en-US" i="1" dirty="0"/>
              <a:t> </a:t>
            </a:r>
            <a:r>
              <a:rPr lang="en-US" i="1" dirty="0" err="1"/>
              <a:t>bu</a:t>
            </a:r>
            <a:r>
              <a:rPr lang="en-US" i="1" dirty="0"/>
              <a:t> </a:t>
            </a:r>
            <a:r>
              <a:rPr lang="en-US" i="1" dirty="0" err="1"/>
              <a:t>methodları</a:t>
            </a:r>
            <a:r>
              <a:rPr lang="en-US" i="1" dirty="0"/>
              <a:t> override </a:t>
            </a:r>
            <a:r>
              <a:rPr lang="en-US" i="1" dirty="0" err="1"/>
              <a:t>etme</a:t>
            </a:r>
            <a:r>
              <a:rPr lang="en-US" i="1" dirty="0"/>
              <a:t> </a:t>
            </a:r>
            <a:r>
              <a:rPr lang="en-US" i="1" dirty="0" err="1"/>
              <a:t>zorunluluğum</a:t>
            </a:r>
            <a:r>
              <a:rPr lang="en-US" i="1" dirty="0"/>
              <a:t> </a:t>
            </a:r>
            <a:r>
              <a:rPr lang="en-US" i="1" dirty="0" err="1"/>
              <a:t>yoktur</a:t>
            </a:r>
            <a:r>
              <a:rPr lang="en-US" i="1" dirty="0"/>
              <a:t>. </a:t>
            </a:r>
            <a:r>
              <a:rPr lang="en-US" i="1" dirty="0" err="1"/>
              <a:t>Keyfimize</a:t>
            </a:r>
            <a:r>
              <a:rPr lang="en-US" i="1" dirty="0"/>
              <a:t> </a:t>
            </a:r>
            <a:r>
              <a:rPr lang="en-US" i="1" dirty="0" err="1"/>
              <a:t>göre</a:t>
            </a:r>
            <a:r>
              <a:rPr lang="en-US" i="1" dirty="0"/>
              <a:t> </a:t>
            </a:r>
            <a:r>
              <a:rPr lang="en-US" i="1" dirty="0" err="1"/>
              <a:t>kullanıp</a:t>
            </a:r>
            <a:r>
              <a:rPr lang="en-US" i="1" dirty="0"/>
              <a:t> </a:t>
            </a:r>
            <a:r>
              <a:rPr lang="en-US" i="1" dirty="0" err="1"/>
              <a:t>kullanmayabiliriz</a:t>
            </a:r>
            <a:r>
              <a:rPr lang="en-US" i="1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BasePresenter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BasePresenter</a:t>
            </a:r>
            <a:r>
              <a:rPr lang="en-US" dirty="0"/>
              <a:t>&lt;T : </a:t>
            </a:r>
            <a:r>
              <a:rPr lang="en-US" dirty="0" err="1"/>
              <a:t>BaseView</a:t>
            </a:r>
            <a:r>
              <a:rPr lang="en-US" dirty="0"/>
              <a:t>&gt;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fun </a:t>
            </a:r>
            <a:r>
              <a:rPr lang="en-US" dirty="0" err="1"/>
              <a:t>setView</a:t>
            </a:r>
            <a:r>
              <a:rPr lang="en-US" dirty="0"/>
              <a:t>(view: T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fun create()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err="1"/>
              <a:t>setView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create </a:t>
            </a:r>
            <a:r>
              <a:rPr lang="en-US" dirty="0" err="1"/>
              <a:t>methodlarının</a:t>
            </a:r>
            <a:r>
              <a:rPr lang="en-US" dirty="0"/>
              <a:t> her activity presenter </a:t>
            </a:r>
            <a:r>
              <a:rPr lang="en-US" dirty="0" err="1"/>
              <a:t>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kullanılacağını</a:t>
            </a:r>
            <a:r>
              <a:rPr lang="en-US" dirty="0"/>
              <a:t> </a:t>
            </a:r>
            <a:r>
              <a:rPr lang="en-US" dirty="0" err="1"/>
              <a:t>düşünüyoruz</a:t>
            </a:r>
            <a:r>
              <a:rPr lang="en-US" dirty="0"/>
              <a:t>. Bu </a:t>
            </a:r>
            <a:r>
              <a:rPr lang="en-US" dirty="0" err="1"/>
              <a:t>arayüz</a:t>
            </a:r>
            <a:r>
              <a:rPr lang="en-US" dirty="0"/>
              <a:t> generic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BaseView</a:t>
            </a:r>
            <a:r>
              <a:rPr lang="en-US" dirty="0"/>
              <a:t> den </a:t>
            </a:r>
            <a:r>
              <a:rPr lang="en-US" dirty="0" err="1"/>
              <a:t>türetilmiş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arayüz</a:t>
            </a:r>
            <a:r>
              <a:rPr lang="en-US" dirty="0"/>
              <a:t> </a:t>
            </a:r>
            <a:r>
              <a:rPr lang="en-US" dirty="0" err="1"/>
              <a:t>almaktadır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6551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SplashActivity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MVP </a:t>
            </a:r>
            <a:r>
              <a:rPr lang="en-US" dirty="0" err="1"/>
              <a:t>sınıflarını</a:t>
            </a:r>
            <a:r>
              <a:rPr lang="en-US" dirty="0"/>
              <a:t> </a:t>
            </a:r>
            <a:r>
              <a:rPr lang="en-US" dirty="0" err="1"/>
              <a:t>oluşturalım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SplashActivityContract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SplashActivityContract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interface View : </a:t>
            </a:r>
            <a:r>
              <a:rPr lang="en-US" dirty="0" err="1"/>
              <a:t>BaseView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fun </a:t>
            </a:r>
            <a:r>
              <a:rPr lang="en-US" dirty="0" err="1"/>
              <a:t>finishActivity</a:t>
            </a:r>
            <a:r>
              <a:rPr lang="en-US" dirty="0" smtClean="0"/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interface Presenter: </a:t>
            </a:r>
            <a:r>
              <a:rPr lang="en-US" dirty="0" err="1"/>
              <a:t>BasePresenter</a:t>
            </a:r>
            <a:r>
              <a:rPr lang="en-US" dirty="0"/>
              <a:t>&lt;View&gt;{</a:t>
            </a:r>
          </a:p>
          <a:p>
            <a:pPr marL="0" indent="0">
              <a:buNone/>
            </a:pPr>
            <a:r>
              <a:rPr lang="en-US" dirty="0"/>
              <a:t>        //Silence is golden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/>
              <a:t>Splash </a:t>
            </a:r>
            <a:r>
              <a:rPr lang="en-US" dirty="0" err="1"/>
              <a:t>Ekranındaki</a:t>
            </a:r>
            <a:r>
              <a:rPr lang="en-US" dirty="0"/>
              <a:t> Presenter </a:t>
            </a:r>
            <a:r>
              <a:rPr lang="en-US" dirty="0" err="1"/>
              <a:t>ve</a:t>
            </a:r>
            <a:r>
              <a:rPr lang="en-US" dirty="0"/>
              <a:t> View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anlaşmamızı</a:t>
            </a:r>
            <a:r>
              <a:rPr lang="en-US" dirty="0"/>
              <a:t> </a:t>
            </a:r>
            <a:r>
              <a:rPr lang="en-US" dirty="0" err="1"/>
              <a:t>yapmış</a:t>
            </a:r>
            <a:r>
              <a:rPr lang="en-US" dirty="0"/>
              <a:t> </a:t>
            </a:r>
            <a:r>
              <a:rPr lang="en-US" dirty="0" err="1"/>
              <a:t>olduk</a:t>
            </a:r>
            <a:r>
              <a:rPr lang="en-US" dirty="0"/>
              <a:t>. </a:t>
            </a:r>
            <a:r>
              <a:rPr lang="en-US" dirty="0" smtClean="0"/>
              <a:t>Presenter </a:t>
            </a:r>
            <a:r>
              <a:rPr lang="en-US" dirty="0" err="1"/>
              <a:t>ve</a:t>
            </a:r>
            <a:r>
              <a:rPr lang="en-US" dirty="0"/>
              <a:t> View </a:t>
            </a:r>
            <a:r>
              <a:rPr lang="en-US" dirty="0" err="1"/>
              <a:t>lerimizi</a:t>
            </a:r>
            <a:r>
              <a:rPr lang="en-US" dirty="0"/>
              <a:t> Base </a:t>
            </a:r>
            <a:r>
              <a:rPr lang="en-US" dirty="0" err="1"/>
              <a:t>arayüzlerden</a:t>
            </a:r>
            <a:r>
              <a:rPr lang="en-US" dirty="0"/>
              <a:t> </a:t>
            </a:r>
            <a:r>
              <a:rPr lang="en-US" dirty="0" err="1"/>
              <a:t>türetmiş</a:t>
            </a:r>
            <a:r>
              <a:rPr lang="en-US" dirty="0"/>
              <a:t> </a:t>
            </a:r>
            <a:r>
              <a:rPr lang="en-US" dirty="0" err="1"/>
              <a:t>olduk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837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SplashActivityPresenter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SplashActivityPresenter</a:t>
            </a:r>
            <a:r>
              <a:rPr lang="en-US" dirty="0"/>
              <a:t> @Inject constructor() : </a:t>
            </a:r>
            <a:r>
              <a:rPr lang="en-US" dirty="0" err="1"/>
              <a:t>SplashActivityContract.Presenter</a:t>
            </a:r>
            <a:r>
              <a:rPr lang="en-US" dirty="0"/>
              <a:t>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….. </a:t>
            </a:r>
            <a:r>
              <a:rPr lang="en-US" dirty="0" err="1" smtClean="0"/>
              <a:t>Kodlar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err="1"/>
              <a:t>Görüldüğü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ihtiyacımız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sınıflarımızı</a:t>
            </a:r>
            <a:r>
              <a:rPr lang="en-US" dirty="0"/>
              <a:t> </a:t>
            </a:r>
            <a:r>
              <a:rPr lang="en-US" dirty="0" err="1"/>
              <a:t>presenterda</a:t>
            </a:r>
            <a:r>
              <a:rPr lang="en-US" dirty="0"/>
              <a:t> </a:t>
            </a:r>
            <a:r>
              <a:rPr lang="en-US" b="1" dirty="0"/>
              <a:t>@Inject</a:t>
            </a:r>
            <a:r>
              <a:rPr lang="en-US" dirty="0"/>
              <a:t> annotation </a:t>
            </a:r>
            <a:r>
              <a:rPr lang="en-US" dirty="0" err="1"/>
              <a:t>yardımıyla</a:t>
            </a:r>
            <a:r>
              <a:rPr lang="en-US" dirty="0"/>
              <a:t> </a:t>
            </a:r>
            <a:r>
              <a:rPr lang="en-US" dirty="0" err="1"/>
              <a:t>kullanıyoruz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dikkat</a:t>
            </a:r>
            <a:r>
              <a:rPr lang="en-US" dirty="0"/>
              <a:t> </a:t>
            </a:r>
            <a:r>
              <a:rPr lang="en-US" dirty="0" err="1"/>
              <a:t>etmemiz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Presenter </a:t>
            </a:r>
            <a:r>
              <a:rPr lang="en-US" dirty="0" err="1"/>
              <a:t>constructorına</a:t>
            </a:r>
            <a:r>
              <a:rPr lang="en-US" dirty="0"/>
              <a:t> @Inject </a:t>
            </a:r>
            <a:r>
              <a:rPr lang="en-US" dirty="0" err="1"/>
              <a:t>annotationu</a:t>
            </a:r>
            <a:r>
              <a:rPr lang="en-US" dirty="0"/>
              <a:t> </a:t>
            </a:r>
            <a:r>
              <a:rPr lang="en-US" dirty="0" err="1"/>
              <a:t>ekledik</a:t>
            </a:r>
            <a:r>
              <a:rPr lang="en-US" dirty="0"/>
              <a:t>.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sebebi</a:t>
            </a:r>
            <a:r>
              <a:rPr lang="en-US" dirty="0"/>
              <a:t> presenter </a:t>
            </a:r>
            <a:r>
              <a:rPr lang="en-US" dirty="0" err="1"/>
              <a:t>nesnesini</a:t>
            </a:r>
            <a:r>
              <a:rPr lang="en-US" dirty="0"/>
              <a:t> activity </a:t>
            </a:r>
            <a:r>
              <a:rPr lang="en-US" dirty="0" err="1"/>
              <a:t>içerisinde</a:t>
            </a:r>
            <a:r>
              <a:rPr lang="en-US" dirty="0"/>
              <a:t> “</a:t>
            </a:r>
            <a:r>
              <a:rPr lang="en-US" dirty="0" err="1"/>
              <a:t>new”lemeden</a:t>
            </a:r>
            <a:r>
              <a:rPr lang="en-US" dirty="0"/>
              <a:t> </a:t>
            </a:r>
            <a:r>
              <a:rPr lang="en-US" dirty="0" err="1"/>
              <a:t>kullanabilmek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6259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473724"/>
            <a:ext cx="11468559" cy="600419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43591</TotalTime>
  <Words>2072</Words>
  <Application>Microsoft Office PowerPoint</Application>
  <PresentationFormat>Widescreen</PresentationFormat>
  <Paragraphs>313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charter</vt:lpstr>
      <vt:lpstr>SFMono-Regular</vt:lpstr>
      <vt:lpstr>Office Theme</vt:lpstr>
      <vt:lpstr> Reflection ve Annotation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ve Annotation</dc:title>
  <dc:creator>Windows User</dc:creator>
  <cp:lastModifiedBy>Windows User</cp:lastModifiedBy>
  <cp:revision>100</cp:revision>
  <dcterms:created xsi:type="dcterms:W3CDTF">2021-03-26T22:19:43Z</dcterms:created>
  <dcterms:modified xsi:type="dcterms:W3CDTF">2026-04-19T11:04:21Z</dcterms:modified>
</cp:coreProperties>
</file>