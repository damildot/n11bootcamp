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25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DD095-0555-4560-9610-F5BDF55F41B2}" type="datetimeFigureOut">
              <a:rPr lang="en-US" smtClean="0"/>
              <a:t>5/22/2022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59E3-4B92-4421-94C2-E2FF361B6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085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DD095-0555-4560-9610-F5BDF55F41B2}" type="datetimeFigureOut">
              <a:rPr lang="en-US" smtClean="0"/>
              <a:t>5/22/2022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59E3-4B92-4421-94C2-E2FF361B6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43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DD095-0555-4560-9610-F5BDF55F41B2}" type="datetimeFigureOut">
              <a:rPr lang="en-US" smtClean="0"/>
              <a:t>5/22/2022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59E3-4B92-4421-94C2-E2FF361B6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631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DD095-0555-4560-9610-F5BDF55F41B2}" type="datetimeFigureOut">
              <a:rPr lang="en-US" smtClean="0"/>
              <a:t>5/22/2022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59E3-4B92-4421-94C2-E2FF361B6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39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DD095-0555-4560-9610-F5BDF55F41B2}" type="datetimeFigureOut">
              <a:rPr lang="en-US" smtClean="0"/>
              <a:t>5/22/2022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59E3-4B92-4421-94C2-E2FF361B6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867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DD095-0555-4560-9610-F5BDF55F41B2}" type="datetimeFigureOut">
              <a:rPr lang="en-US" smtClean="0"/>
              <a:t>5/22/2022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59E3-4B92-4421-94C2-E2FF361B6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897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DD095-0555-4560-9610-F5BDF55F41B2}" type="datetimeFigureOut">
              <a:rPr lang="en-US" smtClean="0"/>
              <a:t>5/22/2022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59E3-4B92-4421-94C2-E2FF361B6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685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DD095-0555-4560-9610-F5BDF55F41B2}" type="datetimeFigureOut">
              <a:rPr lang="en-US" smtClean="0"/>
              <a:t>5/22/2022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59E3-4B92-4421-94C2-E2FF361B6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995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DD095-0555-4560-9610-F5BDF55F41B2}" type="datetimeFigureOut">
              <a:rPr lang="en-US" smtClean="0"/>
              <a:t>5/22/2022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59E3-4B92-4421-94C2-E2FF361B6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088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DD095-0555-4560-9610-F5BDF55F41B2}" type="datetimeFigureOut">
              <a:rPr lang="en-US" smtClean="0"/>
              <a:t>5/22/2022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59E3-4B92-4421-94C2-E2FF361B6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143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DD095-0555-4560-9610-F5BDF55F41B2}" type="datetimeFigureOut">
              <a:rPr lang="en-US" smtClean="0"/>
              <a:t>5/22/2022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59E3-4B92-4421-94C2-E2FF361B6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00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8DD095-0555-4560-9610-F5BDF55F41B2}" type="datetimeFigureOut">
              <a:rPr lang="en-US" smtClean="0"/>
              <a:t>5/22/2022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1D59E3-4B92-4421-94C2-E2FF361B6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298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spring.io/spring/docs/4.2.x/spring-framework-reference/html/transaction.html#tx-propagation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spring.io/spring/docs/4.2.x/spring-framework-reference/html/transaction.htm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smtClean="0"/>
              <a:t>Spring Transaction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375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21" y="198304"/>
            <a:ext cx="11677879" cy="641181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Spring Boot </a:t>
            </a:r>
            <a:r>
              <a:rPr lang="en-US" b="1" dirty="0" err="1"/>
              <a:t>içerisinde</a:t>
            </a:r>
            <a:r>
              <a:rPr lang="en-US" b="1" dirty="0"/>
              <a:t> “@Transactional” </a:t>
            </a:r>
            <a:r>
              <a:rPr lang="en-US" b="1" dirty="0" err="1"/>
              <a:t>ve</a:t>
            </a:r>
            <a:r>
              <a:rPr lang="en-US" b="1" dirty="0"/>
              <a:t> JPA </a:t>
            </a:r>
            <a:r>
              <a:rPr lang="en-US" b="1" dirty="0" err="1"/>
              <a:t>Kullanımı</a:t>
            </a:r>
            <a:endParaRPr lang="en-US" b="1" dirty="0"/>
          </a:p>
          <a:p>
            <a:pPr marL="0" indent="0">
              <a:buNone/>
            </a:pPr>
            <a:r>
              <a:rPr lang="en-US" dirty="0" err="1"/>
              <a:t>Veritabanları</a:t>
            </a:r>
            <a:r>
              <a:rPr lang="en-US" dirty="0"/>
              <a:t> her ne </a:t>
            </a:r>
            <a:r>
              <a:rPr lang="en-US" dirty="0" err="1"/>
              <a:t>kadar</a:t>
            </a:r>
            <a:r>
              <a:rPr lang="en-US" dirty="0"/>
              <a:t> </a:t>
            </a:r>
            <a:r>
              <a:rPr lang="en-US" dirty="0" err="1"/>
              <a:t>akıllıda</a:t>
            </a:r>
            <a:r>
              <a:rPr lang="en-US" dirty="0"/>
              <a:t> </a:t>
            </a:r>
            <a:r>
              <a:rPr lang="en-US" dirty="0" err="1"/>
              <a:t>olsa</a:t>
            </a:r>
            <a:r>
              <a:rPr lang="en-US" dirty="0"/>
              <a:t> </a:t>
            </a:r>
            <a:r>
              <a:rPr lang="en-US" dirty="0" err="1"/>
              <a:t>yapmış</a:t>
            </a:r>
            <a:r>
              <a:rPr lang="en-US" dirty="0"/>
              <a:t> </a:t>
            </a:r>
            <a:r>
              <a:rPr lang="en-US" dirty="0" err="1"/>
              <a:t>olduğumuz</a:t>
            </a:r>
            <a:r>
              <a:rPr lang="en-US" dirty="0"/>
              <a:t> “</a:t>
            </a:r>
            <a:r>
              <a:rPr lang="en-US" b="1" dirty="0"/>
              <a:t>UPDATE</a:t>
            </a:r>
            <a:r>
              <a:rPr lang="en-US" dirty="0"/>
              <a:t>” </a:t>
            </a:r>
            <a:r>
              <a:rPr lang="en-US" dirty="0" err="1"/>
              <a:t>ve</a:t>
            </a:r>
            <a:r>
              <a:rPr lang="en-US" dirty="0"/>
              <a:t> “</a:t>
            </a:r>
            <a:r>
              <a:rPr lang="en-US" b="1" dirty="0"/>
              <a:t>INSERT</a:t>
            </a:r>
            <a:r>
              <a:rPr lang="en-US" dirty="0"/>
              <a:t>” </a:t>
            </a:r>
            <a:r>
              <a:rPr lang="en-US" dirty="0" err="1"/>
              <a:t>işlemlerimde</a:t>
            </a:r>
            <a:r>
              <a:rPr lang="en-US" dirty="0"/>
              <a:t> </a:t>
            </a:r>
            <a:r>
              <a:rPr lang="en-US" dirty="0" err="1"/>
              <a:t>bizlerden</a:t>
            </a:r>
            <a:r>
              <a:rPr lang="en-US" dirty="0"/>
              <a:t> </a:t>
            </a:r>
            <a:r>
              <a:rPr lang="en-US" dirty="0" err="1"/>
              <a:t>onay</a:t>
            </a:r>
            <a:r>
              <a:rPr lang="en-US" dirty="0"/>
              <a:t> </a:t>
            </a:r>
            <a:r>
              <a:rPr lang="en-US" dirty="0" err="1"/>
              <a:t>beklemektedir</a:t>
            </a:r>
            <a:r>
              <a:rPr lang="en-US" dirty="0"/>
              <a:t>. </a:t>
            </a:r>
            <a:r>
              <a:rPr lang="en-US" dirty="0" err="1"/>
              <a:t>Yapmış</a:t>
            </a:r>
            <a:r>
              <a:rPr lang="en-US" dirty="0"/>
              <a:t> </a:t>
            </a:r>
            <a:r>
              <a:rPr lang="en-US" dirty="0" err="1"/>
              <a:t>olduğumuz</a:t>
            </a:r>
            <a:r>
              <a:rPr lang="en-US" dirty="0"/>
              <a:t> </a:t>
            </a:r>
            <a:r>
              <a:rPr lang="en-US" dirty="0" err="1"/>
              <a:t>işlemleri</a:t>
            </a:r>
            <a:r>
              <a:rPr lang="en-US" dirty="0"/>
              <a:t> </a:t>
            </a:r>
            <a:r>
              <a:rPr lang="en-US" dirty="0" err="1"/>
              <a:t>onaylamak</a:t>
            </a:r>
            <a:r>
              <a:rPr lang="en-US" dirty="0"/>
              <a:t> </a:t>
            </a:r>
            <a:r>
              <a:rPr lang="en-US" dirty="0" err="1"/>
              <a:t>amacıyla</a:t>
            </a:r>
            <a:r>
              <a:rPr lang="en-US" dirty="0"/>
              <a:t> </a:t>
            </a:r>
            <a:r>
              <a:rPr lang="en-US" dirty="0" err="1"/>
              <a:t>kullandığımız</a:t>
            </a:r>
            <a:r>
              <a:rPr lang="en-US" dirty="0"/>
              <a:t> </a:t>
            </a:r>
            <a:r>
              <a:rPr lang="en-US" dirty="0" err="1"/>
              <a:t>sözcük</a:t>
            </a:r>
            <a:r>
              <a:rPr lang="en-US" dirty="0"/>
              <a:t> </a:t>
            </a:r>
            <a:r>
              <a:rPr lang="en-US" dirty="0" err="1"/>
              <a:t>sql</a:t>
            </a:r>
            <a:r>
              <a:rPr lang="en-US" dirty="0"/>
              <a:t> </a:t>
            </a:r>
            <a:r>
              <a:rPr lang="en-US" dirty="0" err="1"/>
              <a:t>dilinde</a:t>
            </a:r>
            <a:r>
              <a:rPr lang="en-US" dirty="0"/>
              <a:t> “</a:t>
            </a:r>
            <a:r>
              <a:rPr lang="en-US" b="1" dirty="0"/>
              <a:t>COMMIT</a:t>
            </a:r>
            <a:r>
              <a:rPr lang="en-US" dirty="0"/>
              <a:t>” </a:t>
            </a:r>
            <a:r>
              <a:rPr lang="en-US" dirty="0" err="1"/>
              <a:t>tir</a:t>
            </a:r>
            <a:r>
              <a:rPr lang="en-US" dirty="0"/>
              <a:t>. Bu </a:t>
            </a:r>
            <a:r>
              <a:rPr lang="en-US" dirty="0" err="1"/>
              <a:t>sözcük</a:t>
            </a:r>
            <a:r>
              <a:rPr lang="en-US" dirty="0"/>
              <a:t> </a:t>
            </a:r>
            <a:r>
              <a:rPr lang="en-US" dirty="0" err="1"/>
              <a:t>sayesinde</a:t>
            </a:r>
            <a:r>
              <a:rPr lang="en-US" dirty="0"/>
              <a:t> insert yada update </a:t>
            </a:r>
            <a:r>
              <a:rPr lang="en-US" dirty="0" err="1"/>
              <a:t>işlemlerimizi</a:t>
            </a:r>
            <a:r>
              <a:rPr lang="en-US" dirty="0"/>
              <a:t> </a:t>
            </a:r>
            <a:r>
              <a:rPr lang="en-US" dirty="0" err="1"/>
              <a:t>onaylamak</a:t>
            </a:r>
            <a:r>
              <a:rPr lang="en-US" dirty="0"/>
              <a:t> </a:t>
            </a:r>
            <a:r>
              <a:rPr lang="en-US" dirty="0" err="1"/>
              <a:t>istediğimizi</a:t>
            </a:r>
            <a:r>
              <a:rPr lang="en-US" dirty="0"/>
              <a:t> </a:t>
            </a:r>
            <a:r>
              <a:rPr lang="en-US" dirty="0" err="1"/>
              <a:t>söyleriz</a:t>
            </a:r>
            <a:r>
              <a:rPr lang="en-US" dirty="0"/>
              <a:t>. </a:t>
            </a:r>
            <a:endParaRPr lang="tr-TR" dirty="0" smtClean="0"/>
          </a:p>
          <a:p>
            <a:pPr marL="0" indent="0">
              <a:buNone/>
            </a:pPr>
            <a:r>
              <a:rPr lang="en-US" dirty="0" err="1" smtClean="0"/>
              <a:t>Fakat</a:t>
            </a:r>
            <a:r>
              <a:rPr lang="en-US" dirty="0" smtClean="0"/>
              <a:t> </a:t>
            </a:r>
            <a:r>
              <a:rPr lang="en-US" dirty="0" err="1"/>
              <a:t>yaptığımız</a:t>
            </a:r>
            <a:r>
              <a:rPr lang="en-US" dirty="0"/>
              <a:t> </a:t>
            </a:r>
            <a:r>
              <a:rPr lang="en-US" dirty="0" err="1"/>
              <a:t>işlemlerin</a:t>
            </a:r>
            <a:r>
              <a:rPr lang="en-US" dirty="0"/>
              <a:t> </a:t>
            </a:r>
            <a:r>
              <a:rPr lang="en-US" dirty="0" err="1"/>
              <a:t>geri</a:t>
            </a:r>
            <a:r>
              <a:rPr lang="en-US" dirty="0"/>
              <a:t> </a:t>
            </a:r>
            <a:r>
              <a:rPr lang="en-US" dirty="0" err="1"/>
              <a:t>alınmasını</a:t>
            </a:r>
            <a:r>
              <a:rPr lang="en-US" dirty="0"/>
              <a:t> </a:t>
            </a:r>
            <a:r>
              <a:rPr lang="en-US" dirty="0" err="1"/>
              <a:t>veritabanına</a:t>
            </a:r>
            <a:r>
              <a:rPr lang="en-US" dirty="0"/>
              <a:t> </a:t>
            </a:r>
            <a:r>
              <a:rPr lang="en-US" dirty="0" err="1"/>
              <a:t>kayıt</a:t>
            </a:r>
            <a:r>
              <a:rPr lang="en-US" dirty="0"/>
              <a:t> </a:t>
            </a:r>
            <a:r>
              <a:rPr lang="en-US" dirty="0" err="1"/>
              <a:t>edilmesini</a:t>
            </a:r>
            <a:r>
              <a:rPr lang="en-US" dirty="0"/>
              <a:t> </a:t>
            </a:r>
            <a:r>
              <a:rPr lang="en-US" dirty="0" err="1"/>
              <a:t>istemiyorsak</a:t>
            </a:r>
            <a:r>
              <a:rPr lang="en-US" dirty="0"/>
              <a:t> o zaman “</a:t>
            </a:r>
            <a:r>
              <a:rPr lang="en-US" b="1" dirty="0"/>
              <a:t>ROLLBACK</a:t>
            </a:r>
            <a:r>
              <a:rPr lang="en-US" dirty="0"/>
              <a:t>” </a:t>
            </a:r>
            <a:r>
              <a:rPr lang="en-US" dirty="0" err="1"/>
              <a:t>sözcüğünü</a:t>
            </a:r>
            <a:r>
              <a:rPr lang="en-US" dirty="0"/>
              <a:t> </a:t>
            </a:r>
            <a:r>
              <a:rPr lang="en-US" dirty="0" err="1"/>
              <a:t>kullanarak</a:t>
            </a:r>
            <a:r>
              <a:rPr lang="en-US" dirty="0"/>
              <a:t> </a:t>
            </a:r>
            <a:r>
              <a:rPr lang="en-US" dirty="0" err="1"/>
              <a:t>işlemlerimizi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geri</a:t>
            </a:r>
            <a:r>
              <a:rPr lang="en-US" dirty="0"/>
              <a:t> </a:t>
            </a:r>
            <a:r>
              <a:rPr lang="en-US" dirty="0" err="1"/>
              <a:t>alınmasını</a:t>
            </a:r>
            <a:r>
              <a:rPr lang="en-US" dirty="0"/>
              <a:t> </a:t>
            </a:r>
            <a:r>
              <a:rPr lang="en-US" dirty="0" err="1"/>
              <a:t>sağlarız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r>
              <a:rPr lang="en-US" b="1" dirty="0"/>
              <a:t>Transaction </a:t>
            </a:r>
            <a:r>
              <a:rPr lang="en-US" b="1" dirty="0" err="1"/>
              <a:t>Nedir</a:t>
            </a:r>
            <a:r>
              <a:rPr lang="en-US" b="1" dirty="0"/>
              <a:t> ?</a:t>
            </a:r>
          </a:p>
          <a:p>
            <a:pPr marL="0" indent="0">
              <a:buNone/>
            </a:pPr>
            <a:r>
              <a:rPr lang="en-US" dirty="0"/>
              <a:t>Transaction </a:t>
            </a:r>
            <a:r>
              <a:rPr lang="en-US" dirty="0" err="1"/>
              <a:t>işlemi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dirty="0" err="1"/>
              <a:t>birden</a:t>
            </a:r>
            <a:r>
              <a:rPr lang="en-US" dirty="0"/>
              <a:t> </a:t>
            </a:r>
            <a:r>
              <a:rPr lang="en-US" dirty="0" err="1"/>
              <a:t>fazla</a:t>
            </a:r>
            <a:r>
              <a:rPr lang="en-US" dirty="0"/>
              <a:t> </a:t>
            </a:r>
            <a:r>
              <a:rPr lang="en-US" dirty="0" err="1"/>
              <a:t>sorguların</a:t>
            </a:r>
            <a:r>
              <a:rPr lang="en-US" dirty="0"/>
              <a:t>(SQL)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süreçte</a:t>
            </a:r>
            <a:r>
              <a:rPr lang="en-US" dirty="0"/>
              <a:t> </a:t>
            </a:r>
            <a:r>
              <a:rPr lang="en-US" dirty="0" err="1"/>
              <a:t>işlem</a:t>
            </a:r>
            <a:r>
              <a:rPr lang="en-US" dirty="0"/>
              <a:t> </a:t>
            </a:r>
            <a:r>
              <a:rPr lang="en-US" dirty="0" err="1"/>
              <a:t>görmesidir.Bu</a:t>
            </a:r>
            <a:r>
              <a:rPr lang="en-US" dirty="0"/>
              <a:t> </a:t>
            </a:r>
            <a:r>
              <a:rPr lang="en-US" dirty="0" err="1"/>
              <a:t>sayede</a:t>
            </a:r>
            <a:r>
              <a:rPr lang="en-US" dirty="0"/>
              <a:t> 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istenmeyen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durum </a:t>
            </a:r>
            <a:r>
              <a:rPr lang="en-US" dirty="0" err="1"/>
              <a:t>oluştuğunda</a:t>
            </a:r>
            <a:r>
              <a:rPr lang="en-US" dirty="0"/>
              <a:t> </a:t>
            </a:r>
            <a:r>
              <a:rPr lang="en-US" dirty="0" err="1"/>
              <a:t>bütün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süreci</a:t>
            </a:r>
            <a:r>
              <a:rPr lang="en-US" dirty="0"/>
              <a:t> </a:t>
            </a:r>
            <a:r>
              <a:rPr lang="en-US" dirty="0" err="1"/>
              <a:t>geri</a:t>
            </a:r>
            <a:r>
              <a:rPr lang="en-US" dirty="0"/>
              <a:t> </a:t>
            </a:r>
            <a:r>
              <a:rPr lang="en-US" dirty="0" err="1"/>
              <a:t>alabiliriz</a:t>
            </a:r>
            <a:r>
              <a:rPr lang="en-US" dirty="0"/>
              <a:t>(</a:t>
            </a:r>
            <a:r>
              <a:rPr lang="en-US" i="1" dirty="0"/>
              <a:t>rollback</a:t>
            </a:r>
            <a:r>
              <a:rPr lang="en-US" dirty="0"/>
              <a:t>), yada </a:t>
            </a:r>
            <a:r>
              <a:rPr lang="en-US" dirty="0" err="1"/>
              <a:t>hepsi</a:t>
            </a:r>
            <a:r>
              <a:rPr lang="en-US" dirty="0"/>
              <a:t>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onaylayabiliriz</a:t>
            </a:r>
            <a:endParaRPr lang="en-US" dirty="0"/>
          </a:p>
          <a:p>
            <a:pPr marL="0" indent="0">
              <a:buNone/>
            </a:pPr>
            <a:r>
              <a:rPr lang="en-US" i="1" dirty="0" err="1"/>
              <a:t>Peki</a:t>
            </a:r>
            <a:r>
              <a:rPr lang="en-US" i="1" dirty="0"/>
              <a:t> </a:t>
            </a:r>
            <a:r>
              <a:rPr lang="en-US" i="1" dirty="0" err="1"/>
              <a:t>bu</a:t>
            </a:r>
            <a:r>
              <a:rPr lang="en-US" i="1" dirty="0"/>
              <a:t> </a:t>
            </a:r>
            <a:r>
              <a:rPr lang="en-US" i="1" dirty="0" err="1"/>
              <a:t>durumda</a:t>
            </a:r>
            <a:r>
              <a:rPr lang="en-US" i="1" dirty="0"/>
              <a:t> Connection </a:t>
            </a:r>
            <a:r>
              <a:rPr lang="en-US" i="1" dirty="0" err="1"/>
              <a:t>ile</a:t>
            </a:r>
            <a:r>
              <a:rPr lang="en-US" i="1" dirty="0"/>
              <a:t> Transaction </a:t>
            </a:r>
            <a:r>
              <a:rPr lang="en-US" i="1" dirty="0" err="1"/>
              <a:t>arasındaki</a:t>
            </a:r>
            <a:r>
              <a:rPr lang="en-US" i="1" dirty="0"/>
              <a:t> </a:t>
            </a:r>
            <a:r>
              <a:rPr lang="en-US" i="1" dirty="0" err="1"/>
              <a:t>bağlantı</a:t>
            </a:r>
            <a:r>
              <a:rPr lang="en-US" i="1" dirty="0"/>
              <a:t> </a:t>
            </a:r>
            <a:r>
              <a:rPr lang="en-US" i="1" dirty="0" err="1"/>
              <a:t>nedir</a:t>
            </a:r>
            <a:r>
              <a:rPr lang="en-US" i="1" dirty="0"/>
              <a:t> ?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46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21" y="198304"/>
            <a:ext cx="11677879" cy="641181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Transaction </a:t>
            </a:r>
            <a:r>
              <a:rPr lang="en-US" b="1" dirty="0" err="1"/>
              <a:t>Yönetimi</a:t>
            </a:r>
            <a:endParaRPr lang="en-US" b="1" dirty="0"/>
          </a:p>
          <a:p>
            <a:pPr marL="0" indent="0">
              <a:buNone/>
            </a:pPr>
            <a:r>
              <a:rPr lang="en-US" dirty="0" err="1"/>
              <a:t>Transactionları</a:t>
            </a:r>
            <a:r>
              <a:rPr lang="en-US" dirty="0"/>
              <a:t> </a:t>
            </a:r>
            <a:r>
              <a:rPr lang="en-US" dirty="0" err="1"/>
              <a:t>Aşağıdaki</a:t>
            </a:r>
            <a:r>
              <a:rPr lang="en-US" dirty="0"/>
              <a:t> </a:t>
            </a:r>
            <a:r>
              <a:rPr lang="en-US" dirty="0" err="1"/>
              <a:t>örnekte</a:t>
            </a:r>
            <a:r>
              <a:rPr lang="en-US" dirty="0"/>
              <a:t> </a:t>
            </a:r>
            <a:r>
              <a:rPr lang="en-US" dirty="0" err="1"/>
              <a:t>olduğu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try-catch </a:t>
            </a:r>
            <a:r>
              <a:rPr lang="en-US" dirty="0" err="1"/>
              <a:t>bloğunda</a:t>
            </a:r>
            <a:r>
              <a:rPr lang="en-US" dirty="0"/>
              <a:t> </a:t>
            </a:r>
            <a:r>
              <a:rPr lang="en-US" dirty="0" err="1"/>
              <a:t>yönetebiliriz</a:t>
            </a:r>
            <a:r>
              <a:rPr lang="en-US" dirty="0"/>
              <a:t>. </a:t>
            </a:r>
            <a:r>
              <a:rPr lang="en-US" dirty="0" err="1"/>
              <a:t>Fakat</a:t>
            </a:r>
            <a:r>
              <a:rPr lang="en-US" dirty="0"/>
              <a:t> </a:t>
            </a:r>
            <a:r>
              <a:rPr lang="en-US" dirty="0" err="1"/>
              <a:t>böyle</a:t>
            </a:r>
            <a:r>
              <a:rPr lang="en-US" dirty="0"/>
              <a:t> </a:t>
            </a:r>
            <a:r>
              <a:rPr lang="en-US" dirty="0" err="1"/>
              <a:t>yapmak</a:t>
            </a:r>
            <a:r>
              <a:rPr lang="en-US" dirty="0"/>
              <a:t> hem </a:t>
            </a:r>
            <a:r>
              <a:rPr lang="en-US" dirty="0" err="1"/>
              <a:t>zahmetli</a:t>
            </a:r>
            <a:r>
              <a:rPr lang="en-US" dirty="0"/>
              <a:t> </a:t>
            </a:r>
            <a:r>
              <a:rPr lang="en-US" dirty="0" err="1"/>
              <a:t>hemde</a:t>
            </a:r>
            <a:r>
              <a:rPr lang="en-US" dirty="0"/>
              <a:t> </a:t>
            </a:r>
            <a:r>
              <a:rPr lang="en-US" dirty="0" err="1"/>
              <a:t>açık</a:t>
            </a:r>
            <a:r>
              <a:rPr lang="en-US" dirty="0"/>
              <a:t> connection </a:t>
            </a:r>
            <a:r>
              <a:rPr lang="en-US" dirty="0" err="1"/>
              <a:t>kalması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istenmeyen</a:t>
            </a:r>
            <a:r>
              <a:rPr lang="en-US" dirty="0"/>
              <a:t> </a:t>
            </a:r>
            <a:r>
              <a:rPr lang="en-US" dirty="0" err="1"/>
              <a:t>durumlar</a:t>
            </a:r>
            <a:r>
              <a:rPr lang="en-US" dirty="0"/>
              <a:t> </a:t>
            </a:r>
            <a:r>
              <a:rPr lang="en-US" dirty="0" err="1"/>
              <a:t>oluşturabilir.Aynı</a:t>
            </a:r>
            <a:r>
              <a:rPr lang="en-US" dirty="0"/>
              <a:t> </a:t>
            </a:r>
            <a:r>
              <a:rPr lang="en-US" dirty="0" err="1"/>
              <a:t>zamanda</a:t>
            </a:r>
            <a:r>
              <a:rPr lang="en-US" dirty="0"/>
              <a:t> da </a:t>
            </a:r>
            <a:r>
              <a:rPr lang="en-US" dirty="0" err="1"/>
              <a:t>kodun</a:t>
            </a:r>
            <a:r>
              <a:rPr lang="en-US" dirty="0"/>
              <a:t> </a:t>
            </a:r>
            <a:r>
              <a:rPr lang="en-US" dirty="0" err="1"/>
              <a:t>okunabilirliği</a:t>
            </a:r>
            <a:r>
              <a:rPr lang="en-US" dirty="0"/>
              <a:t> </a:t>
            </a:r>
            <a:r>
              <a:rPr lang="en-US" dirty="0" err="1"/>
              <a:t>azalacaktır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işi</a:t>
            </a:r>
            <a:r>
              <a:rPr lang="en-US" dirty="0"/>
              <a:t> </a:t>
            </a:r>
            <a:r>
              <a:rPr lang="en-US" b="1" dirty="0"/>
              <a:t>Spring framework </a:t>
            </a:r>
            <a:r>
              <a:rPr lang="en-US" dirty="0"/>
              <a:t>’e </a:t>
            </a:r>
            <a:r>
              <a:rPr lang="en-US" dirty="0" err="1"/>
              <a:t>bırakırsanız</a:t>
            </a:r>
            <a:r>
              <a:rPr lang="en-US" dirty="0"/>
              <a:t> </a:t>
            </a:r>
            <a:r>
              <a:rPr lang="en-US" dirty="0" err="1"/>
              <a:t>işleriniz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kolaylaşacaktır</a:t>
            </a:r>
            <a:r>
              <a:rPr lang="en-US" dirty="0"/>
              <a:t>. </a:t>
            </a:r>
            <a:r>
              <a:rPr lang="en-US" dirty="0" err="1"/>
              <a:t>Bilindiği</a:t>
            </a:r>
            <a:r>
              <a:rPr lang="en-US" dirty="0"/>
              <a:t> </a:t>
            </a:r>
            <a:r>
              <a:rPr lang="en-US" dirty="0" err="1"/>
              <a:t>üzere</a:t>
            </a:r>
            <a:r>
              <a:rPr lang="en-US" dirty="0"/>
              <a:t> spring boot java </a:t>
            </a:r>
            <a:r>
              <a:rPr lang="en-US" dirty="0" err="1"/>
              <a:t>kodlarını</a:t>
            </a:r>
            <a:r>
              <a:rPr lang="en-US" dirty="0"/>
              <a:t> </a:t>
            </a:r>
            <a:r>
              <a:rPr lang="en-US" b="1" dirty="0" err="1"/>
              <a:t>anotasyonlar</a:t>
            </a:r>
            <a:r>
              <a:rPr lang="en-US" dirty="0"/>
              <a:t> </a:t>
            </a:r>
            <a:r>
              <a:rPr lang="en-US" dirty="0" err="1"/>
              <a:t>kullanarak</a:t>
            </a:r>
            <a:r>
              <a:rPr lang="en-US" dirty="0"/>
              <a:t> </a:t>
            </a:r>
            <a:r>
              <a:rPr lang="en-US" dirty="0" err="1"/>
              <a:t>yönetir</a:t>
            </a:r>
            <a:r>
              <a:rPr lang="en-US" dirty="0"/>
              <a:t>. </a:t>
            </a:r>
            <a:r>
              <a:rPr lang="en-US" b="1" dirty="0"/>
              <a:t>Spring</a:t>
            </a:r>
            <a:r>
              <a:rPr lang="en-US" dirty="0"/>
              <a:t> </a:t>
            </a:r>
            <a:r>
              <a:rPr lang="en-US" b="1" dirty="0"/>
              <a:t>boot</a:t>
            </a:r>
            <a:r>
              <a:rPr lang="en-US" dirty="0"/>
              <a:t> transaction </a:t>
            </a:r>
            <a:r>
              <a:rPr lang="en-US" dirty="0" err="1"/>
              <a:t>yönetimi</a:t>
            </a:r>
            <a:r>
              <a:rPr lang="en-US" dirty="0"/>
              <a:t> </a:t>
            </a:r>
            <a:r>
              <a:rPr lang="en-US" dirty="0" err="1"/>
              <a:t>sağlamak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“</a:t>
            </a:r>
            <a:r>
              <a:rPr lang="en-US" b="1" dirty="0"/>
              <a:t>@Transactional</a:t>
            </a:r>
            <a:r>
              <a:rPr lang="en-US" dirty="0"/>
              <a:t>” </a:t>
            </a:r>
            <a:r>
              <a:rPr lang="en-US" dirty="0" err="1"/>
              <a:t>keyword’unu</a:t>
            </a:r>
            <a:r>
              <a:rPr lang="en-US" dirty="0"/>
              <a:t> </a:t>
            </a:r>
            <a:r>
              <a:rPr lang="en-US" dirty="0" err="1"/>
              <a:t>kullanır</a:t>
            </a:r>
            <a:r>
              <a:rPr lang="en-US" dirty="0"/>
              <a:t>. Bu keyword </a:t>
            </a:r>
            <a:r>
              <a:rPr lang="en-US" dirty="0" err="1"/>
              <a:t>sayesinde</a:t>
            </a:r>
            <a:r>
              <a:rPr lang="en-US" dirty="0"/>
              <a:t> </a:t>
            </a:r>
            <a:r>
              <a:rPr lang="en-US" dirty="0" err="1"/>
              <a:t>veritabanı</a:t>
            </a:r>
            <a:r>
              <a:rPr lang="en-US" dirty="0"/>
              <a:t> </a:t>
            </a:r>
            <a:r>
              <a:rPr lang="en-US" dirty="0" err="1"/>
              <a:t>operasyonlarının</a:t>
            </a:r>
            <a:r>
              <a:rPr lang="en-US" dirty="0"/>
              <a:t> </a:t>
            </a:r>
            <a:r>
              <a:rPr lang="en-US" dirty="0" err="1"/>
              <a:t>yönetimi</a:t>
            </a:r>
            <a:r>
              <a:rPr lang="en-US" dirty="0"/>
              <a:t> </a:t>
            </a:r>
            <a:r>
              <a:rPr lang="en-US" dirty="0" err="1"/>
              <a:t>parametreler</a:t>
            </a:r>
            <a:r>
              <a:rPr lang="en-US" dirty="0"/>
              <a:t> </a:t>
            </a:r>
            <a:r>
              <a:rPr lang="en-US" dirty="0" err="1"/>
              <a:t>aracılığıyla</a:t>
            </a:r>
            <a:r>
              <a:rPr lang="en-US" dirty="0"/>
              <a:t> </a:t>
            </a:r>
            <a:r>
              <a:rPr lang="en-US" dirty="0" err="1"/>
              <a:t>spring’e</a:t>
            </a:r>
            <a:r>
              <a:rPr lang="en-US" dirty="0"/>
              <a:t> </a:t>
            </a:r>
            <a:r>
              <a:rPr lang="en-US" dirty="0" err="1"/>
              <a:t>bırakmış</a:t>
            </a:r>
            <a:r>
              <a:rPr lang="en-US" dirty="0"/>
              <a:t> </a:t>
            </a:r>
            <a:r>
              <a:rPr lang="en-US" dirty="0" err="1"/>
              <a:t>oluyoruz</a:t>
            </a:r>
            <a:r>
              <a:rPr lang="en-US" dirty="0"/>
              <a:t>. “Bu </a:t>
            </a:r>
            <a:r>
              <a:rPr lang="en-US" dirty="0" err="1"/>
              <a:t>yönetimi</a:t>
            </a:r>
            <a:r>
              <a:rPr lang="en-US" dirty="0"/>
              <a:t> class </a:t>
            </a:r>
            <a:r>
              <a:rPr lang="en-US" dirty="0" err="1"/>
              <a:t>seviyesinde</a:t>
            </a:r>
            <a:r>
              <a:rPr lang="en-US" dirty="0"/>
              <a:t> </a:t>
            </a:r>
            <a:r>
              <a:rPr lang="en-US" dirty="0" err="1"/>
              <a:t>yapılabileceği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fonksiyon</a:t>
            </a:r>
            <a:r>
              <a:rPr lang="en-US" dirty="0"/>
              <a:t> </a:t>
            </a:r>
            <a:r>
              <a:rPr lang="en-US" dirty="0" err="1"/>
              <a:t>seviyesine</a:t>
            </a:r>
            <a:r>
              <a:rPr lang="en-US" dirty="0"/>
              <a:t> de </a:t>
            </a:r>
            <a:r>
              <a:rPr lang="en-US" dirty="0" err="1"/>
              <a:t>yapılabilir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116" y="1821225"/>
            <a:ext cx="6882099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415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21" y="198304"/>
            <a:ext cx="11677879" cy="64118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Spring Boot Transaction </a:t>
            </a:r>
            <a:r>
              <a:rPr lang="en-US" sz="2200" b="1" dirty="0" err="1"/>
              <a:t>özellikleri</a:t>
            </a:r>
            <a:endParaRPr lang="en-US" sz="2200" b="1" dirty="0"/>
          </a:p>
          <a:p>
            <a:pPr marL="0" indent="0">
              <a:buNone/>
            </a:pPr>
            <a:endParaRPr lang="tr-TR" sz="2200" dirty="0" smtClean="0"/>
          </a:p>
          <a:p>
            <a:pPr marL="0" indent="0">
              <a:buNone/>
            </a:pPr>
            <a:endParaRPr lang="tr-TR" sz="2200" dirty="0" smtClean="0"/>
          </a:p>
          <a:p>
            <a:pPr marL="0" indent="0">
              <a:buNone/>
            </a:pPr>
            <a:endParaRPr lang="tr-TR" sz="2200" dirty="0"/>
          </a:p>
          <a:p>
            <a:pPr marL="0" indent="0">
              <a:buNone/>
            </a:pPr>
            <a:endParaRPr lang="tr-TR" sz="2200" dirty="0" smtClean="0"/>
          </a:p>
          <a:p>
            <a:pPr marL="0" indent="0">
              <a:buNone/>
            </a:pPr>
            <a:endParaRPr lang="tr-TR" sz="2200" dirty="0"/>
          </a:p>
          <a:p>
            <a:pPr marL="0" indent="0">
              <a:buNone/>
            </a:pPr>
            <a:endParaRPr lang="tr-TR" sz="2200" dirty="0" smtClean="0"/>
          </a:p>
          <a:p>
            <a:pPr marL="0" indent="0">
              <a:buNone/>
            </a:pPr>
            <a:endParaRPr lang="tr-TR" sz="2200" dirty="0"/>
          </a:p>
          <a:p>
            <a:pPr marL="0" indent="0">
              <a:buNone/>
            </a:pPr>
            <a:endParaRPr lang="tr-TR" sz="2200" dirty="0" smtClean="0"/>
          </a:p>
          <a:p>
            <a:pPr marL="0" indent="0">
              <a:buNone/>
            </a:pPr>
            <a:endParaRPr lang="tr-TR" sz="2200" dirty="0"/>
          </a:p>
          <a:p>
            <a:pPr marL="0" indent="0">
              <a:buNone/>
            </a:pPr>
            <a:r>
              <a:rPr lang="en-US" sz="2200" b="1" dirty="0"/>
              <a:t>A. propagation</a:t>
            </a:r>
            <a:r>
              <a:rPr lang="en-US" sz="2200" dirty="0"/>
              <a:t>:</a:t>
            </a:r>
          </a:p>
          <a:p>
            <a:pPr marL="0" indent="0">
              <a:buNone/>
            </a:pPr>
            <a:r>
              <a:rPr lang="en-US" sz="2200" dirty="0"/>
              <a:t>Bu </a:t>
            </a:r>
            <a:r>
              <a:rPr lang="en-US" sz="2200" dirty="0" err="1"/>
              <a:t>özellik</a:t>
            </a:r>
            <a:r>
              <a:rPr lang="en-US" sz="2200" dirty="0"/>
              <a:t> </a:t>
            </a:r>
            <a:r>
              <a:rPr lang="en-US" sz="2200" dirty="0" err="1"/>
              <a:t>ile</a:t>
            </a:r>
            <a:r>
              <a:rPr lang="en-US" sz="2200" dirty="0"/>
              <a:t> </a:t>
            </a:r>
            <a:r>
              <a:rPr lang="en-US" sz="2200" dirty="0" err="1"/>
              <a:t>yeni</a:t>
            </a:r>
            <a:r>
              <a:rPr lang="en-US" sz="2200" dirty="0"/>
              <a:t> </a:t>
            </a:r>
            <a:r>
              <a:rPr lang="en-US" sz="2200" dirty="0" err="1"/>
              <a:t>bir</a:t>
            </a:r>
            <a:r>
              <a:rPr lang="en-US" sz="2200" dirty="0"/>
              <a:t> transaction  </a:t>
            </a:r>
            <a:r>
              <a:rPr lang="en-US" sz="2200" dirty="0" err="1"/>
              <a:t>açılıp</a:t>
            </a:r>
            <a:r>
              <a:rPr lang="en-US" sz="2200" dirty="0"/>
              <a:t> </a:t>
            </a:r>
            <a:r>
              <a:rPr lang="en-US" sz="2200" dirty="0" err="1"/>
              <a:t>açılmayacağına,mevcut</a:t>
            </a:r>
            <a:r>
              <a:rPr lang="en-US" sz="2200" dirty="0"/>
              <a:t> </a:t>
            </a:r>
            <a:r>
              <a:rPr lang="en-US" sz="2200" dirty="0" err="1"/>
              <a:t>bir</a:t>
            </a:r>
            <a:r>
              <a:rPr lang="en-US" sz="2200" dirty="0"/>
              <a:t> transaction </a:t>
            </a:r>
            <a:r>
              <a:rPr lang="en-US" sz="2200" dirty="0" err="1"/>
              <a:t>var</a:t>
            </a:r>
            <a:r>
              <a:rPr lang="en-US" sz="2200" dirty="0"/>
              <a:t> </a:t>
            </a:r>
            <a:r>
              <a:rPr lang="en-US" sz="2200" dirty="0" err="1"/>
              <a:t>ise</a:t>
            </a:r>
            <a:r>
              <a:rPr lang="en-US" sz="2200" dirty="0"/>
              <a:t> </a:t>
            </a:r>
            <a:r>
              <a:rPr lang="en-US" sz="2200" dirty="0" err="1"/>
              <a:t>kullanılıp</a:t>
            </a:r>
            <a:r>
              <a:rPr lang="en-US" sz="2200" dirty="0"/>
              <a:t> </a:t>
            </a:r>
            <a:r>
              <a:rPr lang="en-US" sz="2200" dirty="0" err="1"/>
              <a:t>kullanılmayacağına</a:t>
            </a:r>
            <a:r>
              <a:rPr lang="en-US" sz="2200" dirty="0"/>
              <a:t> </a:t>
            </a:r>
            <a:r>
              <a:rPr lang="en-US" sz="2200" dirty="0" err="1" smtClean="0"/>
              <a:t>kara</a:t>
            </a:r>
            <a:r>
              <a:rPr lang="tr-TR" sz="2200" dirty="0" smtClean="0"/>
              <a:t>r</a:t>
            </a:r>
            <a:r>
              <a:rPr lang="en-US" sz="2200" dirty="0" smtClean="0"/>
              <a:t> </a:t>
            </a:r>
            <a:r>
              <a:rPr lang="en-US" sz="2200" dirty="0" err="1"/>
              <a:t>verilmesine</a:t>
            </a:r>
            <a:r>
              <a:rPr lang="en-US" sz="2200" dirty="0"/>
              <a:t> </a:t>
            </a:r>
            <a:r>
              <a:rPr lang="en-US" sz="2200" dirty="0" err="1"/>
              <a:t>sağlar.Bu</a:t>
            </a:r>
            <a:r>
              <a:rPr lang="en-US" sz="2200" dirty="0"/>
              <a:t> </a:t>
            </a:r>
            <a:r>
              <a:rPr lang="en-US" sz="2200" dirty="0" err="1"/>
              <a:t>kararı</a:t>
            </a:r>
            <a:r>
              <a:rPr lang="en-US" sz="2200" dirty="0"/>
              <a:t> da </a:t>
            </a:r>
            <a:r>
              <a:rPr lang="en-US" sz="2200" dirty="0" err="1"/>
              <a:t>yukarıda</a:t>
            </a:r>
            <a:r>
              <a:rPr lang="en-US" sz="2200" dirty="0"/>
              <a:t> </a:t>
            </a:r>
            <a:r>
              <a:rPr lang="en-US" sz="2200" dirty="0" err="1"/>
              <a:t>şemadaki</a:t>
            </a:r>
            <a:r>
              <a:rPr lang="en-US" sz="2200" dirty="0"/>
              <a:t> </a:t>
            </a:r>
            <a:r>
              <a:rPr lang="en-US" sz="2200" dirty="0" err="1"/>
              <a:t>parametrelere</a:t>
            </a:r>
            <a:r>
              <a:rPr lang="en-US" sz="2200" dirty="0"/>
              <a:t> </a:t>
            </a:r>
            <a:r>
              <a:rPr lang="en-US" sz="2200" dirty="0" err="1"/>
              <a:t>göre</a:t>
            </a:r>
            <a:r>
              <a:rPr lang="en-US" sz="2200" dirty="0"/>
              <a:t> </a:t>
            </a:r>
            <a:r>
              <a:rPr lang="en-US" sz="2200" dirty="0" err="1"/>
              <a:t>sağlar</a:t>
            </a:r>
            <a:r>
              <a:rPr lang="en-US" sz="2200" dirty="0" smtClean="0"/>
              <a:t>.</a:t>
            </a:r>
            <a:r>
              <a:rPr lang="tr-TR" sz="2200" dirty="0" smtClean="0"/>
              <a:t> </a:t>
            </a:r>
            <a:r>
              <a:rPr lang="en-US" sz="2200" dirty="0" err="1"/>
              <a:t>Servis</a:t>
            </a:r>
            <a:r>
              <a:rPr lang="en-US" sz="2200" dirty="0"/>
              <a:t> </a:t>
            </a:r>
            <a:r>
              <a:rPr lang="en-US" sz="2200" dirty="0" err="1"/>
              <a:t>metodu</a:t>
            </a:r>
            <a:r>
              <a:rPr lang="en-US" sz="2200" dirty="0"/>
              <a:t> </a:t>
            </a:r>
            <a:r>
              <a:rPr lang="en-US" sz="2200" dirty="0" err="1"/>
              <a:t>çağrıldığı</a:t>
            </a:r>
            <a:r>
              <a:rPr lang="en-US" sz="2200" dirty="0"/>
              <a:t> </a:t>
            </a:r>
            <a:r>
              <a:rPr lang="en-US" sz="2200" dirty="0" err="1"/>
              <a:t>vakit</a:t>
            </a:r>
            <a:r>
              <a:rPr lang="en-US" sz="2200" dirty="0"/>
              <a:t> </a:t>
            </a:r>
            <a:r>
              <a:rPr lang="en-US" sz="2200" b="1" dirty="0"/>
              <a:t>Transaction</a:t>
            </a:r>
            <a:r>
              <a:rPr lang="en-US" sz="2200" dirty="0"/>
              <a:t> </a:t>
            </a:r>
            <a:r>
              <a:rPr lang="en-US" sz="2200" dirty="0" err="1"/>
              <a:t>başlatılıp</a:t>
            </a:r>
            <a:r>
              <a:rPr lang="en-US" sz="2200" dirty="0"/>
              <a:t> </a:t>
            </a:r>
            <a:r>
              <a:rPr lang="en-US" sz="2200" dirty="0" err="1"/>
              <a:t>başlatılmayacağına</a:t>
            </a:r>
            <a:r>
              <a:rPr lang="en-US" sz="2200" dirty="0"/>
              <a:t> </a:t>
            </a:r>
            <a:r>
              <a:rPr lang="en-US" sz="2200" dirty="0" err="1"/>
              <a:t>mevcut</a:t>
            </a:r>
            <a:r>
              <a:rPr lang="en-US" sz="2200" dirty="0"/>
              <a:t> transaction </a:t>
            </a:r>
            <a:r>
              <a:rPr lang="en-US" sz="2200" dirty="0" err="1"/>
              <a:t>varsa</a:t>
            </a:r>
            <a:r>
              <a:rPr lang="en-US" sz="2200" dirty="0"/>
              <a:t> </a:t>
            </a:r>
            <a:r>
              <a:rPr lang="en-US" sz="2200" dirty="0" err="1"/>
              <a:t>bunun</a:t>
            </a:r>
            <a:r>
              <a:rPr lang="en-US" sz="2200" dirty="0"/>
              <a:t> </a:t>
            </a:r>
            <a:r>
              <a:rPr lang="en-US" sz="2200" dirty="0" err="1"/>
              <a:t>devam</a:t>
            </a:r>
            <a:r>
              <a:rPr lang="en-US" sz="2200" dirty="0"/>
              <a:t> </a:t>
            </a:r>
            <a:r>
              <a:rPr lang="en-US" sz="2200" dirty="0" err="1"/>
              <a:t>etmesini</a:t>
            </a:r>
            <a:r>
              <a:rPr lang="en-US" sz="2200" dirty="0"/>
              <a:t> </a:t>
            </a:r>
            <a:r>
              <a:rPr lang="en-US" sz="2200" dirty="0" err="1"/>
              <a:t>yoksa</a:t>
            </a:r>
            <a:r>
              <a:rPr lang="en-US" sz="2200" dirty="0"/>
              <a:t> </a:t>
            </a:r>
            <a:r>
              <a:rPr lang="en-US" sz="2200" dirty="0" err="1"/>
              <a:t>yeni</a:t>
            </a:r>
            <a:r>
              <a:rPr lang="en-US" sz="2200" dirty="0"/>
              <a:t> </a:t>
            </a:r>
            <a:r>
              <a:rPr lang="en-US" sz="2200" dirty="0" err="1"/>
              <a:t>bir</a:t>
            </a:r>
            <a:r>
              <a:rPr lang="en-US" sz="2200" dirty="0"/>
              <a:t> transaction </a:t>
            </a:r>
            <a:r>
              <a:rPr lang="en-US" sz="2200" dirty="0" err="1"/>
              <a:t>oluşturulmasına</a:t>
            </a:r>
            <a:r>
              <a:rPr lang="en-US" sz="2200" dirty="0"/>
              <a:t> </a:t>
            </a:r>
            <a:r>
              <a:rPr lang="en-US" sz="2200" dirty="0" err="1"/>
              <a:t>göre</a:t>
            </a:r>
            <a:r>
              <a:rPr lang="en-US" sz="2200" dirty="0"/>
              <a:t> </a:t>
            </a:r>
            <a:r>
              <a:rPr lang="en-US" sz="2200" dirty="0" err="1"/>
              <a:t>davranış</a:t>
            </a:r>
            <a:r>
              <a:rPr lang="en-US" sz="2200" dirty="0"/>
              <a:t> </a:t>
            </a:r>
            <a:r>
              <a:rPr lang="en-US" sz="2200" dirty="0" err="1"/>
              <a:t>şekillerini</a:t>
            </a:r>
            <a:r>
              <a:rPr lang="en-US" sz="2200" dirty="0"/>
              <a:t> </a:t>
            </a:r>
            <a:r>
              <a:rPr lang="en-US" sz="2200" dirty="0" err="1"/>
              <a:t>belirlemeye</a:t>
            </a:r>
            <a:r>
              <a:rPr lang="en-US" sz="2200" dirty="0"/>
              <a:t> </a:t>
            </a:r>
            <a:r>
              <a:rPr lang="en-US" sz="2200" dirty="0" err="1"/>
              <a:t>yarayan</a:t>
            </a:r>
            <a:r>
              <a:rPr lang="en-US" sz="2200" dirty="0"/>
              <a:t> </a:t>
            </a:r>
            <a:r>
              <a:rPr lang="en-US" sz="2200" dirty="0" err="1"/>
              <a:t>bir</a:t>
            </a:r>
            <a:r>
              <a:rPr lang="en-US" sz="2200" dirty="0"/>
              <a:t> </a:t>
            </a:r>
            <a:r>
              <a:rPr lang="en-US" sz="2200" dirty="0" err="1"/>
              <a:t>enum</a:t>
            </a:r>
            <a:r>
              <a:rPr lang="en-US" sz="2200" dirty="0"/>
              <a:t> </a:t>
            </a:r>
            <a:r>
              <a:rPr lang="en-US" sz="2200" dirty="0" err="1"/>
              <a:t>sınıftır</a:t>
            </a:r>
            <a:r>
              <a:rPr lang="en-US" sz="2200" dirty="0"/>
              <a:t>. </a:t>
            </a:r>
            <a:r>
              <a:rPr lang="en-US" sz="2200" b="1" dirty="0"/>
              <a:t>EJB</a:t>
            </a:r>
            <a:r>
              <a:rPr lang="en-US" sz="2200" dirty="0"/>
              <a:t> de </a:t>
            </a:r>
            <a:r>
              <a:rPr lang="en-US" sz="2200" dirty="0" err="1"/>
              <a:t>de</a:t>
            </a:r>
            <a:r>
              <a:rPr lang="en-US" sz="2200" dirty="0"/>
              <a:t> </a:t>
            </a:r>
            <a:r>
              <a:rPr lang="en-US" sz="2200" dirty="0" err="1"/>
              <a:t>bulunan</a:t>
            </a:r>
            <a:r>
              <a:rPr lang="en-US" sz="2200" dirty="0"/>
              <a:t> </a:t>
            </a:r>
            <a:r>
              <a:rPr lang="en-US" sz="2200" dirty="0" err="1"/>
              <a:t>bu</a:t>
            </a:r>
            <a:r>
              <a:rPr lang="en-US" sz="2200" dirty="0"/>
              <a:t> </a:t>
            </a:r>
            <a:r>
              <a:rPr lang="en-US" sz="2200" dirty="0" err="1"/>
              <a:t>kuralları</a:t>
            </a:r>
            <a:r>
              <a:rPr lang="en-US" sz="2200" dirty="0"/>
              <a:t> spring </a:t>
            </a:r>
            <a:r>
              <a:rPr lang="en-US" sz="2200" dirty="0" err="1"/>
              <a:t>doğrudan</a:t>
            </a:r>
            <a:r>
              <a:rPr lang="en-US" sz="2200" dirty="0"/>
              <a:t> </a:t>
            </a:r>
            <a:r>
              <a:rPr lang="en-US" sz="2200" dirty="0" err="1"/>
              <a:t>benimsemiştir</a:t>
            </a:r>
            <a:r>
              <a:rPr lang="en-US" sz="2200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21" y="550844"/>
            <a:ext cx="11544300" cy="3977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251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21" y="198304"/>
            <a:ext cx="11677879" cy="641181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1</a:t>
            </a:r>
            <a:r>
              <a:rPr lang="en-US" dirty="0"/>
              <a:t>.</a:t>
            </a:r>
            <a:r>
              <a:rPr lang="en-US" b="1" dirty="0"/>
              <a:t> </a:t>
            </a:r>
            <a:r>
              <a:rPr lang="en-US" b="1" dirty="0" err="1"/>
              <a:t>Propagation.</a:t>
            </a:r>
            <a:r>
              <a:rPr lang="en-US" b="1" i="1" dirty="0" err="1"/>
              <a:t>REQUIRED</a:t>
            </a:r>
            <a:r>
              <a:rPr lang="en-US" b="1" i="1" dirty="0"/>
              <a:t>: </a:t>
            </a:r>
            <a:r>
              <a:rPr lang="en-US" dirty="0"/>
              <a:t>.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mevcutta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transaction </a:t>
            </a:r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</a:t>
            </a:r>
            <a:r>
              <a:rPr lang="en-US" dirty="0" err="1"/>
              <a:t>yeni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transaction </a:t>
            </a:r>
            <a:r>
              <a:rPr lang="en-US" dirty="0" err="1"/>
              <a:t>açmadan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transactionu</a:t>
            </a:r>
            <a:r>
              <a:rPr lang="en-US" dirty="0"/>
              <a:t> </a:t>
            </a:r>
            <a:r>
              <a:rPr lang="en-US" dirty="0" err="1"/>
              <a:t>kullanır,Eğer</a:t>
            </a:r>
            <a:r>
              <a:rPr lang="en-US" dirty="0"/>
              <a:t> transaction </a:t>
            </a:r>
            <a:r>
              <a:rPr lang="en-US" dirty="0" err="1"/>
              <a:t>yoksa</a:t>
            </a:r>
            <a:r>
              <a:rPr lang="en-US" dirty="0"/>
              <a:t> </a:t>
            </a:r>
            <a:r>
              <a:rPr lang="en-US" dirty="0" err="1"/>
              <a:t>yeni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transaction </a:t>
            </a:r>
            <a:r>
              <a:rPr lang="en-US" dirty="0" err="1"/>
              <a:t>açar</a:t>
            </a:r>
            <a:r>
              <a:rPr lang="en-US" dirty="0"/>
              <a:t>. @</a:t>
            </a:r>
            <a:r>
              <a:rPr lang="en-US" b="1" dirty="0"/>
              <a:t>Transactional</a:t>
            </a:r>
            <a:r>
              <a:rPr lang="en-US" dirty="0"/>
              <a:t> </a:t>
            </a:r>
            <a:r>
              <a:rPr lang="en-US" dirty="0" err="1"/>
              <a:t>keywordu</a:t>
            </a:r>
            <a:r>
              <a:rPr lang="en-US" dirty="0"/>
              <a:t> </a:t>
            </a:r>
            <a:r>
              <a:rPr lang="en-US" dirty="0" err="1"/>
              <a:t>yazıldığında</a:t>
            </a:r>
            <a:r>
              <a:rPr lang="en-US" dirty="0"/>
              <a:t> </a:t>
            </a:r>
            <a:r>
              <a:rPr lang="en-US" dirty="0" err="1"/>
              <a:t>davranış</a:t>
            </a:r>
            <a:r>
              <a:rPr lang="en-US" dirty="0"/>
              <a:t> </a:t>
            </a:r>
            <a:r>
              <a:rPr lang="en-US" dirty="0" err="1"/>
              <a:t>şekli</a:t>
            </a:r>
            <a:r>
              <a:rPr lang="en-US" dirty="0"/>
              <a:t> </a:t>
            </a:r>
            <a:r>
              <a:rPr lang="en-US" dirty="0" err="1"/>
              <a:t>otomatik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“</a:t>
            </a:r>
            <a:r>
              <a:rPr lang="en-US" b="1" dirty="0"/>
              <a:t>REQUIRED</a:t>
            </a:r>
            <a:r>
              <a:rPr lang="en-US" dirty="0"/>
              <a:t>” dır.</a:t>
            </a:r>
          </a:p>
          <a:p>
            <a:pPr marL="0" indent="0">
              <a:buNone/>
            </a:pPr>
            <a:r>
              <a:rPr lang="en-US" dirty="0" err="1"/>
              <a:t>Örnek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aşağıdaki</a:t>
            </a:r>
            <a:r>
              <a:rPr lang="en-US" dirty="0"/>
              <a:t> </a:t>
            </a:r>
            <a:r>
              <a:rPr lang="en-US" dirty="0" err="1"/>
              <a:t>şemada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b="1" dirty="0"/>
              <a:t>“</a:t>
            </a:r>
            <a:r>
              <a:rPr lang="en-US" b="1" dirty="0" err="1"/>
              <a:t>ürünüSatınAl</a:t>
            </a:r>
            <a:r>
              <a:rPr lang="en-US" b="1" dirty="0"/>
              <a:t>()” </a:t>
            </a:r>
            <a:r>
              <a:rPr lang="en-US" dirty="0" err="1"/>
              <a:t>fonksiyonu</a:t>
            </a:r>
            <a:r>
              <a:rPr lang="en-US" dirty="0"/>
              <a:t> </a:t>
            </a:r>
            <a:r>
              <a:rPr lang="en-US" dirty="0" err="1"/>
              <a:t>sonlanıncaya</a:t>
            </a:r>
            <a:r>
              <a:rPr lang="en-US" dirty="0"/>
              <a:t> </a:t>
            </a:r>
            <a:r>
              <a:rPr lang="en-US" dirty="0" err="1"/>
              <a:t>kadar</a:t>
            </a:r>
            <a:r>
              <a:rPr lang="en-US" dirty="0"/>
              <a:t> </a:t>
            </a:r>
            <a:r>
              <a:rPr lang="en-US" b="1" dirty="0"/>
              <a:t>“</a:t>
            </a:r>
            <a:r>
              <a:rPr lang="en-US" b="1" dirty="0" err="1"/>
              <a:t>krediKartınıKontrolEt</a:t>
            </a:r>
            <a:r>
              <a:rPr lang="en-US" b="1" dirty="0"/>
              <a:t>”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b="1" dirty="0"/>
              <a:t>“</a:t>
            </a:r>
            <a:r>
              <a:rPr lang="en-US" b="1" dirty="0" err="1"/>
              <a:t>bankaHesabınıKontrolEt</a:t>
            </a:r>
            <a:r>
              <a:rPr lang="en-US" b="1" dirty="0"/>
              <a:t>” </a:t>
            </a:r>
            <a:r>
              <a:rPr lang="en-US" dirty="0" err="1"/>
              <a:t>fonksiyonları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aynı</a:t>
            </a:r>
            <a:r>
              <a:rPr lang="en-US" dirty="0"/>
              <a:t> transaction </a:t>
            </a:r>
            <a:r>
              <a:rPr lang="en-US" dirty="0" err="1"/>
              <a:t>kullanıyor</a:t>
            </a:r>
            <a:r>
              <a:rPr lang="en-US" dirty="0"/>
              <a:t>.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3 </a:t>
            </a:r>
            <a:r>
              <a:rPr lang="en-US" dirty="0" err="1"/>
              <a:t>fonksiyonun</a:t>
            </a:r>
            <a:r>
              <a:rPr lang="en-US" dirty="0"/>
              <a:t> </a:t>
            </a:r>
            <a:r>
              <a:rPr lang="en-US" dirty="0" err="1"/>
              <a:t>bütün</a:t>
            </a:r>
            <a:r>
              <a:rPr lang="en-US" dirty="0"/>
              <a:t> </a:t>
            </a:r>
            <a:r>
              <a:rPr lang="en-US" dirty="0" err="1"/>
              <a:t>işlemleri</a:t>
            </a:r>
            <a:r>
              <a:rPr lang="en-US" dirty="0"/>
              <a:t> </a:t>
            </a: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transaction </a:t>
            </a:r>
            <a:r>
              <a:rPr lang="en-US" dirty="0" err="1"/>
              <a:t>tarafından</a:t>
            </a:r>
            <a:r>
              <a:rPr lang="en-US" dirty="0"/>
              <a:t> </a:t>
            </a:r>
            <a:r>
              <a:rPr lang="en-US" dirty="0" err="1" smtClean="0"/>
              <a:t>yönetilir</a:t>
            </a:r>
            <a:r>
              <a:rPr lang="tr-TR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38" y="3899282"/>
            <a:ext cx="938006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630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21" y="198304"/>
            <a:ext cx="11677879" cy="6411815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2</a:t>
            </a:r>
            <a:r>
              <a:rPr lang="tr-TR" b="1" dirty="0" smtClean="0"/>
              <a:t>.</a:t>
            </a:r>
            <a:r>
              <a:rPr lang="en-US" b="1" dirty="0" err="1" smtClean="0"/>
              <a:t>Propagation.</a:t>
            </a:r>
            <a:r>
              <a:rPr lang="en-US" b="1" i="1" dirty="0" err="1" smtClean="0"/>
              <a:t>SUPPORTS:</a:t>
            </a:r>
            <a:r>
              <a:rPr lang="en-US" dirty="0" err="1" smtClean="0"/>
              <a:t>Eğer</a:t>
            </a:r>
            <a:r>
              <a:rPr lang="en-US" dirty="0" smtClean="0"/>
              <a:t> </a:t>
            </a:r>
            <a:r>
              <a:rPr lang="en-US" dirty="0" err="1"/>
              <a:t>bir</a:t>
            </a:r>
            <a:r>
              <a:rPr lang="en-US" dirty="0"/>
              <a:t> transaction </a:t>
            </a:r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o transaction u </a:t>
            </a:r>
            <a:r>
              <a:rPr lang="en-US" dirty="0" err="1" smtClean="0"/>
              <a:t>kullanır</a:t>
            </a:r>
            <a:r>
              <a:rPr lang="tr-TR" dirty="0" smtClean="0"/>
              <a:t>. Y</a:t>
            </a:r>
            <a:r>
              <a:rPr lang="en-US" dirty="0" smtClean="0"/>
              <a:t>ok </a:t>
            </a:r>
            <a:r>
              <a:rPr lang="en-US" dirty="0" err="1"/>
              <a:t>ise</a:t>
            </a:r>
            <a:r>
              <a:rPr lang="en-US" dirty="0"/>
              <a:t> </a:t>
            </a:r>
            <a:r>
              <a:rPr lang="en-US" b="1" dirty="0" err="1"/>
              <a:t>transaction’sız</a:t>
            </a:r>
            <a:r>
              <a:rPr lang="en-US" dirty="0"/>
              <a:t> </a:t>
            </a:r>
            <a:r>
              <a:rPr lang="en-US" dirty="0" err="1"/>
              <a:t>çalışır</a:t>
            </a:r>
            <a:r>
              <a:rPr lang="en-US" dirty="0"/>
              <a:t>. </a:t>
            </a:r>
            <a:r>
              <a:rPr lang="en-US" dirty="0" err="1"/>
              <a:t>Yeni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transaction da </a:t>
            </a:r>
            <a:r>
              <a:rPr lang="en-US" dirty="0" err="1" smtClean="0"/>
              <a:t>açmaz</a:t>
            </a:r>
            <a:r>
              <a:rPr lang="tr-TR" dirty="0" smtClean="0"/>
              <a:t>. </a:t>
            </a:r>
            <a:r>
              <a:rPr lang="en-US" dirty="0" err="1"/>
              <a:t>Servis</a:t>
            </a:r>
            <a:r>
              <a:rPr lang="en-US" dirty="0"/>
              <a:t> </a:t>
            </a:r>
            <a:r>
              <a:rPr lang="en-US" dirty="0" err="1"/>
              <a:t>metodunda</a:t>
            </a:r>
            <a:r>
              <a:rPr lang="en-US" dirty="0"/>
              <a:t> TX </a:t>
            </a:r>
            <a:r>
              <a:rPr lang="en-US" dirty="0" err="1"/>
              <a:t>varsa</a:t>
            </a:r>
            <a:r>
              <a:rPr lang="en-US" dirty="0"/>
              <a:t> </a:t>
            </a:r>
            <a:r>
              <a:rPr lang="en-US" dirty="0" err="1"/>
              <a:t>çalıştırır</a:t>
            </a:r>
            <a:r>
              <a:rPr lang="en-US" dirty="0"/>
              <a:t> </a:t>
            </a:r>
            <a:r>
              <a:rPr lang="en-US" dirty="0" err="1"/>
              <a:t>yoksa</a:t>
            </a:r>
            <a:r>
              <a:rPr lang="en-US" dirty="0"/>
              <a:t> Transaction </a:t>
            </a:r>
            <a:r>
              <a:rPr lang="en-US" dirty="0" err="1"/>
              <a:t>sız</a:t>
            </a:r>
            <a:r>
              <a:rPr lang="en-US" dirty="0"/>
              <a:t> </a:t>
            </a:r>
            <a:r>
              <a:rPr lang="en-US" dirty="0" err="1" smtClean="0"/>
              <a:t>çalıştırır</a:t>
            </a:r>
            <a:r>
              <a:rPr lang="tr-TR" dirty="0" smtClean="0"/>
              <a:t>.</a:t>
            </a:r>
          </a:p>
          <a:p>
            <a:pPr marL="0" indent="0">
              <a:buNone/>
            </a:pPr>
            <a:r>
              <a:rPr lang="tr-TR" b="1" dirty="0" smtClean="0"/>
              <a:t>3. </a:t>
            </a:r>
            <a:r>
              <a:rPr lang="en-US" b="1" dirty="0" err="1" smtClean="0"/>
              <a:t>Propagation.MANDATORY</a:t>
            </a:r>
            <a:r>
              <a:rPr lang="en-US" b="1" i="1" dirty="0"/>
              <a:t>:</a:t>
            </a:r>
            <a:r>
              <a:rPr lang="en-US" dirty="0"/>
              <a:t> 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transaction yok </a:t>
            </a:r>
            <a:r>
              <a:rPr lang="en-US" dirty="0" err="1"/>
              <a:t>ise</a:t>
            </a:r>
            <a:r>
              <a:rPr lang="en-US" dirty="0"/>
              <a:t> exception </a:t>
            </a:r>
            <a:r>
              <a:rPr lang="en-US" dirty="0" err="1" smtClean="0"/>
              <a:t>fırlatır</a:t>
            </a:r>
            <a:r>
              <a:rPr lang="tr-TR" dirty="0" smtClean="0"/>
              <a:t>.</a:t>
            </a:r>
          </a:p>
          <a:p>
            <a:pPr marL="0" indent="0">
              <a:buNone/>
            </a:pPr>
            <a:r>
              <a:rPr lang="en-US" b="1" dirty="0" smtClean="0"/>
              <a:t>4</a:t>
            </a:r>
            <a:r>
              <a:rPr lang="tr-TR" b="1" dirty="0" smtClean="0"/>
              <a:t>.</a:t>
            </a:r>
            <a:r>
              <a:rPr lang="en-US" b="1" dirty="0" err="1" smtClean="0"/>
              <a:t>Propagation.</a:t>
            </a:r>
            <a:r>
              <a:rPr lang="en-US" b="1" i="1" dirty="0" err="1" smtClean="0"/>
              <a:t>REQUIRES_NEW</a:t>
            </a:r>
            <a:r>
              <a:rPr lang="en-US" b="1" i="1" dirty="0" smtClean="0"/>
              <a:t> </a:t>
            </a:r>
            <a:r>
              <a:rPr lang="en-US" b="1" i="1" dirty="0"/>
              <a:t>:</a:t>
            </a:r>
            <a:r>
              <a:rPr lang="en-US" dirty="0" err="1"/>
              <a:t>Aktif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transaction </a:t>
            </a:r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</a:t>
            </a:r>
            <a:r>
              <a:rPr lang="en-US" dirty="0" err="1"/>
              <a:t>bunu</a:t>
            </a:r>
            <a:r>
              <a:rPr lang="en-US" dirty="0"/>
              <a:t> </a:t>
            </a:r>
            <a:r>
              <a:rPr lang="en-US" dirty="0" err="1"/>
              <a:t>bekletir</a:t>
            </a:r>
            <a:r>
              <a:rPr lang="en-US" dirty="0"/>
              <a:t>(</a:t>
            </a:r>
            <a:r>
              <a:rPr lang="en-US" b="1" dirty="0"/>
              <a:t>Suspend</a:t>
            </a:r>
            <a:r>
              <a:rPr lang="en-US" dirty="0"/>
              <a:t>),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yeni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transaction </a:t>
            </a:r>
            <a:r>
              <a:rPr lang="en-US" dirty="0" err="1" smtClean="0"/>
              <a:t>açarak</a:t>
            </a:r>
            <a:r>
              <a:rPr lang="en-US" dirty="0" smtClean="0"/>
              <a:t>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işini</a:t>
            </a:r>
            <a:r>
              <a:rPr lang="en-US" dirty="0"/>
              <a:t> </a:t>
            </a:r>
            <a:r>
              <a:rPr lang="en-US" dirty="0" err="1"/>
              <a:t>hallettikten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transaction </a:t>
            </a:r>
            <a:r>
              <a:rPr lang="en-US" dirty="0" err="1"/>
              <a:t>işlemini</a:t>
            </a:r>
            <a:r>
              <a:rPr lang="en-US" dirty="0"/>
              <a:t> </a:t>
            </a:r>
            <a:r>
              <a:rPr lang="en-US" dirty="0" err="1"/>
              <a:t>kaldığı</a:t>
            </a:r>
            <a:r>
              <a:rPr lang="en-US" dirty="0"/>
              <a:t> </a:t>
            </a:r>
            <a:r>
              <a:rPr lang="en-US" dirty="0" err="1"/>
              <a:t>yerden</a:t>
            </a:r>
            <a:r>
              <a:rPr lang="en-US" dirty="0"/>
              <a:t> </a:t>
            </a:r>
            <a:r>
              <a:rPr lang="en-US" dirty="0" err="1"/>
              <a:t>devam</a:t>
            </a:r>
            <a:r>
              <a:rPr lang="en-US" dirty="0"/>
              <a:t> ettirir.2 transaction </a:t>
            </a:r>
            <a:r>
              <a:rPr lang="en-US" dirty="0" err="1"/>
              <a:t>bağlantısızdır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21" y="3349128"/>
            <a:ext cx="11490592" cy="3260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319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21" y="198304"/>
            <a:ext cx="11677879" cy="641181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 smtClean="0"/>
              <a:t>5</a:t>
            </a:r>
            <a:r>
              <a:rPr lang="tr-TR" b="1" dirty="0" smtClean="0"/>
              <a:t>.</a:t>
            </a:r>
            <a:r>
              <a:rPr lang="en-US" b="1" dirty="0" err="1" smtClean="0"/>
              <a:t>Propagation.NOT_</a:t>
            </a:r>
            <a:r>
              <a:rPr lang="en-US" b="1" i="1" dirty="0" err="1" smtClean="0"/>
              <a:t>SUPPORTED</a:t>
            </a:r>
            <a:r>
              <a:rPr lang="en-US" b="1" i="1" dirty="0"/>
              <a:t>:</a:t>
            </a:r>
            <a:r>
              <a:rPr lang="en-US" dirty="0"/>
              <a:t> 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transaction </a:t>
            </a:r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o </a:t>
            </a:r>
            <a:r>
              <a:rPr lang="en-US" dirty="0" err="1"/>
              <a:t>transaction’u</a:t>
            </a:r>
            <a:r>
              <a:rPr lang="en-US" dirty="0"/>
              <a:t> suspend </a:t>
            </a:r>
            <a:r>
              <a:rPr lang="en-US" dirty="0" err="1"/>
              <a:t>edilir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yen </a:t>
            </a:r>
            <a:r>
              <a:rPr lang="en-US" dirty="0" err="1"/>
              <a:t>bir</a:t>
            </a:r>
            <a:r>
              <a:rPr lang="en-US" dirty="0"/>
              <a:t> transaction da </a:t>
            </a:r>
            <a:r>
              <a:rPr lang="en-US" dirty="0" err="1" smtClean="0"/>
              <a:t>açmaz</a:t>
            </a:r>
            <a:r>
              <a:rPr lang="tr-TR" dirty="0" smtClean="0"/>
              <a:t>. </a:t>
            </a:r>
          </a:p>
          <a:p>
            <a:pPr marL="0" indent="0">
              <a:buNone/>
            </a:pPr>
            <a:r>
              <a:rPr lang="en-US" b="1" dirty="0" smtClean="0"/>
              <a:t>6</a:t>
            </a:r>
            <a:r>
              <a:rPr lang="tr-TR" b="1" dirty="0" smtClean="0"/>
              <a:t>.</a:t>
            </a:r>
            <a:r>
              <a:rPr lang="en-US" b="1" dirty="0" err="1" smtClean="0"/>
              <a:t>Propagation.NEVER</a:t>
            </a:r>
            <a:r>
              <a:rPr lang="en-US" b="1" i="1" dirty="0"/>
              <a:t>:</a:t>
            </a:r>
            <a:r>
              <a:rPr lang="en-US" dirty="0"/>
              <a:t> 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transaction </a:t>
            </a:r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exception </a:t>
            </a:r>
            <a:r>
              <a:rPr lang="en-US" dirty="0" err="1" smtClean="0"/>
              <a:t>fırlatır</a:t>
            </a:r>
            <a:r>
              <a:rPr lang="tr-TR" dirty="0" smtClean="0"/>
              <a:t>. </a:t>
            </a:r>
          </a:p>
          <a:p>
            <a:pPr marL="0" indent="0">
              <a:buNone/>
            </a:pPr>
            <a:r>
              <a:rPr lang="tr-TR" b="1" dirty="0" smtClean="0"/>
              <a:t>7. </a:t>
            </a:r>
            <a:r>
              <a:rPr lang="en-US" b="1" dirty="0" err="1" smtClean="0"/>
              <a:t>Propagation.</a:t>
            </a:r>
            <a:r>
              <a:rPr lang="en-US" b="1" i="1" dirty="0" err="1" smtClean="0"/>
              <a:t>NESTED</a:t>
            </a:r>
            <a:r>
              <a:rPr lang="en-US" b="1" i="1" dirty="0" smtClean="0"/>
              <a:t> </a:t>
            </a:r>
            <a:r>
              <a:rPr lang="en-US" b="1" i="1" dirty="0"/>
              <a:t>:</a:t>
            </a:r>
            <a:r>
              <a:rPr lang="en-US" dirty="0"/>
              <a:t>Bu </a:t>
            </a:r>
            <a:r>
              <a:rPr lang="en-US" dirty="0" err="1"/>
              <a:t>parametre</a:t>
            </a:r>
            <a:r>
              <a:rPr lang="en-US" dirty="0"/>
              <a:t> JDBC </a:t>
            </a:r>
            <a:r>
              <a:rPr lang="en-US" dirty="0" err="1"/>
              <a:t>teknolojisin</a:t>
            </a:r>
            <a:r>
              <a:rPr lang="en-US" dirty="0"/>
              <a:t> </a:t>
            </a:r>
            <a:r>
              <a:rPr lang="en-US" dirty="0" err="1"/>
              <a:t>geliştirdiği</a:t>
            </a:r>
            <a:r>
              <a:rPr lang="en-US" dirty="0"/>
              <a:t> </a:t>
            </a:r>
            <a:r>
              <a:rPr lang="en-US" dirty="0" err="1"/>
              <a:t>savepoint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beraber</a:t>
            </a:r>
            <a:r>
              <a:rPr lang="en-US" dirty="0"/>
              <a:t> </a:t>
            </a:r>
            <a:r>
              <a:rPr lang="en-US" dirty="0" err="1"/>
              <a:t>kullanır.Eğer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transaction </a:t>
            </a:r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</a:t>
            </a:r>
            <a:r>
              <a:rPr lang="en-US" dirty="0" err="1"/>
              <a:t>paralelde</a:t>
            </a:r>
            <a:r>
              <a:rPr lang="en-US" dirty="0"/>
              <a:t> </a:t>
            </a:r>
            <a:r>
              <a:rPr lang="en-US" dirty="0" err="1"/>
              <a:t>başka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transaction </a:t>
            </a:r>
            <a:r>
              <a:rPr lang="en-US" dirty="0" err="1"/>
              <a:t>açar</a:t>
            </a:r>
            <a:r>
              <a:rPr lang="en-US" dirty="0"/>
              <a:t>(Nested transaction)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transaction rollback </a:t>
            </a:r>
            <a:r>
              <a:rPr lang="en-US" dirty="0" err="1"/>
              <a:t>olurken</a:t>
            </a:r>
            <a:r>
              <a:rPr lang="en-US" dirty="0"/>
              <a:t> </a:t>
            </a:r>
            <a:r>
              <a:rPr lang="en-US" dirty="0" err="1"/>
              <a:t>diğer</a:t>
            </a:r>
            <a:r>
              <a:rPr lang="en-US" dirty="0"/>
              <a:t> transaction </a:t>
            </a:r>
            <a:r>
              <a:rPr lang="en-US" dirty="0" err="1"/>
              <a:t>devam</a:t>
            </a:r>
            <a:r>
              <a:rPr lang="en-US" dirty="0"/>
              <a:t> </a:t>
            </a:r>
            <a:r>
              <a:rPr lang="en-US" dirty="0" err="1"/>
              <a:t>eder</a:t>
            </a:r>
            <a:r>
              <a:rPr lang="en-US" dirty="0"/>
              <a:t> .</a:t>
            </a:r>
            <a:r>
              <a:rPr lang="en-US" dirty="0" err="1"/>
              <a:t>Eğer</a:t>
            </a:r>
            <a:r>
              <a:rPr lang="en-US" dirty="0"/>
              <a:t> transaction yok </a:t>
            </a:r>
            <a:r>
              <a:rPr lang="en-US" dirty="0" err="1"/>
              <a:t>ise</a:t>
            </a:r>
            <a:r>
              <a:rPr lang="en-US" dirty="0"/>
              <a:t> “</a:t>
            </a:r>
            <a:r>
              <a:rPr lang="en-US" b="1" i="1" dirty="0"/>
              <a:t>REQIRED</a:t>
            </a:r>
            <a:r>
              <a:rPr lang="en-US" dirty="0"/>
              <a:t>”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çalışır</a:t>
            </a:r>
            <a:r>
              <a:rPr lang="en-US" dirty="0"/>
              <a:t>. </a:t>
            </a:r>
            <a:r>
              <a:rPr lang="en-US" u="sng" dirty="0">
                <a:hlinkClick r:id="rId2"/>
              </a:rPr>
              <a:t>Save point </a:t>
            </a:r>
            <a:r>
              <a:rPr lang="en-US" u="sng" dirty="0" err="1">
                <a:hlinkClick r:id="rId2"/>
              </a:rPr>
              <a:t>teknolojisi</a:t>
            </a:r>
            <a:r>
              <a:rPr lang="en-US" u="sng" dirty="0">
                <a:hlinkClick r:id="rId2"/>
              </a:rPr>
              <a:t> </a:t>
            </a:r>
            <a:r>
              <a:rPr lang="en-US" u="sng" dirty="0" err="1">
                <a:hlinkClick r:id="rId2"/>
              </a:rPr>
              <a:t>kullanıldığı</a:t>
            </a:r>
            <a:r>
              <a:rPr lang="en-US" u="sng" dirty="0">
                <a:hlinkClick r:id="rId2"/>
              </a:rPr>
              <a:t> </a:t>
            </a:r>
            <a:r>
              <a:rPr lang="en-US" u="sng" dirty="0" err="1">
                <a:hlinkClick r:id="rId2"/>
              </a:rPr>
              <a:t>için</a:t>
            </a:r>
            <a:r>
              <a:rPr lang="en-US" u="sng" dirty="0">
                <a:hlinkClick r:id="rId2"/>
              </a:rPr>
              <a:t> </a:t>
            </a:r>
            <a:r>
              <a:rPr lang="en-US" u="sng" dirty="0" err="1">
                <a:hlinkClick r:id="rId2"/>
              </a:rPr>
              <a:t>sadece</a:t>
            </a:r>
            <a:r>
              <a:rPr lang="en-US" u="sng" dirty="0">
                <a:hlinkClick r:id="rId2"/>
              </a:rPr>
              <a:t> JDBC </a:t>
            </a:r>
            <a:r>
              <a:rPr lang="en-US" u="sng" dirty="0" err="1">
                <a:hlinkClick r:id="rId2"/>
              </a:rPr>
              <a:t>kaynak</a:t>
            </a:r>
            <a:r>
              <a:rPr lang="en-US" u="sng" dirty="0">
                <a:hlinkClick r:id="rId2"/>
              </a:rPr>
              <a:t> </a:t>
            </a:r>
            <a:r>
              <a:rPr lang="en-US" u="sng" dirty="0" err="1">
                <a:hlinkClick r:id="rId2"/>
              </a:rPr>
              <a:t>işlemlerinde</a:t>
            </a:r>
            <a:r>
              <a:rPr lang="en-US" u="sng" dirty="0">
                <a:hlinkClick r:id="rId2"/>
              </a:rPr>
              <a:t> </a:t>
            </a:r>
            <a:r>
              <a:rPr lang="en-US" u="sng" dirty="0" err="1">
                <a:hlinkClick r:id="rId2"/>
              </a:rPr>
              <a:t>çalışır</a:t>
            </a:r>
            <a:r>
              <a:rPr lang="en-US" u="sng" dirty="0" smtClean="0">
                <a:hlinkClick r:id="rId2"/>
              </a:rPr>
              <a:t>.</a:t>
            </a:r>
            <a:endParaRPr lang="tr-TR" u="sng" dirty="0" smtClean="0"/>
          </a:p>
          <a:p>
            <a:pPr marL="0" indent="0">
              <a:buNone/>
            </a:pPr>
            <a:r>
              <a:rPr lang="en-US" b="1" dirty="0" err="1" smtClean="0"/>
              <a:t>readOnly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özellik</a:t>
            </a:r>
            <a:r>
              <a:rPr lang="en-US" dirty="0"/>
              <a:t> </a:t>
            </a:r>
            <a:r>
              <a:rPr lang="en-US" b="1" dirty="0"/>
              <a:t>true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set </a:t>
            </a:r>
            <a:r>
              <a:rPr lang="en-US" dirty="0" err="1"/>
              <a:t>edildiğinde</a:t>
            </a:r>
            <a:r>
              <a:rPr lang="en-US" dirty="0"/>
              <a:t> </a:t>
            </a:r>
            <a:r>
              <a:rPr lang="en-US" b="1" dirty="0"/>
              <a:t>read-only</a:t>
            </a:r>
            <a:r>
              <a:rPr lang="en-US" dirty="0"/>
              <a:t> transaction </a:t>
            </a:r>
            <a:r>
              <a:rPr lang="en-US" dirty="0" err="1"/>
              <a:t>açılır</a:t>
            </a:r>
            <a:r>
              <a:rPr lang="en-US" dirty="0"/>
              <a:t>. </a:t>
            </a:r>
            <a:r>
              <a:rPr lang="en-US" dirty="0" err="1"/>
              <a:t>Veritabanında</a:t>
            </a:r>
            <a:r>
              <a:rPr lang="en-US" dirty="0"/>
              <a:t> </a:t>
            </a:r>
            <a:r>
              <a:rPr lang="en-US" dirty="0" err="1"/>
              <a:t>herhangi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değişiklik</a:t>
            </a:r>
            <a:r>
              <a:rPr lang="en-US" dirty="0"/>
              <a:t> </a:t>
            </a:r>
            <a:r>
              <a:rPr lang="en-US" dirty="0" err="1"/>
              <a:t>yapılmayacak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transactionlarda</a:t>
            </a:r>
            <a:r>
              <a:rPr lang="en-US" dirty="0"/>
              <a:t> </a:t>
            </a:r>
            <a:r>
              <a:rPr lang="en-US" dirty="0" err="1"/>
              <a:t>kullanılabilir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r>
              <a:rPr lang="en-US" b="1" dirty="0"/>
              <a:t>Transaction</a:t>
            </a:r>
            <a:r>
              <a:rPr lang="en-US" dirty="0"/>
              <a:t> </a:t>
            </a:r>
            <a:r>
              <a:rPr lang="en-US" dirty="0" err="1"/>
              <a:t>işlemi</a:t>
            </a:r>
            <a:r>
              <a:rPr lang="en-US" dirty="0"/>
              <a:t> </a:t>
            </a:r>
            <a:r>
              <a:rPr lang="en-US" dirty="0" err="1"/>
              <a:t>sırasında</a:t>
            </a:r>
            <a:r>
              <a:rPr lang="en-US" dirty="0"/>
              <a:t> </a:t>
            </a:r>
            <a:r>
              <a:rPr lang="en-US" b="1" dirty="0"/>
              <a:t>Persistence</a:t>
            </a:r>
            <a:r>
              <a:rPr lang="en-US" dirty="0"/>
              <a:t> </a:t>
            </a:r>
            <a:r>
              <a:rPr lang="en-US" b="1" dirty="0"/>
              <a:t>Context</a:t>
            </a:r>
            <a:r>
              <a:rPr lang="en-US" dirty="0"/>
              <a:t> </a:t>
            </a:r>
            <a:r>
              <a:rPr lang="en-US" dirty="0" err="1"/>
              <a:t>içerisinde</a:t>
            </a:r>
            <a:r>
              <a:rPr lang="en-US" dirty="0"/>
              <a:t> </a:t>
            </a:r>
            <a:r>
              <a:rPr lang="en-US" dirty="0" err="1"/>
              <a:t>bulunan</a:t>
            </a:r>
            <a:r>
              <a:rPr lang="en-US" dirty="0"/>
              <a:t> Entity </a:t>
            </a:r>
            <a:r>
              <a:rPr lang="en-US" dirty="0" err="1"/>
              <a:t>lere</a:t>
            </a:r>
            <a:r>
              <a:rPr lang="en-US" dirty="0"/>
              <a:t> </a:t>
            </a:r>
            <a:r>
              <a:rPr lang="en-US" b="1" dirty="0"/>
              <a:t>flush(</a:t>
            </a:r>
            <a:r>
              <a:rPr lang="en-US" b="1" dirty="0" err="1"/>
              <a:t>veritabanı</a:t>
            </a:r>
            <a:r>
              <a:rPr lang="en-US" dirty="0"/>
              <a:t> </a:t>
            </a:r>
            <a:r>
              <a:rPr lang="en-US" b="1" dirty="0" err="1"/>
              <a:t>ile</a:t>
            </a:r>
            <a:r>
              <a:rPr lang="en-US" b="1" dirty="0"/>
              <a:t> </a:t>
            </a:r>
            <a:r>
              <a:rPr lang="en-US" b="1" dirty="0" err="1"/>
              <a:t>senkronizasyon</a:t>
            </a:r>
            <a:r>
              <a:rPr lang="en-US" b="1" dirty="0"/>
              <a:t>) </a:t>
            </a:r>
            <a:r>
              <a:rPr lang="en-US" dirty="0" err="1"/>
              <a:t>yapılır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r>
              <a:rPr lang="en-US" dirty="0" err="1" smtClean="0"/>
              <a:t>readOnly</a:t>
            </a:r>
            <a:r>
              <a:rPr lang="en-US" dirty="0" smtClean="0"/>
              <a:t>=true </a:t>
            </a:r>
            <a:r>
              <a:rPr lang="en-US" dirty="0" err="1"/>
              <a:t>sayesinde</a:t>
            </a:r>
            <a:r>
              <a:rPr lang="en-US" dirty="0"/>
              <a:t> </a:t>
            </a:r>
            <a:r>
              <a:rPr lang="en-US" dirty="0" err="1"/>
              <a:t>doğrudan</a:t>
            </a:r>
            <a:r>
              <a:rPr lang="en-US" dirty="0"/>
              <a:t> </a:t>
            </a:r>
            <a:r>
              <a:rPr lang="en-US" dirty="0" err="1"/>
              <a:t>çalışır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@Transactional(</a:t>
            </a:r>
            <a:r>
              <a:rPr lang="en-US" b="1" dirty="0" err="1"/>
              <a:t>readOnly</a:t>
            </a:r>
            <a:r>
              <a:rPr lang="en-US" b="1" dirty="0"/>
              <a:t> = false, propagation = Propagation. REQUIRES_NEW)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701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21" y="198304"/>
            <a:ext cx="11677879" cy="641181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Timeout</a:t>
            </a:r>
          </a:p>
          <a:p>
            <a:pPr marL="0" indent="0">
              <a:buNone/>
            </a:pPr>
            <a:r>
              <a:rPr lang="en-US" b="1" dirty="0"/>
              <a:t>Transaction</a:t>
            </a:r>
            <a:r>
              <a:rPr lang="en-US" dirty="0"/>
              <a:t> </a:t>
            </a:r>
            <a:r>
              <a:rPr lang="en-US" dirty="0" err="1"/>
              <a:t>işlemine</a:t>
            </a:r>
            <a:r>
              <a:rPr lang="en-US" dirty="0"/>
              <a:t> </a:t>
            </a:r>
            <a:r>
              <a:rPr lang="en-US" b="1" dirty="0"/>
              <a:t>timeout</a:t>
            </a:r>
            <a:r>
              <a:rPr lang="en-US" dirty="0"/>
              <a:t> </a:t>
            </a:r>
            <a:r>
              <a:rPr lang="en-US" dirty="0" err="1"/>
              <a:t>süresi</a:t>
            </a:r>
            <a:r>
              <a:rPr lang="en-US" dirty="0"/>
              <a:t> </a:t>
            </a:r>
            <a:r>
              <a:rPr lang="en-US" dirty="0" err="1"/>
              <a:t>tanımlayarak</a:t>
            </a:r>
            <a:r>
              <a:rPr lang="en-US" dirty="0"/>
              <a:t> </a:t>
            </a:r>
            <a:r>
              <a:rPr lang="en-US" dirty="0" err="1"/>
              <a:t>işlem</a:t>
            </a:r>
            <a:r>
              <a:rPr lang="en-US" dirty="0"/>
              <a:t> </a:t>
            </a:r>
            <a:r>
              <a:rPr lang="en-US" dirty="0" err="1"/>
              <a:t>bitmediği</a:t>
            </a:r>
            <a:r>
              <a:rPr lang="en-US" dirty="0"/>
              <a:t> </a:t>
            </a:r>
            <a:r>
              <a:rPr lang="en-US" dirty="0" err="1"/>
              <a:t>durumda</a:t>
            </a:r>
            <a:r>
              <a:rPr lang="en-US" dirty="0"/>
              <a:t> </a:t>
            </a:r>
            <a:r>
              <a:rPr lang="en-US" b="1" dirty="0" err="1"/>
              <a:t>TransactionTimeOut</a:t>
            </a:r>
            <a:r>
              <a:rPr lang="en-US" dirty="0"/>
              <a:t> Exception </a:t>
            </a:r>
            <a:r>
              <a:rPr lang="en-US" dirty="0" err="1"/>
              <a:t>fırlatılarak</a:t>
            </a:r>
            <a:r>
              <a:rPr lang="en-US" dirty="0"/>
              <a:t> rollback </a:t>
            </a:r>
            <a:r>
              <a:rPr lang="en-US" dirty="0" err="1"/>
              <a:t>olmasını</a:t>
            </a:r>
            <a:r>
              <a:rPr lang="en-US" dirty="0"/>
              <a:t> </a:t>
            </a:r>
            <a:r>
              <a:rPr lang="en-US" dirty="0" err="1"/>
              <a:t>sağlar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@Transactional( timeout = 25</a:t>
            </a:r>
            <a:r>
              <a:rPr lang="en-US" b="1" dirty="0" smtClean="0"/>
              <a:t>)</a:t>
            </a:r>
            <a:endParaRPr lang="tr-TR" b="1" dirty="0" smtClean="0"/>
          </a:p>
          <a:p>
            <a:pPr marL="0" indent="0">
              <a:buNone/>
            </a:pPr>
            <a:r>
              <a:rPr lang="en-US" dirty="0" err="1"/>
              <a:t>Tanımlanan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özellik</a:t>
            </a:r>
            <a:r>
              <a:rPr lang="en-US" dirty="0"/>
              <a:t> </a:t>
            </a:r>
            <a:r>
              <a:rPr lang="en-US" dirty="0" err="1"/>
              <a:t>sayesinde</a:t>
            </a:r>
            <a:r>
              <a:rPr lang="en-US" dirty="0"/>
              <a:t> </a:t>
            </a:r>
            <a:r>
              <a:rPr lang="en-US" dirty="0" err="1"/>
              <a:t>belirlenen</a:t>
            </a:r>
            <a:r>
              <a:rPr lang="en-US" dirty="0"/>
              <a:t> </a:t>
            </a:r>
            <a:r>
              <a:rPr lang="en-US" dirty="0" err="1"/>
              <a:t>süre</a:t>
            </a:r>
            <a:r>
              <a:rPr lang="en-US" dirty="0"/>
              <a:t> </a:t>
            </a:r>
            <a:r>
              <a:rPr lang="en-US" dirty="0" err="1"/>
              <a:t>içerisinde</a:t>
            </a:r>
            <a:r>
              <a:rPr lang="en-US" dirty="0"/>
              <a:t> </a:t>
            </a:r>
            <a:r>
              <a:rPr lang="en-US" dirty="0" err="1"/>
              <a:t>sorgunun</a:t>
            </a:r>
            <a:r>
              <a:rPr lang="en-US" dirty="0"/>
              <a:t> </a:t>
            </a:r>
            <a:r>
              <a:rPr lang="en-US" dirty="0" err="1"/>
              <a:t>sonucu</a:t>
            </a:r>
            <a:r>
              <a:rPr lang="en-US" dirty="0"/>
              <a:t> </a:t>
            </a:r>
            <a:r>
              <a:rPr lang="en-US" dirty="0" err="1"/>
              <a:t>gelmediğinde</a:t>
            </a:r>
            <a:r>
              <a:rPr lang="en-US" dirty="0"/>
              <a:t> </a:t>
            </a:r>
            <a:r>
              <a:rPr lang="en-US" b="1" dirty="0"/>
              <a:t>rollback</a:t>
            </a:r>
            <a:r>
              <a:rPr lang="en-US" dirty="0"/>
              <a:t> </a:t>
            </a:r>
            <a:r>
              <a:rPr lang="en-US" dirty="0" err="1"/>
              <a:t>işlemini</a:t>
            </a:r>
            <a:r>
              <a:rPr lang="en-US" dirty="0"/>
              <a:t> </a:t>
            </a:r>
            <a:r>
              <a:rPr lang="en-US" dirty="0" err="1"/>
              <a:t>gerçekleştirir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 err="1"/>
              <a:t>rollbackFor</a:t>
            </a:r>
            <a:r>
              <a:rPr lang="en-US" b="1" dirty="0"/>
              <a:t> </a:t>
            </a:r>
            <a:r>
              <a:rPr lang="en-US" b="1" dirty="0" err="1"/>
              <a:t>özelliği</a:t>
            </a:r>
            <a:endParaRPr lang="en-US" b="1" dirty="0"/>
          </a:p>
          <a:p>
            <a:pPr marL="0" indent="0">
              <a:buNone/>
            </a:pPr>
            <a:r>
              <a:rPr lang="en-US" dirty="0" err="1"/>
              <a:t>Sizin</a:t>
            </a:r>
            <a:r>
              <a:rPr lang="en-US" dirty="0"/>
              <a:t> </a:t>
            </a:r>
            <a:r>
              <a:rPr lang="en-US" dirty="0" err="1"/>
              <a:t>belirlemiş</a:t>
            </a:r>
            <a:r>
              <a:rPr lang="en-US" dirty="0"/>
              <a:t> </a:t>
            </a:r>
            <a:r>
              <a:rPr lang="en-US" dirty="0" err="1"/>
              <a:t>olduğunuz</a:t>
            </a:r>
            <a:r>
              <a:rPr lang="en-US" dirty="0"/>
              <a:t> </a:t>
            </a:r>
            <a:r>
              <a:rPr lang="en-US" dirty="0" err="1"/>
              <a:t>class’a</a:t>
            </a:r>
            <a:r>
              <a:rPr lang="en-US" dirty="0"/>
              <a:t> </a:t>
            </a:r>
            <a:r>
              <a:rPr lang="en-US" dirty="0" err="1"/>
              <a:t>göre</a:t>
            </a:r>
            <a:r>
              <a:rPr lang="en-US" dirty="0"/>
              <a:t> rollback </a:t>
            </a:r>
            <a:r>
              <a:rPr lang="en-US" dirty="0" err="1"/>
              <a:t>işleminin</a:t>
            </a:r>
            <a:r>
              <a:rPr lang="en-US" dirty="0"/>
              <a:t> </a:t>
            </a:r>
            <a:r>
              <a:rPr lang="en-US" dirty="0" err="1"/>
              <a:t>yapılıp</a:t>
            </a:r>
            <a:r>
              <a:rPr lang="en-US" dirty="0"/>
              <a:t> </a:t>
            </a:r>
            <a:r>
              <a:rPr lang="en-US" dirty="0" err="1"/>
              <a:t>yapılmayacağını</a:t>
            </a:r>
            <a:r>
              <a:rPr lang="en-US" dirty="0"/>
              <a:t> </a:t>
            </a:r>
            <a:r>
              <a:rPr lang="en-US" dirty="0" err="1"/>
              <a:t>belirler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r>
              <a:rPr lang="en-US" i="1" u="sng" dirty="0" err="1">
                <a:hlinkClick r:id="rId2"/>
              </a:rPr>
              <a:t>Belirlenen</a:t>
            </a:r>
            <a:r>
              <a:rPr lang="en-US" i="1" u="sng" dirty="0">
                <a:hlinkClick r:id="rId2"/>
              </a:rPr>
              <a:t> </a:t>
            </a:r>
            <a:r>
              <a:rPr lang="en-US" i="1" u="sng" dirty="0" err="1">
                <a:hlinkClick r:id="rId2"/>
              </a:rPr>
              <a:t>sınıfın</a:t>
            </a:r>
            <a:r>
              <a:rPr lang="en-US" i="1" u="sng" dirty="0">
                <a:hlinkClick r:id="rId2"/>
              </a:rPr>
              <a:t> </a:t>
            </a:r>
            <a:r>
              <a:rPr lang="en-US" i="1" u="sng" dirty="0" err="1">
                <a:hlinkClick r:id="rId2"/>
              </a:rPr>
              <a:t>Throwable</a:t>
            </a:r>
            <a:r>
              <a:rPr lang="en-US" i="1" u="sng" dirty="0">
                <a:hlinkClick r:id="rId2"/>
              </a:rPr>
              <a:t> </a:t>
            </a:r>
            <a:r>
              <a:rPr lang="en-US" i="1" u="sng" dirty="0" err="1">
                <a:hlinkClick r:id="rId2"/>
              </a:rPr>
              <a:t>sınıfından</a:t>
            </a:r>
            <a:r>
              <a:rPr lang="en-US" i="1" u="sng" dirty="0">
                <a:hlinkClick r:id="rId2"/>
              </a:rPr>
              <a:t> </a:t>
            </a:r>
            <a:r>
              <a:rPr lang="en-US" i="1" u="sng" dirty="0" err="1">
                <a:hlinkClick r:id="rId2"/>
              </a:rPr>
              <a:t>türetilmesi</a:t>
            </a:r>
            <a:r>
              <a:rPr lang="en-US" i="1" u="sng" dirty="0">
                <a:hlinkClick r:id="rId2"/>
              </a:rPr>
              <a:t> </a:t>
            </a:r>
            <a:r>
              <a:rPr lang="en-US" i="1" u="sng" dirty="0" err="1" smtClean="0">
                <a:hlinkClick r:id="rId2"/>
              </a:rPr>
              <a:t>gerekir</a:t>
            </a:r>
            <a:endParaRPr lang="tr-TR" i="1" u="sng" dirty="0" smtClean="0"/>
          </a:p>
          <a:p>
            <a:pPr marL="0" indent="0">
              <a:buNone/>
            </a:pPr>
            <a:r>
              <a:rPr lang="en-US" dirty="0"/>
              <a:t>Transaction </a:t>
            </a:r>
            <a:r>
              <a:rPr lang="en-US" dirty="0" err="1"/>
              <a:t>işlemi</a:t>
            </a:r>
            <a:r>
              <a:rPr lang="en-US" dirty="0"/>
              <a:t> </a:t>
            </a:r>
            <a:r>
              <a:rPr lang="en-US" dirty="0" err="1"/>
              <a:t>sırasında</a:t>
            </a:r>
            <a:r>
              <a:rPr lang="en-US" dirty="0"/>
              <a:t> </a:t>
            </a:r>
            <a:r>
              <a:rPr lang="en-US" dirty="0" err="1"/>
              <a:t>hata</a:t>
            </a:r>
            <a:r>
              <a:rPr lang="en-US" dirty="0"/>
              <a:t> </a:t>
            </a:r>
            <a:r>
              <a:rPr lang="en-US" dirty="0" err="1"/>
              <a:t>alındığında</a:t>
            </a:r>
            <a:r>
              <a:rPr lang="en-US" dirty="0"/>
              <a:t> </a:t>
            </a:r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yol</a:t>
            </a:r>
            <a:r>
              <a:rPr lang="en-US" dirty="0"/>
              <a:t> </a:t>
            </a:r>
            <a:r>
              <a:rPr lang="en-US" dirty="0" err="1"/>
              <a:t>ayrımına</a:t>
            </a:r>
            <a:r>
              <a:rPr lang="en-US" dirty="0"/>
              <a:t> </a:t>
            </a:r>
            <a:r>
              <a:rPr lang="en-US" dirty="0" err="1"/>
              <a:t>gelinir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1. Check exception : </a:t>
            </a:r>
            <a:r>
              <a:rPr lang="en-US" dirty="0" err="1"/>
              <a:t>Sizin</a:t>
            </a:r>
            <a:r>
              <a:rPr lang="en-US" dirty="0"/>
              <a:t> </a:t>
            </a:r>
            <a:r>
              <a:rPr lang="en-US" dirty="0" err="1"/>
              <a:t>kontrolünüzde</a:t>
            </a:r>
            <a:r>
              <a:rPr lang="en-US" dirty="0"/>
              <a:t> </a:t>
            </a:r>
            <a:r>
              <a:rPr lang="en-US" dirty="0" err="1"/>
              <a:t>ki</a:t>
            </a:r>
            <a:r>
              <a:rPr lang="en-US" dirty="0"/>
              <a:t> </a:t>
            </a:r>
            <a:r>
              <a:rPr lang="en-US" dirty="0" err="1"/>
              <a:t>hatalar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2. Uncheck exception : </a:t>
            </a:r>
            <a:r>
              <a:rPr lang="en-US" dirty="0" err="1"/>
              <a:t>Kontrol</a:t>
            </a:r>
            <a:r>
              <a:rPr lang="en-US" dirty="0"/>
              <a:t> </a:t>
            </a:r>
            <a:r>
              <a:rPr lang="en-US" dirty="0" err="1"/>
              <a:t>edemediğiniz</a:t>
            </a:r>
            <a:r>
              <a:rPr lang="en-US" dirty="0"/>
              <a:t> </a:t>
            </a:r>
            <a:r>
              <a:rPr lang="en-US" dirty="0" err="1"/>
              <a:t>hatalar</a:t>
            </a:r>
            <a:r>
              <a:rPr lang="en-US" dirty="0"/>
              <a:t> </a:t>
            </a:r>
            <a:r>
              <a:rPr lang="en-US" b="1" dirty="0"/>
              <a:t>(</a:t>
            </a:r>
            <a:r>
              <a:rPr lang="en-US" b="1" dirty="0" err="1"/>
              <a:t>ör:RuntimeException</a:t>
            </a:r>
            <a:r>
              <a:rPr lang="en-US" b="1" dirty="0"/>
              <a:t>)</a:t>
            </a:r>
          </a:p>
          <a:p>
            <a:pPr marL="0" indent="0">
              <a:buNone/>
            </a:pPr>
            <a:r>
              <a:rPr lang="en-US" dirty="0" err="1"/>
              <a:t>Servis</a:t>
            </a:r>
            <a:r>
              <a:rPr lang="en-US" dirty="0"/>
              <a:t> </a:t>
            </a:r>
            <a:r>
              <a:rPr lang="en-US" dirty="0" err="1"/>
              <a:t>metodunuzda</a:t>
            </a:r>
            <a:r>
              <a:rPr lang="en-US" dirty="0"/>
              <a:t> rollback </a:t>
            </a:r>
            <a:r>
              <a:rPr lang="en-US" dirty="0" err="1"/>
              <a:t>işlemini</a:t>
            </a:r>
            <a:r>
              <a:rPr lang="en-US" dirty="0"/>
              <a:t> </a:t>
            </a:r>
            <a:r>
              <a:rPr lang="en-US" dirty="0" err="1"/>
              <a:t>kontrol</a:t>
            </a:r>
            <a:r>
              <a:rPr lang="en-US" dirty="0"/>
              <a:t> </a:t>
            </a:r>
            <a:r>
              <a:rPr lang="en-US" dirty="0" err="1"/>
              <a:t>etmiş</a:t>
            </a:r>
            <a:r>
              <a:rPr lang="en-US" dirty="0"/>
              <a:t> </a:t>
            </a:r>
            <a:r>
              <a:rPr lang="en-US" dirty="0" err="1"/>
              <a:t>olduğunuz</a:t>
            </a:r>
            <a:r>
              <a:rPr lang="en-US" dirty="0"/>
              <a:t> </a:t>
            </a:r>
            <a:r>
              <a:rPr lang="en-US" dirty="0" err="1"/>
              <a:t>hata</a:t>
            </a:r>
            <a:r>
              <a:rPr lang="en-US" dirty="0"/>
              <a:t> </a:t>
            </a:r>
            <a:r>
              <a:rPr lang="en-US" dirty="0" err="1"/>
              <a:t>esnasında</a:t>
            </a:r>
            <a:r>
              <a:rPr lang="en-US" dirty="0"/>
              <a:t> </a:t>
            </a:r>
            <a:r>
              <a:rPr lang="en-US" dirty="0" err="1"/>
              <a:t>yapmasını</a:t>
            </a:r>
            <a:r>
              <a:rPr lang="en-US" dirty="0"/>
              <a:t> </a:t>
            </a:r>
            <a:r>
              <a:rPr lang="en-US" dirty="0" err="1"/>
              <a:t>ayarlayabilir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hata</a:t>
            </a:r>
            <a:r>
              <a:rPr lang="en-US" dirty="0"/>
              <a:t> </a:t>
            </a:r>
            <a:r>
              <a:rPr lang="en-US" dirty="0" err="1"/>
              <a:t>dışındakilere</a:t>
            </a:r>
            <a:r>
              <a:rPr lang="en-US" dirty="0"/>
              <a:t> </a:t>
            </a:r>
            <a:r>
              <a:rPr lang="en-US" dirty="0" err="1"/>
              <a:t>bakmadan</a:t>
            </a:r>
            <a:r>
              <a:rPr lang="en-US" dirty="0"/>
              <a:t> transaction </a:t>
            </a:r>
            <a:r>
              <a:rPr lang="en-US" dirty="0" err="1"/>
              <a:t>işlemini</a:t>
            </a:r>
            <a:r>
              <a:rPr lang="en-US" dirty="0"/>
              <a:t> </a:t>
            </a:r>
            <a:r>
              <a:rPr lang="en-US" b="1" dirty="0"/>
              <a:t>commit</a:t>
            </a:r>
            <a:r>
              <a:rPr lang="en-US" dirty="0"/>
              <a:t> </a:t>
            </a:r>
            <a:r>
              <a:rPr lang="en-US" dirty="0" err="1"/>
              <a:t>edebilirsiniz.Bunun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rollbackFor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yazacağınız</a:t>
            </a:r>
            <a:r>
              <a:rPr lang="en-US" dirty="0"/>
              <a:t> </a:t>
            </a:r>
            <a:r>
              <a:rPr lang="en-US" b="1" dirty="0"/>
              <a:t>custom</a:t>
            </a:r>
            <a:r>
              <a:rPr lang="en-US" dirty="0"/>
              <a:t> </a:t>
            </a:r>
            <a:r>
              <a:rPr lang="en-US" b="1" dirty="0"/>
              <a:t>Exception</a:t>
            </a:r>
            <a:r>
              <a:rPr lang="en-US" dirty="0"/>
              <a:t> class </a:t>
            </a:r>
            <a:r>
              <a:rPr lang="en-US" dirty="0" err="1"/>
              <a:t>ınız</a:t>
            </a:r>
            <a:r>
              <a:rPr lang="en-US" dirty="0"/>
              <a:t> </a:t>
            </a:r>
            <a:r>
              <a:rPr lang="en-US" b="1" dirty="0" err="1"/>
              <a:t>Throwable</a:t>
            </a:r>
            <a:r>
              <a:rPr lang="en-US" dirty="0"/>
              <a:t> class </a:t>
            </a:r>
            <a:r>
              <a:rPr lang="en-US" dirty="0" err="1"/>
              <a:t>ından</a:t>
            </a:r>
            <a:r>
              <a:rPr lang="en-US" dirty="0"/>
              <a:t> extend </a:t>
            </a:r>
            <a:r>
              <a:rPr lang="en-US" dirty="0" err="1"/>
              <a:t>etmelidir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@Transactional(</a:t>
            </a:r>
            <a:r>
              <a:rPr lang="en-US" b="1" dirty="0" err="1"/>
              <a:t>rollbackFor</a:t>
            </a:r>
            <a:r>
              <a:rPr lang="en-US" b="1" dirty="0"/>
              <a:t> = </a:t>
            </a:r>
            <a:r>
              <a:rPr lang="en-US" b="1" dirty="0" err="1"/>
              <a:t>TransactionalRollBackException.class</a:t>
            </a:r>
            <a:r>
              <a:rPr lang="en-US" b="1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579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21" y="198304"/>
            <a:ext cx="11677879" cy="641181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Uncheck exception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fırlatılan</a:t>
            </a:r>
            <a:r>
              <a:rPr lang="en-US" dirty="0"/>
              <a:t> </a:t>
            </a:r>
            <a:r>
              <a:rPr lang="en-US" b="1" dirty="0"/>
              <a:t>(</a:t>
            </a:r>
            <a:r>
              <a:rPr lang="en-US" b="1" dirty="0" err="1"/>
              <a:t>örn</a:t>
            </a:r>
            <a:r>
              <a:rPr lang="en-US" b="1" dirty="0"/>
              <a:t> :</a:t>
            </a:r>
            <a:r>
              <a:rPr lang="en-US" b="1" dirty="0" err="1"/>
              <a:t>NullPointerException</a:t>
            </a:r>
            <a:r>
              <a:rPr lang="en-US" b="1" dirty="0"/>
              <a:t>, </a:t>
            </a:r>
            <a:r>
              <a:rPr lang="en-US" b="1" dirty="0" err="1"/>
              <a:t>ArrayIndexOutOfBound</a:t>
            </a:r>
            <a:r>
              <a:rPr lang="en-US" b="1" dirty="0"/>
              <a:t>)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hata</a:t>
            </a:r>
            <a:r>
              <a:rPr lang="en-US" dirty="0"/>
              <a:t> </a:t>
            </a:r>
            <a:r>
              <a:rPr lang="en-US" dirty="0" err="1"/>
              <a:t>sınıfları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durumdan</a:t>
            </a:r>
            <a:r>
              <a:rPr lang="en-US" dirty="0"/>
              <a:t> </a:t>
            </a:r>
            <a:r>
              <a:rPr lang="en-US" dirty="0" err="1"/>
              <a:t>etkilenmez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transaction </a:t>
            </a:r>
            <a:r>
              <a:rPr lang="en-US" dirty="0" err="1"/>
              <a:t>tarafından</a:t>
            </a:r>
            <a:r>
              <a:rPr lang="en-US" dirty="0"/>
              <a:t> rollback </a:t>
            </a:r>
            <a:r>
              <a:rPr lang="en-US" dirty="0" err="1"/>
              <a:t>edilir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rollbackFor</a:t>
            </a:r>
            <a:r>
              <a:rPr lang="en-US" dirty="0"/>
              <a:t> </a:t>
            </a:r>
            <a:r>
              <a:rPr lang="en-US" dirty="0" err="1"/>
              <a:t>özelliği</a:t>
            </a:r>
            <a:r>
              <a:rPr lang="en-US" dirty="0"/>
              <a:t> array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kullanılma</a:t>
            </a:r>
            <a:r>
              <a:rPr lang="en-US" dirty="0"/>
              <a:t> </a:t>
            </a:r>
            <a:r>
              <a:rPr lang="en-US" dirty="0" err="1"/>
              <a:t>istenirse</a:t>
            </a:r>
            <a:r>
              <a:rPr lang="en-US" dirty="0"/>
              <a:t> </a:t>
            </a:r>
            <a:r>
              <a:rPr lang="en-US" b="1" dirty="0" err="1"/>
              <a:t>rollbackForClassName</a:t>
            </a:r>
            <a:r>
              <a:rPr lang="en-US" b="1" dirty="0"/>
              <a:t> 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kullanılmalıdır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Rollback</a:t>
            </a:r>
            <a:r>
              <a:rPr lang="en-US" dirty="0"/>
              <a:t> </a:t>
            </a:r>
            <a:r>
              <a:rPr lang="en-US" dirty="0" err="1"/>
              <a:t>yapılması</a:t>
            </a:r>
            <a:r>
              <a:rPr lang="en-US" dirty="0"/>
              <a:t> </a:t>
            </a:r>
            <a:r>
              <a:rPr lang="en-US" dirty="0" err="1"/>
              <a:t>istenmeyen</a:t>
            </a:r>
            <a:r>
              <a:rPr lang="en-US" dirty="0"/>
              <a:t> </a:t>
            </a:r>
            <a:r>
              <a:rPr lang="en-US" dirty="0" err="1"/>
              <a:t>classlar</a:t>
            </a:r>
            <a:r>
              <a:rPr lang="en-US" dirty="0"/>
              <a:t> </a:t>
            </a:r>
            <a:r>
              <a:rPr lang="en-US" dirty="0" err="1"/>
              <a:t>içinde</a:t>
            </a:r>
            <a:r>
              <a:rPr lang="en-US" dirty="0"/>
              <a:t> </a:t>
            </a:r>
            <a:r>
              <a:rPr lang="en-US" b="1" dirty="0" err="1"/>
              <a:t>noRollbackFor</a:t>
            </a:r>
            <a:r>
              <a:rPr lang="en-US" b="1" dirty="0"/>
              <a:t> </a:t>
            </a:r>
            <a:r>
              <a:rPr lang="en-US" dirty="0" err="1"/>
              <a:t>ve</a:t>
            </a:r>
            <a:r>
              <a:rPr lang="en-US" dirty="0"/>
              <a:t> array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verilecek</a:t>
            </a:r>
            <a:r>
              <a:rPr lang="en-US" dirty="0"/>
              <a:t> </a:t>
            </a:r>
            <a:r>
              <a:rPr lang="en-US" dirty="0" err="1" smtClean="0"/>
              <a:t>cla</a:t>
            </a:r>
            <a:r>
              <a:rPr lang="tr-TR" dirty="0" smtClean="0"/>
              <a:t>ss</a:t>
            </a:r>
            <a:r>
              <a:rPr lang="en-US" dirty="0" smtClean="0"/>
              <a:t> </a:t>
            </a:r>
            <a:r>
              <a:rPr lang="en-US" dirty="0"/>
              <a:t>name </a:t>
            </a:r>
            <a:r>
              <a:rPr lang="en-US" dirty="0" err="1"/>
              <a:t>ler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 </a:t>
            </a:r>
            <a:r>
              <a:rPr lang="en-US" b="1" dirty="0" err="1"/>
              <a:t>noRollbackForClassname</a:t>
            </a:r>
            <a:r>
              <a:rPr lang="en-US" b="1" dirty="0"/>
              <a:t> 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kullanılmalıdır.Bu</a:t>
            </a:r>
            <a:r>
              <a:rPr lang="en-US" dirty="0"/>
              <a:t>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kullanımda</a:t>
            </a:r>
            <a:r>
              <a:rPr lang="en-US" dirty="0"/>
              <a:t> da </a:t>
            </a:r>
            <a:r>
              <a:rPr lang="en-US" b="1" dirty="0"/>
              <a:t>rollback</a:t>
            </a:r>
            <a:r>
              <a:rPr lang="en-US" dirty="0"/>
              <a:t> </a:t>
            </a:r>
            <a:r>
              <a:rPr lang="en-US" dirty="0" err="1"/>
              <a:t>yapmasını</a:t>
            </a:r>
            <a:r>
              <a:rPr lang="en-US" dirty="0"/>
              <a:t> </a:t>
            </a:r>
            <a:r>
              <a:rPr lang="en-US" dirty="0" err="1"/>
              <a:t>istemediğimiz</a:t>
            </a:r>
            <a:r>
              <a:rPr lang="en-US" dirty="0"/>
              <a:t> class </a:t>
            </a:r>
            <a:r>
              <a:rPr lang="en-US" dirty="0" err="1"/>
              <a:t>isimlerini</a:t>
            </a:r>
            <a:r>
              <a:rPr lang="en-US" dirty="0"/>
              <a:t> </a:t>
            </a:r>
            <a:r>
              <a:rPr lang="en-US" dirty="0" err="1"/>
              <a:t>yazıyoruz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 fontAlgn="base">
              <a:buNone/>
            </a:pPr>
            <a:r>
              <a:rPr lang="en-US" b="1" dirty="0"/>
              <a:t>isolation</a:t>
            </a:r>
          </a:p>
          <a:p>
            <a:pPr marL="0" indent="0" fontAlgn="base">
              <a:buNone/>
            </a:pPr>
            <a:r>
              <a:rPr lang="en-US" dirty="0"/>
              <a:t>Spring Boot </a:t>
            </a:r>
            <a:r>
              <a:rPr lang="en-US" dirty="0" err="1"/>
              <a:t>projemizde</a:t>
            </a:r>
            <a:r>
              <a:rPr lang="en-US" dirty="0"/>
              <a:t> </a:t>
            </a:r>
            <a:r>
              <a:rPr lang="en-US" dirty="0" err="1"/>
              <a:t>birden</a:t>
            </a:r>
            <a:r>
              <a:rPr lang="en-US" dirty="0"/>
              <a:t> </a:t>
            </a:r>
            <a:r>
              <a:rPr lang="en-US" dirty="0" err="1"/>
              <a:t>fazla</a:t>
            </a:r>
            <a:r>
              <a:rPr lang="en-US" dirty="0"/>
              <a:t> transaction </a:t>
            </a:r>
            <a:r>
              <a:rPr lang="en-US" dirty="0" err="1"/>
              <a:t>varsa</a:t>
            </a:r>
            <a:r>
              <a:rPr lang="en-US" dirty="0"/>
              <a:t> her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transactiondaki</a:t>
            </a:r>
            <a:r>
              <a:rPr lang="en-US" dirty="0"/>
              <a:t> </a:t>
            </a:r>
            <a:r>
              <a:rPr lang="en-US" dirty="0" err="1"/>
              <a:t>veriyi</a:t>
            </a:r>
            <a:r>
              <a:rPr lang="en-US" dirty="0"/>
              <a:t> </a:t>
            </a:r>
            <a:r>
              <a:rPr lang="en-US" dirty="0" err="1"/>
              <a:t>manipule</a:t>
            </a:r>
            <a:r>
              <a:rPr lang="en-US" dirty="0"/>
              <a:t> </a:t>
            </a:r>
            <a:r>
              <a:rPr lang="en-US" dirty="0" err="1"/>
              <a:t>etmek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kullanılmaktadır</a:t>
            </a:r>
            <a:r>
              <a:rPr lang="en-US" dirty="0"/>
              <a:t>. </a:t>
            </a:r>
            <a:r>
              <a:rPr lang="en-US" dirty="0" err="1"/>
              <a:t>Veritabanı</a:t>
            </a:r>
            <a:r>
              <a:rPr lang="en-US" dirty="0"/>
              <a:t> </a:t>
            </a:r>
            <a:r>
              <a:rPr lang="en-US" dirty="0" err="1"/>
              <a:t>işlemleri</a:t>
            </a:r>
            <a:r>
              <a:rPr lang="en-US" dirty="0"/>
              <a:t> </a:t>
            </a:r>
            <a:r>
              <a:rPr lang="en-US" dirty="0" err="1"/>
              <a:t>sonucu</a:t>
            </a:r>
            <a:r>
              <a:rPr lang="en-US" dirty="0"/>
              <a:t> </a:t>
            </a:r>
            <a:r>
              <a:rPr lang="en-US" dirty="0" err="1"/>
              <a:t>oluşan</a:t>
            </a:r>
            <a:r>
              <a:rPr lang="en-US" dirty="0"/>
              <a:t> </a:t>
            </a:r>
            <a:r>
              <a:rPr lang="en-US" dirty="0" err="1"/>
              <a:t>davranışlara</a:t>
            </a:r>
            <a:r>
              <a:rPr lang="en-US" dirty="0"/>
              <a:t> </a:t>
            </a:r>
            <a:r>
              <a:rPr lang="en-US" dirty="0" err="1"/>
              <a:t>göre</a:t>
            </a:r>
            <a:r>
              <a:rPr lang="en-US" dirty="0"/>
              <a:t> </a:t>
            </a:r>
            <a:r>
              <a:rPr lang="en-US" dirty="0" err="1"/>
              <a:t>karar</a:t>
            </a:r>
            <a:r>
              <a:rPr lang="en-US" dirty="0"/>
              <a:t> </a:t>
            </a:r>
            <a:r>
              <a:rPr lang="en-US" dirty="0" err="1"/>
              <a:t>verme</a:t>
            </a:r>
            <a:r>
              <a:rPr lang="en-US" dirty="0"/>
              <a:t> </a:t>
            </a:r>
            <a:r>
              <a:rPr lang="en-US" dirty="0" err="1"/>
              <a:t>durumunda</a:t>
            </a:r>
            <a:r>
              <a:rPr lang="en-US" dirty="0"/>
              <a:t> </a:t>
            </a:r>
            <a:r>
              <a:rPr lang="en-US" dirty="0" err="1"/>
              <a:t>kullanırız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isolationun</a:t>
            </a:r>
            <a:r>
              <a:rPr lang="en-US" dirty="0"/>
              <a:t> </a:t>
            </a:r>
            <a:r>
              <a:rPr lang="en-US" dirty="0" err="1"/>
              <a:t>seviyeleri</a:t>
            </a:r>
            <a:r>
              <a:rPr lang="en-US" dirty="0"/>
              <a:t> </a:t>
            </a:r>
            <a:r>
              <a:rPr lang="en-US" dirty="0" err="1"/>
              <a:t>bulunmaktadır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b="1" dirty="0"/>
              <a:t>– READ_UNCOMMITTED</a:t>
            </a:r>
          </a:p>
          <a:p>
            <a:pPr marL="0" indent="0" fontAlgn="base">
              <a:buNone/>
            </a:pPr>
            <a:r>
              <a:rPr lang="en-US" dirty="0" err="1"/>
              <a:t>uncomitted</a:t>
            </a:r>
            <a:r>
              <a:rPr lang="en-US" dirty="0"/>
              <a:t> </a:t>
            </a:r>
            <a:r>
              <a:rPr lang="en-US" dirty="0" err="1"/>
              <a:t>durumundaki</a:t>
            </a:r>
            <a:r>
              <a:rPr lang="en-US" dirty="0"/>
              <a:t> </a:t>
            </a:r>
            <a:r>
              <a:rPr lang="en-US" dirty="0" err="1"/>
              <a:t>veriyi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başka</a:t>
            </a:r>
            <a:r>
              <a:rPr lang="en-US" dirty="0"/>
              <a:t> transaction </a:t>
            </a:r>
            <a:r>
              <a:rPr lang="en-US" dirty="0" err="1"/>
              <a:t>okunmasına</a:t>
            </a:r>
            <a:r>
              <a:rPr lang="en-US" dirty="0"/>
              <a:t> </a:t>
            </a:r>
            <a:r>
              <a:rPr lang="en-US" dirty="0" err="1"/>
              <a:t>izin</a:t>
            </a:r>
            <a:r>
              <a:rPr lang="en-US" dirty="0"/>
              <a:t> </a:t>
            </a:r>
            <a:r>
              <a:rPr lang="en-US" dirty="0" err="1"/>
              <a:t>sağlamakta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b="1" dirty="0"/>
              <a:t>– READ_COMMITTED</a:t>
            </a:r>
          </a:p>
          <a:p>
            <a:pPr marL="0" indent="0" fontAlgn="base">
              <a:buNone/>
            </a:pPr>
            <a:r>
              <a:rPr lang="en-US" dirty="0" err="1"/>
              <a:t>Transactionun</a:t>
            </a:r>
            <a:r>
              <a:rPr lang="en-US" dirty="0"/>
              <a:t> commit </a:t>
            </a:r>
            <a:r>
              <a:rPr lang="en-US" dirty="0" err="1"/>
              <a:t>olduğu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okunabilmektedir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b="1" dirty="0"/>
              <a:t>– REPEATABLE_READ</a:t>
            </a:r>
          </a:p>
          <a:p>
            <a:pPr marL="0" indent="0" fontAlgn="base">
              <a:buNone/>
            </a:pPr>
            <a:r>
              <a:rPr lang="en-US" dirty="0" err="1"/>
              <a:t>İki</a:t>
            </a:r>
            <a:r>
              <a:rPr lang="en-US" dirty="0"/>
              <a:t>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çalışan</a:t>
            </a:r>
            <a:r>
              <a:rPr lang="en-US" dirty="0"/>
              <a:t> </a:t>
            </a:r>
            <a:r>
              <a:rPr lang="en-US" dirty="0" err="1"/>
              <a:t>transactionun</a:t>
            </a:r>
            <a:r>
              <a:rPr lang="en-US" dirty="0"/>
              <a:t>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okunmasına</a:t>
            </a:r>
            <a:r>
              <a:rPr lang="en-US" dirty="0"/>
              <a:t> </a:t>
            </a:r>
            <a:r>
              <a:rPr lang="en-US" dirty="0" err="1"/>
              <a:t>izin</a:t>
            </a:r>
            <a:r>
              <a:rPr lang="en-US" dirty="0"/>
              <a:t> </a:t>
            </a:r>
            <a:r>
              <a:rPr lang="en-US" dirty="0" err="1"/>
              <a:t>verilmez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b="1" dirty="0"/>
              <a:t>– SERIALIZABLE</a:t>
            </a:r>
          </a:p>
          <a:p>
            <a:pPr marL="0" indent="0" fontAlgn="base">
              <a:buNone/>
            </a:pP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çalışan</a:t>
            </a:r>
            <a:r>
              <a:rPr lang="en-US" dirty="0"/>
              <a:t> 2 </a:t>
            </a:r>
            <a:r>
              <a:rPr lang="en-US" dirty="0" err="1"/>
              <a:t>farklı</a:t>
            </a:r>
            <a:r>
              <a:rPr lang="en-US" dirty="0"/>
              <a:t> transaction </a:t>
            </a:r>
            <a:r>
              <a:rPr lang="en-US" dirty="0" err="1"/>
              <a:t>sadece</a:t>
            </a:r>
            <a:r>
              <a:rPr lang="en-US" dirty="0"/>
              <a:t> select </a:t>
            </a:r>
            <a:r>
              <a:rPr lang="en-US" dirty="0" err="1"/>
              <a:t>sorgusuna</a:t>
            </a:r>
            <a:r>
              <a:rPr lang="en-US" dirty="0"/>
              <a:t> </a:t>
            </a:r>
            <a:r>
              <a:rPr lang="en-US" dirty="0" err="1"/>
              <a:t>izin</a:t>
            </a:r>
            <a:r>
              <a:rPr lang="en-US" dirty="0"/>
              <a:t> </a:t>
            </a:r>
            <a:r>
              <a:rPr lang="en-US" dirty="0" err="1"/>
              <a:t>verilir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213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418</Words>
  <Application>Microsoft Office PowerPoint</Application>
  <PresentationFormat>Widescreen</PresentationFormat>
  <Paragraphs>66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Spring Transaction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Transaction</dc:title>
  <dc:creator>Windows User</dc:creator>
  <cp:lastModifiedBy>Windows User</cp:lastModifiedBy>
  <cp:revision>10</cp:revision>
  <dcterms:created xsi:type="dcterms:W3CDTF">2022-05-23T02:56:40Z</dcterms:created>
  <dcterms:modified xsi:type="dcterms:W3CDTF">2022-05-23T07:42:23Z</dcterms:modified>
</cp:coreProperties>
</file>