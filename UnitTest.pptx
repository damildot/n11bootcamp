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9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2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3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9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3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97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5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3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5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1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7F0EF-B205-4B09-8187-78B1454CA8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5BC88-1230-4DBE-BAB7-C2CE4E7F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7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sufsezer.com.tr/java-jsf/" TargetMode="External"/><Relationship Id="rId2" Type="http://schemas.openxmlformats.org/officeDocument/2006/relationships/hyperlink" Target="https://www.yusufsezer.com.tr/java-servl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usufsezer.com.tr/spring-framework/" TargetMode="External"/><Relationship Id="rId4" Type="http://schemas.openxmlformats.org/officeDocument/2006/relationships/hyperlink" Target="https://www.yusufsezer.com.tr/java-jpa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bliki/TestDouble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testng.org/doc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keytorc.com/hizmetler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leniumhq.org/about/platforms.js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eksisozluk.com/?q=continuous+integration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BİRİM TESTİ ( UNIT TEST)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1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540" y="253388"/>
            <a:ext cx="11556694" cy="62796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Yazılım</a:t>
            </a:r>
            <a:r>
              <a:rPr lang="en-US" dirty="0" smtClean="0"/>
              <a:t> test </a:t>
            </a:r>
            <a:r>
              <a:rPr lang="en-US" dirty="0" err="1" smtClean="0"/>
              <a:t>uygulamalarının</a:t>
            </a:r>
            <a:r>
              <a:rPr lang="en-US" dirty="0" smtClean="0"/>
              <a:t> en </a:t>
            </a:r>
            <a:r>
              <a:rPr lang="en-US" dirty="0" err="1" smtClean="0"/>
              <a:t>temel</a:t>
            </a:r>
            <a:r>
              <a:rPr lang="en-US" dirty="0" smtClean="0"/>
              <a:t> test </a:t>
            </a:r>
            <a:r>
              <a:rPr lang="en-US" dirty="0" err="1" smtClean="0"/>
              <a:t>yöntemi</a:t>
            </a:r>
            <a:r>
              <a:rPr lang="en-US" dirty="0" smtClean="0"/>
              <a:t> </a:t>
            </a:r>
            <a:r>
              <a:rPr lang="en-US" b="1" dirty="0" err="1" smtClean="0"/>
              <a:t>birim</a:t>
            </a:r>
            <a:r>
              <a:rPr lang="en-US" b="1" dirty="0" smtClean="0"/>
              <a:t> </a:t>
            </a:r>
            <a:r>
              <a:rPr lang="en-US" b="1" dirty="0" err="1" smtClean="0"/>
              <a:t>testleridir</a:t>
            </a:r>
            <a:r>
              <a:rPr lang="en-US" b="1" dirty="0" smtClean="0"/>
              <a:t>(unit test). </a:t>
            </a:r>
            <a:endParaRPr lang="tr-TR" b="1" dirty="0" smtClean="0"/>
          </a:p>
          <a:p>
            <a:pPr marL="0" indent="0">
              <a:buNone/>
            </a:pPr>
            <a:r>
              <a:rPr lang="en-US" b="1" dirty="0" smtClean="0"/>
              <a:t>Unit test</a:t>
            </a:r>
            <a:r>
              <a:rPr lang="en-US" dirty="0" smtClean="0"/>
              <a:t>,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</a:t>
            </a:r>
            <a:r>
              <a:rPr lang="en-US" dirty="0" err="1" smtClean="0"/>
              <a:t>blo</a:t>
            </a:r>
            <a:r>
              <a:rPr lang="tr-TR" dirty="0" smtClean="0"/>
              <a:t>ğ</a:t>
            </a:r>
            <a:r>
              <a:rPr lang="en-US" dirty="0" err="1" smtClean="0"/>
              <a:t>unun</a:t>
            </a:r>
            <a:r>
              <a:rPr lang="en-US" dirty="0" smtClean="0"/>
              <a:t>, </a:t>
            </a:r>
            <a:r>
              <a:rPr lang="en-US" dirty="0" err="1" smtClean="0"/>
              <a:t>modülün</a:t>
            </a:r>
            <a:r>
              <a:rPr lang="en-US" dirty="0" smtClean="0"/>
              <a:t> </a:t>
            </a:r>
            <a:r>
              <a:rPr lang="en-US" dirty="0" err="1" smtClean="0"/>
              <a:t>veya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program </a:t>
            </a:r>
            <a:r>
              <a:rPr lang="en-US" dirty="0" err="1" smtClean="0"/>
              <a:t>parçasının</a:t>
            </a:r>
            <a:r>
              <a:rPr lang="en-US" dirty="0" smtClean="0"/>
              <a:t> </a:t>
            </a:r>
            <a:r>
              <a:rPr lang="en-US" dirty="0" err="1" smtClean="0"/>
              <a:t>hatasız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şekilde</a:t>
            </a:r>
            <a:r>
              <a:rPr lang="en-US" dirty="0" smtClean="0"/>
              <a:t>, </a:t>
            </a:r>
            <a:r>
              <a:rPr lang="en-US" dirty="0" err="1" smtClean="0"/>
              <a:t>beklentilerinin</a:t>
            </a:r>
            <a:r>
              <a:rPr lang="en-US" dirty="0" smtClean="0"/>
              <a:t> </a:t>
            </a:r>
            <a:r>
              <a:rPr lang="en-US" dirty="0" err="1" smtClean="0"/>
              <a:t>karşılanıp</a:t>
            </a:r>
            <a:r>
              <a:rPr lang="en-US" dirty="0" smtClean="0"/>
              <a:t> </a:t>
            </a:r>
            <a:r>
              <a:rPr lang="en-US" dirty="0" err="1" smtClean="0"/>
              <a:t>karşılanmadığını</a:t>
            </a:r>
            <a:r>
              <a:rPr lang="en-US" dirty="0" smtClean="0"/>
              <a:t> </a:t>
            </a:r>
            <a:r>
              <a:rPr lang="en-US" dirty="0" err="1" smtClean="0"/>
              <a:t>belirlemek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, </a:t>
            </a: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geliştiriciler</a:t>
            </a:r>
            <a:r>
              <a:rPr lang="en-US" dirty="0" smtClean="0"/>
              <a:t>(software developers) </a:t>
            </a:r>
            <a:r>
              <a:rPr lang="en-US" dirty="0" err="1" smtClean="0"/>
              <a:t>tarafından</a:t>
            </a:r>
            <a:r>
              <a:rPr lang="en-US" dirty="0" smtClean="0"/>
              <a:t> </a:t>
            </a:r>
            <a:r>
              <a:rPr lang="en-US" dirty="0" err="1" smtClean="0"/>
              <a:t>yapılan</a:t>
            </a:r>
            <a:r>
              <a:rPr lang="en-US" dirty="0" smtClean="0"/>
              <a:t> </a:t>
            </a:r>
            <a:r>
              <a:rPr lang="en-US" dirty="0" err="1" smtClean="0"/>
              <a:t>testlere</a:t>
            </a:r>
            <a:r>
              <a:rPr lang="en-US" dirty="0" smtClean="0"/>
              <a:t> </a:t>
            </a:r>
            <a:r>
              <a:rPr lang="en-US" dirty="0" err="1" smtClean="0"/>
              <a:t>denir</a:t>
            </a:r>
            <a:r>
              <a:rPr lang="en-US" dirty="0" smtClean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b="1" dirty="0" smtClean="0"/>
              <a:t>Unit </a:t>
            </a:r>
            <a:r>
              <a:rPr lang="en-US" b="1" dirty="0" err="1" smtClean="0"/>
              <a:t>testler</a:t>
            </a:r>
            <a:r>
              <a:rPr lang="en-US" b="1" dirty="0" smtClean="0"/>
              <a:t> </a:t>
            </a: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geliştirme</a:t>
            </a:r>
            <a:r>
              <a:rPr lang="en-US" dirty="0" smtClean="0"/>
              <a:t> </a:t>
            </a:r>
            <a:r>
              <a:rPr lang="en-US" dirty="0" err="1" smtClean="0"/>
              <a:t>süreci</a:t>
            </a:r>
            <a:r>
              <a:rPr lang="en-US" dirty="0" smtClean="0"/>
              <a:t>(software development cycle) </a:t>
            </a:r>
            <a:r>
              <a:rPr lang="en-US" dirty="0" err="1" smtClean="0"/>
              <a:t>içerisinde</a:t>
            </a:r>
            <a:r>
              <a:rPr lang="en-US" dirty="0" smtClean="0"/>
              <a:t>, </a:t>
            </a:r>
            <a:r>
              <a:rPr lang="en-US" dirty="0" err="1" smtClean="0"/>
              <a:t>analiz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tasarım</a:t>
            </a:r>
            <a:r>
              <a:rPr lang="en-US" dirty="0" smtClean="0"/>
              <a:t> </a:t>
            </a:r>
            <a:r>
              <a:rPr lang="en-US" dirty="0" err="1" smtClean="0"/>
              <a:t>evresinde</a:t>
            </a:r>
            <a:r>
              <a:rPr lang="en-US" dirty="0" smtClean="0"/>
              <a:t> </a:t>
            </a:r>
            <a:r>
              <a:rPr lang="en-US" dirty="0" err="1" smtClean="0"/>
              <a:t>birlikte</a:t>
            </a:r>
            <a:r>
              <a:rPr lang="en-US" dirty="0" smtClean="0"/>
              <a:t> </a:t>
            </a:r>
            <a:r>
              <a:rPr lang="en-US" dirty="0" err="1" smtClean="0"/>
              <a:t>planlanan</a:t>
            </a:r>
            <a:r>
              <a:rPr lang="en-US" dirty="0" smtClean="0"/>
              <a:t>, </a:t>
            </a:r>
            <a:r>
              <a:rPr lang="en-US" dirty="0" err="1" smtClean="0"/>
              <a:t>kodlama</a:t>
            </a:r>
            <a:r>
              <a:rPr lang="en-US" dirty="0" smtClean="0"/>
              <a:t> </a:t>
            </a:r>
            <a:r>
              <a:rPr lang="en-US" dirty="0" err="1" smtClean="0"/>
              <a:t>evresinde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ürünü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birlikte</a:t>
            </a:r>
            <a:r>
              <a:rPr lang="en-US" dirty="0" smtClean="0"/>
              <a:t> </a:t>
            </a:r>
            <a:r>
              <a:rPr lang="en-US" dirty="0" err="1" smtClean="0"/>
              <a:t>yazılan</a:t>
            </a:r>
            <a:r>
              <a:rPr lang="en-US" dirty="0" smtClean="0"/>
              <a:t> test </a:t>
            </a:r>
            <a:r>
              <a:rPr lang="en-US" dirty="0" err="1" smtClean="0"/>
              <a:t>kodlarından</a:t>
            </a:r>
            <a:r>
              <a:rPr lang="en-US" dirty="0" smtClean="0"/>
              <a:t> </a:t>
            </a:r>
            <a:r>
              <a:rPr lang="en-US" dirty="0" err="1" smtClean="0"/>
              <a:t>oluşur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Yazılan</a:t>
            </a:r>
            <a:r>
              <a:rPr lang="en-US" dirty="0" smtClean="0"/>
              <a:t> her </a:t>
            </a:r>
            <a:r>
              <a:rPr lang="en-US" b="1" dirty="0" smtClean="0"/>
              <a:t>unit</a:t>
            </a:r>
            <a:r>
              <a:rPr lang="en-US" dirty="0" smtClean="0"/>
              <a:t> </a:t>
            </a:r>
            <a:r>
              <a:rPr lang="en-US" b="1" dirty="0" smtClean="0"/>
              <a:t>test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ilgili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</a:t>
            </a:r>
            <a:r>
              <a:rPr lang="en-US" dirty="0" err="1" smtClean="0"/>
              <a:t>parçalarından</a:t>
            </a:r>
            <a:r>
              <a:rPr lang="en-US" dirty="0" smtClean="0"/>
              <a:t> en </a:t>
            </a:r>
            <a:r>
              <a:rPr lang="en-US" dirty="0" err="1" smtClean="0"/>
              <a:t>az</a:t>
            </a:r>
            <a:r>
              <a:rPr lang="en-US" dirty="0" smtClean="0"/>
              <a:t> 1 </a:t>
            </a:r>
            <a:r>
              <a:rPr lang="en-US" dirty="0" err="1" smtClean="0"/>
              <a:t>kere</a:t>
            </a:r>
            <a:r>
              <a:rPr lang="en-US" dirty="0" smtClean="0"/>
              <a:t> </a:t>
            </a:r>
            <a:r>
              <a:rPr lang="en-US" dirty="0" err="1" smtClean="0"/>
              <a:t>geçilmesi</a:t>
            </a:r>
            <a:r>
              <a:rPr lang="en-US" dirty="0" smtClean="0"/>
              <a:t> </a:t>
            </a:r>
            <a:r>
              <a:rPr lang="en-US" dirty="0" err="1" smtClean="0"/>
              <a:t>hedeflenir</a:t>
            </a:r>
            <a:r>
              <a:rPr lang="en-US" dirty="0" smtClean="0"/>
              <a:t>. </a:t>
            </a:r>
            <a:r>
              <a:rPr lang="en-US" b="1" dirty="0" smtClean="0"/>
              <a:t>Unit</a:t>
            </a:r>
            <a:r>
              <a:rPr lang="en-US" dirty="0" smtClean="0"/>
              <a:t> </a:t>
            </a:r>
            <a:r>
              <a:rPr lang="en-US" b="1" dirty="0" err="1" smtClean="0"/>
              <a:t>testler</a:t>
            </a:r>
            <a:r>
              <a:rPr lang="en-US" dirty="0" smtClean="0"/>
              <a:t>' in </a:t>
            </a:r>
            <a:r>
              <a:rPr lang="en-US" dirty="0" err="1" smtClean="0"/>
              <a:t>asıl</a:t>
            </a:r>
            <a:r>
              <a:rPr lang="en-US" dirty="0" smtClean="0"/>
              <a:t> </a:t>
            </a:r>
            <a:r>
              <a:rPr lang="en-US" dirty="0" err="1" smtClean="0"/>
              <a:t>sorumluları</a:t>
            </a:r>
            <a:r>
              <a:rPr lang="en-US" dirty="0" smtClean="0"/>
              <a:t> </a:t>
            </a:r>
            <a:r>
              <a:rPr lang="en-US" b="1" dirty="0" smtClean="0"/>
              <a:t>Test </a:t>
            </a:r>
            <a:r>
              <a:rPr lang="en-US" b="1" dirty="0" err="1" smtClean="0"/>
              <a:t>Mühendisleri</a:t>
            </a:r>
            <a:r>
              <a:rPr lang="en-US" b="1" dirty="0" smtClean="0"/>
              <a:t> </a:t>
            </a:r>
            <a:r>
              <a:rPr lang="en-US" dirty="0" err="1" smtClean="0"/>
              <a:t>değil</a:t>
            </a:r>
            <a:r>
              <a:rPr lang="en-US" dirty="0" smtClean="0"/>
              <a:t> </a:t>
            </a:r>
            <a:r>
              <a:rPr lang="en-US" b="1" dirty="0" err="1" smtClean="0"/>
              <a:t>Yazılım</a:t>
            </a:r>
            <a:r>
              <a:rPr lang="en-US" b="1" dirty="0" smtClean="0"/>
              <a:t> </a:t>
            </a:r>
            <a:r>
              <a:rPr lang="en-US" b="1" dirty="0" err="1" smtClean="0"/>
              <a:t>Mühendisleridir</a:t>
            </a:r>
            <a:r>
              <a:rPr lang="en-US" b="1" dirty="0" smtClean="0"/>
              <a:t>. </a:t>
            </a:r>
            <a:endParaRPr lang="tr-TR" b="1" dirty="0" smtClean="0"/>
          </a:p>
          <a:p>
            <a:pPr marL="0" indent="0">
              <a:buNone/>
            </a:pPr>
            <a:r>
              <a:rPr lang="en-US" dirty="0" err="1" smtClean="0"/>
              <a:t>Yazılım</a:t>
            </a:r>
            <a:r>
              <a:rPr lang="en-US" dirty="0" smtClean="0"/>
              <a:t> test </a:t>
            </a:r>
            <a:r>
              <a:rPr lang="en-US" dirty="0" err="1" smtClean="0"/>
              <a:t>sürecindeki</a:t>
            </a:r>
            <a:r>
              <a:rPr lang="en-US" dirty="0" smtClean="0"/>
              <a:t> en </a:t>
            </a:r>
            <a:r>
              <a:rPr lang="en-US" dirty="0" err="1" smtClean="0"/>
              <a:t>temel</a:t>
            </a:r>
            <a:r>
              <a:rPr lang="en-US" dirty="0" smtClean="0"/>
              <a:t> test </a:t>
            </a:r>
            <a:r>
              <a:rPr lang="en-US" dirty="0" err="1" smtClean="0"/>
              <a:t>stratejisini</a:t>
            </a:r>
            <a:r>
              <a:rPr lang="en-US" dirty="0" smtClean="0"/>
              <a:t> </a:t>
            </a:r>
            <a:r>
              <a:rPr lang="en-US" b="1" dirty="0" smtClean="0"/>
              <a:t>unit </a:t>
            </a:r>
            <a:r>
              <a:rPr lang="en-US" b="1" dirty="0" err="1" smtClean="0"/>
              <a:t>testler</a:t>
            </a:r>
            <a:r>
              <a:rPr lang="en-US" b="1" dirty="0" smtClean="0"/>
              <a:t> </a:t>
            </a:r>
            <a:r>
              <a:rPr lang="en-US" dirty="0" err="1" smtClean="0"/>
              <a:t>oluşturur</a:t>
            </a:r>
            <a:r>
              <a:rPr lang="en-US" dirty="0" smtClean="0"/>
              <a:t>. </a:t>
            </a:r>
            <a:r>
              <a:rPr lang="en-US" dirty="0" err="1" smtClean="0"/>
              <a:t>Çünkü</a:t>
            </a:r>
            <a:r>
              <a:rPr lang="en-US" dirty="0" smtClean="0"/>
              <a:t> </a:t>
            </a:r>
            <a:r>
              <a:rPr lang="en-US" dirty="0" err="1" smtClean="0"/>
              <a:t>ürün</a:t>
            </a:r>
            <a:r>
              <a:rPr lang="en-US" dirty="0" smtClean="0"/>
              <a:t> </a:t>
            </a:r>
            <a:r>
              <a:rPr lang="en-US" dirty="0" err="1" smtClean="0"/>
              <a:t>içerisindeki</a:t>
            </a:r>
            <a:r>
              <a:rPr lang="en-US" dirty="0" smtClean="0"/>
              <a:t> </a:t>
            </a:r>
            <a:r>
              <a:rPr lang="en-US" dirty="0" err="1" smtClean="0"/>
              <a:t>birim</a:t>
            </a:r>
            <a:r>
              <a:rPr lang="en-US" dirty="0" smtClean="0"/>
              <a:t> </a:t>
            </a:r>
            <a:r>
              <a:rPr lang="en-US" dirty="0" err="1" smtClean="0"/>
              <a:t>kodlar</a:t>
            </a:r>
            <a:r>
              <a:rPr lang="en-US" dirty="0" smtClean="0"/>
              <a:t> </a:t>
            </a:r>
            <a:r>
              <a:rPr lang="en-US" dirty="0" err="1" smtClean="0"/>
              <a:t>oluşurken</a:t>
            </a:r>
            <a:r>
              <a:rPr lang="en-US" dirty="0" smtClean="0"/>
              <a:t>, </a:t>
            </a: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mühendisi</a:t>
            </a:r>
            <a:r>
              <a:rPr lang="en-US" dirty="0" smtClean="0"/>
              <a:t> </a:t>
            </a:r>
            <a:r>
              <a:rPr lang="en-US" dirty="0" err="1" smtClean="0"/>
              <a:t>paralelde</a:t>
            </a:r>
            <a:r>
              <a:rPr lang="en-US" dirty="0" smtClean="0"/>
              <a:t> </a:t>
            </a:r>
            <a:r>
              <a:rPr lang="en-US" b="1" dirty="0" smtClean="0"/>
              <a:t>unit</a:t>
            </a:r>
            <a:r>
              <a:rPr lang="en-US" dirty="0" smtClean="0"/>
              <a:t> </a:t>
            </a:r>
            <a:r>
              <a:rPr lang="en-US" b="1" dirty="0" smtClean="0"/>
              <a:t>test</a:t>
            </a:r>
            <a:r>
              <a:rPr lang="en-US" dirty="0" smtClean="0"/>
              <a:t> </a:t>
            </a:r>
            <a:r>
              <a:rPr lang="en-US" dirty="0" err="1" smtClean="0"/>
              <a:t>kodlarını</a:t>
            </a:r>
            <a:r>
              <a:rPr lang="en-US" dirty="0" smtClean="0"/>
              <a:t> </a:t>
            </a:r>
            <a:r>
              <a:rPr lang="en-US" dirty="0" err="1" smtClean="0"/>
              <a:t>hazırlayarak</a:t>
            </a:r>
            <a:r>
              <a:rPr lang="en-US" dirty="0" smtClean="0"/>
              <a:t> </a:t>
            </a:r>
            <a:r>
              <a:rPr lang="en-US" dirty="0" err="1" smtClean="0"/>
              <a:t>ilgili</a:t>
            </a:r>
            <a:r>
              <a:rPr lang="en-US" dirty="0" smtClean="0"/>
              <a:t> </a:t>
            </a:r>
            <a:r>
              <a:rPr lang="en-US" dirty="0" err="1" smtClean="0"/>
              <a:t>birimlerin</a:t>
            </a:r>
            <a:r>
              <a:rPr lang="en-US" dirty="0" smtClean="0"/>
              <a:t> </a:t>
            </a:r>
            <a:r>
              <a:rPr lang="en-US" dirty="0" err="1" smtClean="0"/>
              <a:t>doğru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şekilde</a:t>
            </a:r>
            <a:r>
              <a:rPr lang="en-US" dirty="0" smtClean="0"/>
              <a:t> </a:t>
            </a:r>
            <a:r>
              <a:rPr lang="en-US" dirty="0" err="1" smtClean="0"/>
              <a:t>çalışıp</a:t>
            </a:r>
            <a:r>
              <a:rPr lang="en-US" dirty="0" smtClean="0"/>
              <a:t> </a:t>
            </a:r>
            <a:r>
              <a:rPr lang="en-US" dirty="0" err="1" smtClean="0"/>
              <a:t>çalışmadığını</a:t>
            </a:r>
            <a:r>
              <a:rPr lang="en-US" dirty="0" smtClean="0"/>
              <a:t> test </a:t>
            </a:r>
            <a:r>
              <a:rPr lang="en-US" dirty="0" err="1" smtClean="0"/>
              <a:t>eder</a:t>
            </a:r>
            <a:r>
              <a:rPr lang="en-US" dirty="0" smtClean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Şayet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hata</a:t>
            </a:r>
            <a:r>
              <a:rPr lang="en-US" dirty="0" smtClean="0"/>
              <a:t>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, </a:t>
            </a: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geliştirici</a:t>
            </a:r>
            <a:r>
              <a:rPr lang="en-US" dirty="0" smtClean="0"/>
              <a:t> </a:t>
            </a:r>
            <a:r>
              <a:rPr lang="en-US" dirty="0" err="1" smtClean="0"/>
              <a:t>doğrudan</a:t>
            </a:r>
            <a:r>
              <a:rPr lang="en-US" dirty="0" smtClean="0"/>
              <a:t> </a:t>
            </a:r>
            <a:r>
              <a:rPr lang="en-US" dirty="0" err="1" smtClean="0"/>
              <a:t>kendi</a:t>
            </a:r>
            <a:r>
              <a:rPr lang="en-US" dirty="0" smtClean="0"/>
              <a:t> </a:t>
            </a:r>
            <a:r>
              <a:rPr lang="en-US" dirty="0" err="1" smtClean="0"/>
              <a:t>birim</a:t>
            </a:r>
            <a:r>
              <a:rPr lang="en-US" dirty="0" smtClean="0"/>
              <a:t> </a:t>
            </a:r>
            <a:r>
              <a:rPr lang="en-US" dirty="0" err="1" smtClean="0"/>
              <a:t>koduna</a:t>
            </a:r>
            <a:r>
              <a:rPr lang="en-US" dirty="0" smtClean="0"/>
              <a:t> </a:t>
            </a:r>
            <a:r>
              <a:rPr lang="en-US" dirty="0" err="1" smtClean="0"/>
              <a:t>müdahale</a:t>
            </a:r>
            <a:r>
              <a:rPr lang="en-US" dirty="0" smtClean="0"/>
              <a:t> </a:t>
            </a:r>
            <a:r>
              <a:rPr lang="en-US" dirty="0" err="1" smtClean="0"/>
              <a:t>ederek</a:t>
            </a:r>
            <a:r>
              <a:rPr lang="en-US" dirty="0" smtClean="0"/>
              <a:t> </a:t>
            </a:r>
            <a:r>
              <a:rPr lang="en-US" dirty="0" err="1" smtClean="0"/>
              <a:t>hatayı</a:t>
            </a:r>
            <a:r>
              <a:rPr lang="en-US" dirty="0" smtClean="0"/>
              <a:t> </a:t>
            </a:r>
            <a:r>
              <a:rPr lang="en-US" dirty="0" err="1" smtClean="0"/>
              <a:t>düzeltir</a:t>
            </a:r>
            <a:r>
              <a:rPr lang="en-US" dirty="0" smtClean="0"/>
              <a:t>. </a:t>
            </a:r>
            <a:r>
              <a:rPr lang="en-US" dirty="0" err="1" smtClean="0"/>
              <a:t>Aksi</a:t>
            </a:r>
            <a:r>
              <a:rPr lang="en-US" dirty="0" smtClean="0"/>
              <a:t> </a:t>
            </a:r>
            <a:r>
              <a:rPr lang="en-US" dirty="0" err="1" smtClean="0"/>
              <a:t>halde</a:t>
            </a:r>
            <a:r>
              <a:rPr lang="en-US" dirty="0" smtClean="0"/>
              <a:t>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olan</a:t>
            </a:r>
            <a:r>
              <a:rPr lang="en-US" dirty="0" smtClean="0"/>
              <a:t> </a:t>
            </a:r>
            <a:r>
              <a:rPr lang="en-US" dirty="0" err="1" smtClean="0"/>
              <a:t>hatalar</a:t>
            </a:r>
            <a:r>
              <a:rPr lang="en-US" dirty="0" smtClean="0"/>
              <a:t> </a:t>
            </a:r>
            <a:r>
              <a:rPr lang="en-US" dirty="0" err="1" smtClean="0"/>
              <a:t>ileri</a:t>
            </a:r>
            <a:r>
              <a:rPr lang="en-US" dirty="0" smtClean="0"/>
              <a:t> </a:t>
            </a:r>
            <a:r>
              <a:rPr lang="en-US" dirty="0" err="1" smtClean="0"/>
              <a:t>ki</a:t>
            </a:r>
            <a:r>
              <a:rPr lang="en-US" dirty="0" smtClean="0"/>
              <a:t> </a:t>
            </a:r>
            <a:r>
              <a:rPr lang="en-US" dirty="0" err="1" smtClean="0"/>
              <a:t>süreçlerde</a:t>
            </a:r>
            <a:r>
              <a:rPr lang="en-US" dirty="0" smtClean="0"/>
              <a:t> Test </a:t>
            </a:r>
            <a:r>
              <a:rPr lang="en-US" dirty="0" err="1" smtClean="0"/>
              <a:t>Mühendisleri</a:t>
            </a:r>
            <a:r>
              <a:rPr lang="en-US" dirty="0" smtClean="0"/>
              <a:t> </a:t>
            </a:r>
            <a:r>
              <a:rPr lang="en-US" dirty="0" err="1" smtClean="0"/>
              <a:t>tarafından</a:t>
            </a:r>
            <a:r>
              <a:rPr lang="en-US" dirty="0" smtClean="0"/>
              <a:t> </a:t>
            </a:r>
            <a:r>
              <a:rPr lang="en-US" dirty="0" err="1" smtClean="0"/>
              <a:t>fark</a:t>
            </a:r>
            <a:r>
              <a:rPr lang="en-US" dirty="0" smtClean="0"/>
              <a:t> </a:t>
            </a:r>
            <a:r>
              <a:rPr lang="en-US" dirty="0" err="1" smtClean="0"/>
              <a:t>edilir</a:t>
            </a:r>
            <a:r>
              <a:rPr lang="en-US" dirty="0" smtClean="0"/>
              <a:t> </a:t>
            </a:r>
            <a:r>
              <a:rPr lang="en-US" dirty="0" err="1" smtClean="0"/>
              <a:t>ki</a:t>
            </a:r>
            <a:r>
              <a:rPr lang="en-US" dirty="0" smtClean="0"/>
              <a:t>, </a:t>
            </a:r>
            <a:r>
              <a:rPr lang="en-US" dirty="0" err="1" smtClean="0"/>
              <a:t>bu</a:t>
            </a:r>
            <a:r>
              <a:rPr lang="en-US" dirty="0" smtClean="0"/>
              <a:t> da </a:t>
            </a:r>
            <a:r>
              <a:rPr lang="en-US" dirty="0" err="1" smtClean="0"/>
              <a:t>zaman</a:t>
            </a:r>
            <a:r>
              <a:rPr lang="en-US" dirty="0" smtClean="0"/>
              <a:t> </a:t>
            </a:r>
            <a:r>
              <a:rPr lang="en-US" dirty="0" err="1" smtClean="0"/>
              <a:t>kaybına</a:t>
            </a:r>
            <a:r>
              <a:rPr lang="en-US" dirty="0" smtClean="0"/>
              <a:t> </a:t>
            </a:r>
            <a:r>
              <a:rPr lang="en-US" dirty="0" err="1" smtClean="0"/>
              <a:t>neden</a:t>
            </a:r>
            <a:r>
              <a:rPr lang="en-US" dirty="0" smtClean="0"/>
              <a:t> </a:t>
            </a:r>
            <a:r>
              <a:rPr lang="en-US" dirty="0" err="1" smtClean="0"/>
              <a:t>olur</a:t>
            </a:r>
            <a:r>
              <a:rPr lang="en-US" dirty="0" smtClean="0"/>
              <a:t>. Bu </a:t>
            </a:r>
            <a:r>
              <a:rPr lang="en-US" dirty="0" err="1" smtClean="0"/>
              <a:t>sebepten</a:t>
            </a:r>
            <a:r>
              <a:rPr lang="en-US" dirty="0" smtClean="0"/>
              <a:t> </a:t>
            </a:r>
            <a:r>
              <a:rPr lang="en-US" dirty="0" err="1" smtClean="0"/>
              <a:t>ötürü</a:t>
            </a:r>
            <a:r>
              <a:rPr lang="en-US" dirty="0" smtClean="0"/>
              <a:t> </a:t>
            </a:r>
            <a:r>
              <a:rPr lang="en-US" b="1" dirty="0" smtClean="0"/>
              <a:t>unit </a:t>
            </a:r>
            <a:r>
              <a:rPr lang="en-US" b="1" dirty="0" err="1" smtClean="0"/>
              <a:t>testlere</a:t>
            </a:r>
            <a:r>
              <a:rPr lang="en-US" b="1" dirty="0" smtClean="0"/>
              <a:t> </a:t>
            </a:r>
            <a:r>
              <a:rPr lang="en-US" dirty="0" err="1" smtClean="0"/>
              <a:t>gereken</a:t>
            </a:r>
            <a:r>
              <a:rPr lang="en-US" dirty="0" smtClean="0"/>
              <a:t> </a:t>
            </a:r>
            <a:r>
              <a:rPr lang="en-US" dirty="0" err="1" smtClean="0"/>
              <a:t>önemin</a:t>
            </a:r>
            <a:r>
              <a:rPr lang="en-US" dirty="0" smtClean="0"/>
              <a:t> </a:t>
            </a:r>
            <a:r>
              <a:rPr lang="en-US" dirty="0" err="1" smtClean="0"/>
              <a:t>verilmesi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her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b="1" dirty="0" smtClean="0"/>
              <a:t>unit</a:t>
            </a:r>
            <a:r>
              <a:rPr lang="en-US" dirty="0" smtClean="0"/>
              <a:t> </a:t>
            </a:r>
            <a:r>
              <a:rPr lang="en-US" b="1" dirty="0" err="1" smtClean="0"/>
              <a:t>testin</a:t>
            </a:r>
            <a:r>
              <a:rPr lang="en-US" dirty="0" smtClean="0"/>
              <a:t> </a:t>
            </a:r>
            <a:r>
              <a:rPr lang="en-US" dirty="0" err="1" smtClean="0"/>
              <a:t>kaydedilerek</a:t>
            </a:r>
            <a:r>
              <a:rPr lang="en-US" dirty="0" smtClean="0"/>
              <a:t> </a:t>
            </a:r>
            <a:r>
              <a:rPr lang="en-US" dirty="0" err="1" smtClean="0"/>
              <a:t>koşturulması</a:t>
            </a:r>
            <a:r>
              <a:rPr lang="en-US" dirty="0" smtClean="0"/>
              <a:t> </a:t>
            </a:r>
            <a:r>
              <a:rPr lang="en-US" dirty="0" err="1" smtClean="0"/>
              <a:t>gerekir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4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540" y="253388"/>
            <a:ext cx="11556694" cy="62796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Unit </a:t>
            </a:r>
            <a:r>
              <a:rPr lang="en-US" b="1" dirty="0" err="1" smtClean="0"/>
              <a:t>testi</a:t>
            </a:r>
            <a:r>
              <a:rPr lang="en-US" b="1" dirty="0" smtClean="0"/>
              <a:t> </a:t>
            </a:r>
            <a:r>
              <a:rPr lang="en-US" dirty="0" err="1" smtClean="0"/>
              <a:t>hazırlanmamış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parçasının</a:t>
            </a:r>
            <a:r>
              <a:rPr lang="en-US" dirty="0" smtClean="0"/>
              <a:t>, </a:t>
            </a:r>
            <a:r>
              <a:rPr lang="en-US" dirty="0" err="1" smtClean="0"/>
              <a:t>belirtim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geliştirici</a:t>
            </a:r>
            <a:r>
              <a:rPr lang="en-US" dirty="0" smtClean="0"/>
              <a:t> </a:t>
            </a:r>
            <a:r>
              <a:rPr lang="en-US" dirty="0" err="1" smtClean="0"/>
              <a:t>tarafında</a:t>
            </a:r>
            <a:r>
              <a:rPr lang="en-US" dirty="0" smtClean="0"/>
              <a:t> test </a:t>
            </a:r>
            <a:r>
              <a:rPr lang="en-US" dirty="0" err="1" smtClean="0"/>
              <a:t>edilmediğini</a:t>
            </a:r>
            <a:r>
              <a:rPr lang="en-US" dirty="0" smtClean="0"/>
              <a:t> </a:t>
            </a:r>
            <a:r>
              <a:rPr lang="en-US" dirty="0" err="1" smtClean="0"/>
              <a:t>gösterir</a:t>
            </a:r>
            <a:r>
              <a:rPr lang="en-US" dirty="0" smtClean="0"/>
              <a:t>. Ne </a:t>
            </a:r>
            <a:r>
              <a:rPr lang="en-US" dirty="0" err="1" smtClean="0"/>
              <a:t>yazık</a:t>
            </a:r>
            <a:r>
              <a:rPr lang="en-US" dirty="0" smtClean="0"/>
              <a:t> </a:t>
            </a:r>
            <a:r>
              <a:rPr lang="en-US" dirty="0" err="1" smtClean="0"/>
              <a:t>ki</a:t>
            </a:r>
            <a:r>
              <a:rPr lang="en-US" dirty="0" smtClean="0"/>
              <a:t> unit </a:t>
            </a:r>
            <a:r>
              <a:rPr lang="en-US" dirty="0" err="1" smtClean="0"/>
              <a:t>testlere</a:t>
            </a:r>
            <a:r>
              <a:rPr lang="en-US" dirty="0" smtClean="0"/>
              <a:t> </a:t>
            </a:r>
            <a:r>
              <a:rPr lang="en-US" dirty="0" err="1" smtClean="0"/>
              <a:t>gereken</a:t>
            </a:r>
            <a:r>
              <a:rPr lang="en-US" dirty="0" smtClean="0"/>
              <a:t> </a:t>
            </a:r>
            <a:r>
              <a:rPr lang="en-US" dirty="0" err="1" smtClean="0"/>
              <a:t>önem</a:t>
            </a:r>
            <a:r>
              <a:rPr lang="en-US" dirty="0" smtClean="0"/>
              <a:t> </a:t>
            </a:r>
            <a:r>
              <a:rPr lang="en-US" dirty="0" err="1" smtClean="0"/>
              <a:t>verilmediğinden</a:t>
            </a:r>
            <a:r>
              <a:rPr lang="en-US" dirty="0" smtClean="0"/>
              <a:t> </a:t>
            </a:r>
            <a:r>
              <a:rPr lang="en-US" dirty="0" err="1" smtClean="0"/>
              <a:t>ötürü</a:t>
            </a:r>
            <a:r>
              <a:rPr lang="en-US" dirty="0" smtClean="0"/>
              <a:t> </a:t>
            </a:r>
            <a:r>
              <a:rPr lang="en-US" dirty="0" err="1" smtClean="0"/>
              <a:t>yazılım</a:t>
            </a:r>
            <a:r>
              <a:rPr lang="en-US" dirty="0" smtClean="0"/>
              <a:t> test </a:t>
            </a:r>
            <a:r>
              <a:rPr lang="en-US" dirty="0" err="1" smtClean="0"/>
              <a:t>süreçlerinde</a:t>
            </a:r>
            <a:r>
              <a:rPr lang="en-US" dirty="0" smtClean="0"/>
              <a:t> </a:t>
            </a:r>
            <a:r>
              <a:rPr lang="en-US" dirty="0" err="1" smtClean="0"/>
              <a:t>önemli</a:t>
            </a:r>
            <a:r>
              <a:rPr lang="en-US" dirty="0" smtClean="0"/>
              <a:t> </a:t>
            </a:r>
            <a:r>
              <a:rPr lang="en-US" dirty="0" err="1" smtClean="0"/>
              <a:t>zaman</a:t>
            </a:r>
            <a:r>
              <a:rPr lang="en-US" dirty="0" smtClean="0"/>
              <a:t> </a:t>
            </a:r>
            <a:r>
              <a:rPr lang="en-US" dirty="0" err="1" smtClean="0"/>
              <a:t>kayıpları</a:t>
            </a:r>
            <a:r>
              <a:rPr lang="en-US" dirty="0" smtClean="0"/>
              <a:t> </a:t>
            </a:r>
            <a:r>
              <a:rPr lang="en-US" dirty="0" err="1" smtClean="0"/>
              <a:t>yaşanmaktadır</a:t>
            </a:r>
            <a:r>
              <a:rPr lang="en-US" dirty="0" smtClean="0"/>
              <a:t>. Bu </a:t>
            </a:r>
            <a:r>
              <a:rPr lang="en-US" dirty="0" err="1" smtClean="0"/>
              <a:t>yönteme</a:t>
            </a:r>
            <a:r>
              <a:rPr lang="en-US" dirty="0" smtClean="0"/>
              <a:t> </a:t>
            </a:r>
            <a:r>
              <a:rPr lang="en-US" dirty="0" err="1" smtClean="0"/>
              <a:t>birim</a:t>
            </a:r>
            <a:r>
              <a:rPr lang="en-US" dirty="0" smtClean="0"/>
              <a:t> </a:t>
            </a:r>
            <a:r>
              <a:rPr lang="en-US" dirty="0" err="1" smtClean="0"/>
              <a:t>testi</a:t>
            </a:r>
            <a:r>
              <a:rPr lang="en-US" dirty="0" smtClean="0"/>
              <a:t> </a:t>
            </a:r>
            <a:r>
              <a:rPr lang="en-US" dirty="0" err="1" smtClean="0"/>
              <a:t>denmesinin</a:t>
            </a:r>
            <a:r>
              <a:rPr lang="en-US" dirty="0" smtClean="0"/>
              <a:t> </a:t>
            </a:r>
            <a:r>
              <a:rPr lang="en-US" dirty="0" err="1" smtClean="0"/>
              <a:t>sebebi</a:t>
            </a:r>
            <a:r>
              <a:rPr lang="en-US" dirty="0" smtClean="0"/>
              <a:t>, </a:t>
            </a:r>
            <a:r>
              <a:rPr lang="en-US" dirty="0" err="1" smtClean="0"/>
              <a:t>spesifik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</a:t>
            </a:r>
            <a:r>
              <a:rPr lang="en-US" dirty="0" err="1" smtClean="0"/>
              <a:t>parçalarının</a:t>
            </a:r>
            <a:r>
              <a:rPr lang="en-US" dirty="0" smtClean="0"/>
              <a:t> test </a:t>
            </a:r>
            <a:r>
              <a:rPr lang="en-US" dirty="0" err="1" smtClean="0"/>
              <a:t>edilme</a:t>
            </a:r>
            <a:r>
              <a:rPr lang="en-US" dirty="0" smtClean="0"/>
              <a:t> </a:t>
            </a:r>
            <a:r>
              <a:rPr lang="en-US" dirty="0" err="1" smtClean="0"/>
              <a:t>işlemi</a:t>
            </a:r>
            <a:r>
              <a:rPr lang="en-US" dirty="0" smtClean="0"/>
              <a:t> </a:t>
            </a:r>
            <a:r>
              <a:rPr lang="en-US" dirty="0" err="1" smtClean="0"/>
              <a:t>sebebiyle</a:t>
            </a:r>
            <a:r>
              <a:rPr lang="en-US" dirty="0" smtClean="0"/>
              <a:t> </a:t>
            </a:r>
            <a:r>
              <a:rPr lang="en-US" dirty="0" err="1" smtClean="0"/>
              <a:t>olmasıdır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Yazılım</a:t>
            </a:r>
            <a:r>
              <a:rPr lang="en-US" dirty="0" smtClean="0"/>
              <a:t> </a:t>
            </a:r>
            <a:r>
              <a:rPr lang="en-US" dirty="0" err="1" smtClean="0"/>
              <a:t>ürünü</a:t>
            </a:r>
            <a:r>
              <a:rPr lang="en-US" dirty="0" smtClean="0"/>
              <a:t> </a:t>
            </a:r>
            <a:r>
              <a:rPr lang="en-US" dirty="0" err="1" smtClean="0"/>
              <a:t>içerisindeki</a:t>
            </a:r>
            <a:r>
              <a:rPr lang="en-US" dirty="0" smtClean="0"/>
              <a:t> </a:t>
            </a:r>
            <a:r>
              <a:rPr lang="en-US" dirty="0" err="1" smtClean="0"/>
              <a:t>birim</a:t>
            </a:r>
            <a:r>
              <a:rPr lang="en-US" dirty="0" smtClean="0"/>
              <a:t> </a:t>
            </a:r>
            <a:r>
              <a:rPr lang="en-US" dirty="0" err="1" smtClean="0"/>
              <a:t>kodlar</a:t>
            </a:r>
            <a:r>
              <a:rPr lang="en-US" dirty="0" smtClean="0"/>
              <a:t>, </a:t>
            </a:r>
            <a:r>
              <a:rPr lang="en-US" dirty="0" err="1" smtClean="0"/>
              <a:t>sınıflar</a:t>
            </a:r>
            <a:r>
              <a:rPr lang="en-US" dirty="0" smtClean="0"/>
              <a:t>, </a:t>
            </a:r>
            <a:r>
              <a:rPr lang="en-US" dirty="0" err="1" smtClean="0"/>
              <a:t>metotlar</a:t>
            </a:r>
            <a:r>
              <a:rPr lang="en-US" dirty="0" smtClean="0"/>
              <a:t>, </a:t>
            </a:r>
            <a:r>
              <a:rPr lang="en-US" dirty="0" err="1" smtClean="0"/>
              <a:t>fonksiyonlar</a:t>
            </a:r>
            <a:r>
              <a:rPr lang="en-US" dirty="0" smtClean="0"/>
              <a:t> </a:t>
            </a:r>
            <a:r>
              <a:rPr lang="en-US" dirty="0" err="1" smtClean="0"/>
              <a:t>veya</a:t>
            </a:r>
            <a:r>
              <a:rPr lang="en-US" dirty="0" smtClean="0"/>
              <a:t> </a:t>
            </a:r>
            <a:r>
              <a:rPr lang="en-US" dirty="0" err="1" smtClean="0"/>
              <a:t>prosedürler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adlandırılır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Unit test</a:t>
            </a:r>
            <a:r>
              <a:rPr lang="en-US" dirty="0"/>
              <a:t>,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alışıldık</a:t>
            </a:r>
            <a:r>
              <a:rPr lang="en-US" dirty="0"/>
              <a:t> </a:t>
            </a:r>
            <a:r>
              <a:rPr lang="en-US" dirty="0" err="1"/>
              <a:t>tabirle</a:t>
            </a:r>
            <a:r>
              <a:rPr lang="en-US" dirty="0"/>
              <a:t> ;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yazılımın</a:t>
            </a:r>
            <a:r>
              <a:rPr lang="en-US" dirty="0"/>
              <a:t> en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biriminin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test </a:t>
            </a:r>
            <a:r>
              <a:rPr lang="en-US" dirty="0" err="1"/>
              <a:t>edilmesidir</a:t>
            </a:r>
            <a:r>
              <a:rPr lang="en-US" dirty="0"/>
              <a:t>. Bu </a:t>
            </a:r>
            <a:r>
              <a:rPr lang="en-US" dirty="0" err="1"/>
              <a:t>birim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fonksiyon</a:t>
            </a:r>
            <a:r>
              <a:rPr lang="en-US" dirty="0"/>
              <a:t>,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fonksiyonun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bloğu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Unit test</a:t>
            </a:r>
            <a:r>
              <a:rPr lang="en-US" dirty="0"/>
              <a:t>, </a:t>
            </a:r>
            <a:r>
              <a:rPr lang="en-US" dirty="0" err="1"/>
              <a:t>yazılımın</a:t>
            </a:r>
            <a:r>
              <a:rPr lang="en-US" dirty="0"/>
              <a:t> </a:t>
            </a:r>
            <a:r>
              <a:rPr lang="en-US" dirty="0" err="1"/>
              <a:t>kullanıcıya</a:t>
            </a:r>
            <a:r>
              <a:rPr lang="en-US" dirty="0"/>
              <a:t>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verebilirliğini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.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projede</a:t>
            </a:r>
            <a:r>
              <a:rPr lang="en-US" dirty="0"/>
              <a:t> unit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sonlanıyor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bile </a:t>
            </a:r>
            <a:r>
              <a:rPr lang="en-US" dirty="0" err="1"/>
              <a:t>bu</a:t>
            </a:r>
            <a:r>
              <a:rPr lang="en-US" dirty="0"/>
              <a:t> durum </a:t>
            </a:r>
            <a:r>
              <a:rPr lang="en-US" dirty="0" err="1"/>
              <a:t>ürünün</a:t>
            </a:r>
            <a:r>
              <a:rPr lang="en-US" dirty="0"/>
              <a:t> son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tarafında</a:t>
            </a:r>
            <a:r>
              <a:rPr lang="en-US" dirty="0"/>
              <a:t> da </a:t>
            </a:r>
            <a:r>
              <a:rPr lang="en-US" dirty="0" err="1"/>
              <a:t>sorunsuz</a:t>
            </a:r>
            <a:r>
              <a:rPr lang="en-US" dirty="0"/>
              <a:t> </a:t>
            </a:r>
            <a:r>
              <a:rPr lang="en-US" dirty="0" err="1"/>
              <a:t>çalıştığı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gelmez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Bu </a:t>
            </a:r>
            <a:r>
              <a:rPr lang="en-US" b="1" dirty="0" err="1"/>
              <a:t>noktada</a:t>
            </a:r>
            <a:r>
              <a:rPr lang="en-US" b="1" dirty="0"/>
              <a:t> Unit </a:t>
            </a:r>
            <a:r>
              <a:rPr lang="en-US" b="1" dirty="0" err="1"/>
              <a:t>testin</a:t>
            </a:r>
            <a:r>
              <a:rPr lang="en-US" b="1" dirty="0"/>
              <a:t> </a:t>
            </a:r>
            <a:r>
              <a:rPr lang="en-US" b="1" dirty="0" err="1"/>
              <a:t>asıl</a:t>
            </a:r>
            <a:r>
              <a:rPr lang="en-US" b="1" dirty="0"/>
              <a:t> </a:t>
            </a:r>
            <a:r>
              <a:rPr lang="en-US" b="1" dirty="0" err="1"/>
              <a:t>amacı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işlevi</a:t>
            </a:r>
            <a:r>
              <a:rPr lang="en-US" b="1" dirty="0"/>
              <a:t> </a:t>
            </a:r>
            <a:r>
              <a:rPr lang="en-US" b="1" dirty="0" err="1"/>
              <a:t>teknik</a:t>
            </a:r>
            <a:r>
              <a:rPr lang="en-US" b="1" dirty="0"/>
              <a:t> </a:t>
            </a:r>
            <a:r>
              <a:rPr lang="en-US" b="1" dirty="0" err="1"/>
              <a:t>ekip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dokümantasyon</a:t>
            </a:r>
            <a:r>
              <a:rPr lang="en-US" b="1" dirty="0"/>
              <a:t> </a:t>
            </a:r>
            <a:r>
              <a:rPr lang="en-US" b="1" dirty="0" err="1"/>
              <a:t>niteliğindedir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Class’ta</a:t>
            </a:r>
            <a:r>
              <a:rPr lang="en-US" dirty="0"/>
              <a:t> 5 </a:t>
            </a:r>
            <a:r>
              <a:rPr lang="en-US" b="1" dirty="0" err="1"/>
              <a:t>fonksiyon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fonksiyonların</a:t>
            </a:r>
            <a:r>
              <a:rPr lang="en-US" dirty="0"/>
              <a:t> da </a:t>
            </a:r>
            <a:r>
              <a:rPr lang="en-US" b="1" dirty="0"/>
              <a:t>Unit</a:t>
            </a:r>
            <a:r>
              <a:rPr lang="en-US" dirty="0"/>
              <a:t> </a:t>
            </a:r>
            <a:r>
              <a:rPr lang="en-US" b="1" dirty="0" err="1"/>
              <a:t>testinin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düşünelim</a:t>
            </a:r>
            <a:r>
              <a:rPr lang="en-US" dirty="0"/>
              <a:t>. </a:t>
            </a:r>
            <a:r>
              <a:rPr lang="en-US" dirty="0" err="1"/>
              <a:t>Birim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alacağımız</a:t>
            </a:r>
            <a:r>
              <a:rPr lang="en-US" dirty="0"/>
              <a:t> </a:t>
            </a:r>
            <a:r>
              <a:rPr lang="en-US" dirty="0" err="1"/>
              <a:t>fonksiyonlar</a:t>
            </a:r>
            <a:r>
              <a:rPr lang="en-US" dirty="0"/>
              <a:t>,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çalışacak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geçecek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dahi</a:t>
            </a:r>
            <a:r>
              <a:rPr lang="en-US" dirty="0"/>
              <a:t>, “</a:t>
            </a:r>
            <a:r>
              <a:rPr lang="en-US" dirty="0" err="1"/>
              <a:t>bu</a:t>
            </a:r>
            <a:r>
              <a:rPr lang="en-US" dirty="0"/>
              <a:t> class </a:t>
            </a:r>
            <a:r>
              <a:rPr lang="en-US" dirty="0" err="1"/>
              <a:t>baştan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“ </a:t>
            </a:r>
            <a:r>
              <a:rPr lang="en-US" dirty="0" err="1"/>
              <a:t>diyemeyebiliriz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birimler</a:t>
            </a:r>
            <a:r>
              <a:rPr lang="en-US" dirty="0"/>
              <a:t> test </a:t>
            </a:r>
            <a:r>
              <a:rPr lang="en-US" dirty="0" err="1"/>
              <a:t>edilerek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geçti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birimler</a:t>
            </a:r>
            <a:r>
              <a:rPr lang="en-US" dirty="0"/>
              <a:t> </a:t>
            </a:r>
            <a:r>
              <a:rPr lang="en-US" dirty="0" err="1"/>
              <a:t>çalışıp</a:t>
            </a:r>
            <a:r>
              <a:rPr lang="en-US" dirty="0"/>
              <a:t> test </a:t>
            </a:r>
            <a:r>
              <a:rPr lang="en-US" dirty="0" err="1"/>
              <a:t>edilirken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birimlerden</a:t>
            </a:r>
            <a:r>
              <a:rPr lang="en-US" dirty="0"/>
              <a:t> </a:t>
            </a:r>
            <a:r>
              <a:rPr lang="en-US" dirty="0" err="1"/>
              <a:t>izole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habersiz</a:t>
            </a:r>
            <a:r>
              <a:rPr lang="en-US" dirty="0"/>
              <a:t> </a:t>
            </a:r>
            <a:r>
              <a:rPr lang="en-US" dirty="0" err="1"/>
              <a:t>gerçekleşti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akıllarda</a:t>
            </a:r>
            <a:r>
              <a:rPr lang="en-US" dirty="0"/>
              <a:t> </a:t>
            </a:r>
            <a:r>
              <a:rPr lang="en-US" dirty="0" err="1"/>
              <a:t>oluşacak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smtClean="0"/>
              <a:t>“</a:t>
            </a:r>
            <a:r>
              <a:rPr lang="tr-TR" dirty="0" smtClean="0"/>
              <a:t>Benim </a:t>
            </a:r>
            <a:r>
              <a:rPr lang="en-US" dirty="0" err="1" smtClean="0"/>
              <a:t>fonksiyonum</a:t>
            </a:r>
            <a:r>
              <a:rPr lang="en-US" dirty="0" smtClean="0"/>
              <a:t>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alıyor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fonksiyon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 !!! “ </a:t>
            </a:r>
            <a:r>
              <a:rPr lang="en-US" dirty="0" err="1"/>
              <a:t>sitemine</a:t>
            </a:r>
            <a:r>
              <a:rPr lang="en-US" dirty="0"/>
              <a:t> </a:t>
            </a:r>
            <a:r>
              <a:rPr lang="en-US" dirty="0" err="1"/>
              <a:t>karşın</a:t>
            </a:r>
            <a:r>
              <a:rPr lang="en-US" dirty="0"/>
              <a:t> , fake </a:t>
            </a:r>
            <a:r>
              <a:rPr lang="en-US" dirty="0" err="1"/>
              <a:t>obje</a:t>
            </a:r>
            <a:r>
              <a:rPr lang="en-US" dirty="0"/>
              <a:t> </a:t>
            </a:r>
            <a:r>
              <a:rPr lang="en-US" dirty="0" err="1"/>
              <a:t>kullanımı</a:t>
            </a:r>
            <a:r>
              <a:rPr lang="en-US" dirty="0"/>
              <a:t> </a:t>
            </a:r>
            <a:r>
              <a:rPr lang="en-US" dirty="0" err="1"/>
              <a:t>dediğimiz</a:t>
            </a:r>
            <a:r>
              <a:rPr lang="en-US" dirty="0"/>
              <a:t> </a:t>
            </a:r>
            <a:r>
              <a:rPr lang="en-US" b="1" dirty="0"/>
              <a:t>mocking</a:t>
            </a:r>
            <a:r>
              <a:rPr lang="en-US" dirty="0"/>
              <a:t> </a:t>
            </a:r>
            <a:r>
              <a:rPr lang="en-US" dirty="0" err="1"/>
              <a:t>kavramı</a:t>
            </a:r>
            <a:r>
              <a:rPr lang="en-US" dirty="0"/>
              <a:t> </a:t>
            </a:r>
            <a:r>
              <a:rPr lang="en-US" dirty="0" err="1"/>
              <a:t>devreye</a:t>
            </a:r>
            <a:r>
              <a:rPr lang="en-US" dirty="0"/>
              <a:t> </a:t>
            </a:r>
            <a:r>
              <a:rPr lang="en-US" dirty="0" err="1"/>
              <a:t>giriyor</a:t>
            </a:r>
            <a:r>
              <a:rPr lang="en-US" dirty="0"/>
              <a:t>. </a:t>
            </a:r>
            <a:endParaRPr lang="tr-TR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7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540" y="253388"/>
            <a:ext cx="11556694" cy="6279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çarpma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 smtClean="0"/>
              <a:t>classımız</a:t>
            </a:r>
            <a:r>
              <a:rPr lang="tr-TR" dirty="0" smtClean="0"/>
              <a:t> olsun.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Test</a:t>
            </a:r>
          </a:p>
          <a:p>
            <a:pPr marL="0" indent="0">
              <a:buNone/>
            </a:pPr>
            <a:r>
              <a:rPr lang="en-US" b="1" dirty="0" smtClean="0"/>
              <a:t>Test </a:t>
            </a:r>
            <a:r>
              <a:rPr lang="en-US" b="1" dirty="0" err="1" smtClean="0"/>
              <a:t>Class’ı</a:t>
            </a:r>
            <a:r>
              <a:rPr lang="en-US" b="1" dirty="0" smtClean="0"/>
              <a:t> </a:t>
            </a:r>
            <a:r>
              <a:rPr lang="en-US" dirty="0" err="1" smtClean="0"/>
              <a:t>yapı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başlangıç</a:t>
            </a:r>
            <a:r>
              <a:rPr lang="en-US" dirty="0" smtClean="0"/>
              <a:t>, test </a:t>
            </a:r>
            <a:r>
              <a:rPr lang="en-US" dirty="0" err="1" smtClean="0"/>
              <a:t>aşaması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bitiş</a:t>
            </a:r>
            <a:r>
              <a:rPr lang="en-US" dirty="0" smtClean="0"/>
              <a:t> </a:t>
            </a:r>
            <a:r>
              <a:rPr lang="en-US" dirty="0" err="1" smtClean="0"/>
              <a:t>işlemleri</a:t>
            </a:r>
            <a:r>
              <a:rPr lang="en-US" dirty="0" smtClean="0"/>
              <a:t> </a:t>
            </a:r>
            <a:r>
              <a:rPr lang="en-US" dirty="0" err="1" smtClean="0"/>
              <a:t>şeklinde</a:t>
            </a:r>
            <a:r>
              <a:rPr lang="en-US" dirty="0" smtClean="0"/>
              <a:t> 3 </a:t>
            </a:r>
            <a:r>
              <a:rPr lang="en-US" dirty="0" err="1" smtClean="0"/>
              <a:t>adımda</a:t>
            </a:r>
            <a:r>
              <a:rPr lang="en-US" dirty="0" smtClean="0"/>
              <a:t> </a:t>
            </a:r>
            <a:r>
              <a:rPr lang="en-US" dirty="0" err="1" smtClean="0"/>
              <a:t>incelenir</a:t>
            </a:r>
            <a:r>
              <a:rPr lang="en-US" dirty="0" smtClean="0"/>
              <a:t>. Bu </a:t>
            </a:r>
            <a:r>
              <a:rPr lang="en-US" dirty="0" err="1" smtClean="0"/>
              <a:t>işlem</a:t>
            </a:r>
            <a:r>
              <a:rPr lang="en-US" dirty="0" smtClean="0"/>
              <a:t> </a:t>
            </a:r>
            <a:r>
              <a:rPr lang="en-US" dirty="0" err="1" smtClean="0"/>
              <a:t>sıralaması</a:t>
            </a:r>
            <a:r>
              <a:rPr lang="en-US" dirty="0" smtClean="0"/>
              <a:t> her test </a:t>
            </a:r>
            <a:r>
              <a:rPr lang="en-US" dirty="0" err="1" smtClean="0"/>
              <a:t>methodu</a:t>
            </a:r>
            <a:r>
              <a:rPr lang="en-US" dirty="0" smtClean="0"/>
              <a:t> run </a:t>
            </a:r>
            <a:r>
              <a:rPr lang="en-US" dirty="0" err="1" smtClean="0"/>
              <a:t>edildiğinde</a:t>
            </a:r>
            <a:r>
              <a:rPr lang="en-US" dirty="0" smtClean="0"/>
              <a:t> </a:t>
            </a:r>
            <a:r>
              <a:rPr lang="en-US" dirty="0" err="1" smtClean="0"/>
              <a:t>gerçekleşir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setUp</a:t>
            </a:r>
            <a:r>
              <a:rPr lang="en-US" dirty="0" smtClean="0"/>
              <a:t> </a:t>
            </a:r>
            <a:r>
              <a:rPr lang="en-US" b="1" dirty="0" smtClean="0"/>
              <a:t>:</a:t>
            </a:r>
            <a:r>
              <a:rPr lang="en-US" dirty="0" smtClean="0"/>
              <a:t> Bu method </a:t>
            </a:r>
            <a:r>
              <a:rPr lang="en-US" dirty="0" err="1" smtClean="0"/>
              <a:t>testlerimizin</a:t>
            </a:r>
            <a:r>
              <a:rPr lang="en-US" dirty="0" smtClean="0"/>
              <a:t> </a:t>
            </a:r>
            <a:r>
              <a:rPr lang="en-US" dirty="0" err="1" smtClean="0"/>
              <a:t>içerisinde</a:t>
            </a:r>
            <a:r>
              <a:rPr lang="en-US" dirty="0" smtClean="0"/>
              <a:t> </a:t>
            </a:r>
            <a:r>
              <a:rPr lang="en-US" dirty="0" err="1" smtClean="0"/>
              <a:t>kullanacağımız</a:t>
            </a:r>
            <a:r>
              <a:rPr lang="en-US" dirty="0" smtClean="0"/>
              <a:t> </a:t>
            </a:r>
            <a:r>
              <a:rPr lang="en-US" dirty="0" err="1" smtClean="0"/>
              <a:t>dataları</a:t>
            </a:r>
            <a:r>
              <a:rPr lang="en-US" dirty="0" smtClean="0"/>
              <a:t> </a:t>
            </a:r>
            <a:r>
              <a:rPr lang="en-US" dirty="0" err="1" smtClean="0"/>
              <a:t>hazırlamamız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gerekli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method </a:t>
            </a:r>
            <a:r>
              <a:rPr lang="en-US" dirty="0" err="1" smtClean="0"/>
              <a:t>olup</a:t>
            </a:r>
            <a:r>
              <a:rPr lang="en-US" dirty="0" smtClean="0"/>
              <a:t> , class </a:t>
            </a:r>
            <a:r>
              <a:rPr lang="en-US" dirty="0" err="1" smtClean="0"/>
              <a:t>içerisinde</a:t>
            </a:r>
            <a:r>
              <a:rPr lang="en-US" dirty="0" smtClean="0"/>
              <a:t> her test </a:t>
            </a:r>
            <a:r>
              <a:rPr lang="en-US" dirty="0" err="1" smtClean="0"/>
              <a:t>methodundan</a:t>
            </a:r>
            <a:r>
              <a:rPr lang="en-US" dirty="0" smtClean="0"/>
              <a:t> </a:t>
            </a:r>
            <a:r>
              <a:rPr lang="en-US" dirty="0" err="1" smtClean="0"/>
              <a:t>önce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kez</a:t>
            </a:r>
            <a:r>
              <a:rPr lang="en-US" dirty="0" smtClean="0"/>
              <a:t> </a:t>
            </a:r>
            <a:r>
              <a:rPr lang="en-US" dirty="0" err="1" smtClean="0"/>
              <a:t>çağrılır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testMethod</a:t>
            </a:r>
            <a:r>
              <a:rPr lang="en-US" b="1" dirty="0" smtClean="0"/>
              <a:t> : </a:t>
            </a:r>
            <a:r>
              <a:rPr lang="en-US" dirty="0" err="1" smtClean="0"/>
              <a:t>Birim</a:t>
            </a:r>
            <a:r>
              <a:rPr lang="en-US" dirty="0" smtClean="0"/>
              <a:t> </a:t>
            </a:r>
            <a:r>
              <a:rPr lang="en-US" dirty="0" err="1" smtClean="0"/>
              <a:t>testini</a:t>
            </a:r>
            <a:r>
              <a:rPr lang="en-US" dirty="0" smtClean="0"/>
              <a:t> </a:t>
            </a:r>
            <a:r>
              <a:rPr lang="en-US" dirty="0" err="1" smtClean="0"/>
              <a:t>yazacağımız</a:t>
            </a:r>
            <a:r>
              <a:rPr lang="en-US" dirty="0" smtClean="0"/>
              <a:t> test </a:t>
            </a:r>
            <a:r>
              <a:rPr lang="en-US" dirty="0" err="1" smtClean="0"/>
              <a:t>methodu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içerisinde</a:t>
            </a:r>
            <a:r>
              <a:rPr lang="en-US" dirty="0" smtClean="0"/>
              <a:t> o </a:t>
            </a:r>
            <a:r>
              <a:rPr lang="en-US" dirty="0" err="1" smtClean="0"/>
              <a:t>birimi</a:t>
            </a:r>
            <a:r>
              <a:rPr lang="en-US" dirty="0" smtClean="0"/>
              <a:t> </a:t>
            </a:r>
            <a:r>
              <a:rPr lang="en-US" dirty="0" err="1" smtClean="0"/>
              <a:t>ayağa</a:t>
            </a:r>
            <a:r>
              <a:rPr lang="en-US" dirty="0" smtClean="0"/>
              <a:t> </a:t>
            </a:r>
            <a:r>
              <a:rPr lang="en-US" dirty="0" err="1" smtClean="0"/>
              <a:t>kaldırıp</a:t>
            </a:r>
            <a:r>
              <a:rPr lang="en-US" dirty="0" smtClean="0"/>
              <a:t> </a:t>
            </a:r>
            <a:r>
              <a:rPr lang="en-US" dirty="0" err="1" smtClean="0"/>
              <a:t>beklediğimiz</a:t>
            </a:r>
            <a:r>
              <a:rPr lang="en-US" dirty="0" smtClean="0"/>
              <a:t> </a:t>
            </a:r>
            <a:r>
              <a:rPr lang="en-US" dirty="0" err="1" smtClean="0"/>
              <a:t>sonucu</a:t>
            </a:r>
            <a:r>
              <a:rPr lang="en-US" dirty="0" smtClean="0"/>
              <a:t> </a:t>
            </a:r>
            <a:r>
              <a:rPr lang="en-US" dirty="0" err="1" smtClean="0"/>
              <a:t>assertionlar</a:t>
            </a:r>
            <a:r>
              <a:rPr lang="en-US" dirty="0" smtClean="0"/>
              <a:t> </a:t>
            </a:r>
            <a:r>
              <a:rPr lang="en-US" dirty="0" err="1" smtClean="0"/>
              <a:t>yardımı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kontrol</a:t>
            </a:r>
            <a:r>
              <a:rPr lang="en-US" dirty="0" smtClean="0"/>
              <a:t> </a:t>
            </a:r>
            <a:r>
              <a:rPr lang="en-US" dirty="0" err="1" smtClean="0"/>
              <a:t>etme</a:t>
            </a:r>
            <a:r>
              <a:rPr lang="en-US" dirty="0" smtClean="0"/>
              <a:t> </a:t>
            </a:r>
            <a:r>
              <a:rPr lang="en-US" dirty="0" err="1" smtClean="0"/>
              <a:t>gibi</a:t>
            </a:r>
            <a:r>
              <a:rPr lang="en-US" dirty="0" smtClean="0"/>
              <a:t> </a:t>
            </a:r>
            <a:r>
              <a:rPr lang="en-US" dirty="0" err="1" smtClean="0"/>
              <a:t>işlemleri</a:t>
            </a:r>
            <a:r>
              <a:rPr lang="en-US" dirty="0" smtClean="0"/>
              <a:t> </a:t>
            </a:r>
            <a:r>
              <a:rPr lang="en-US" dirty="0" err="1" smtClean="0"/>
              <a:t>yaptığımız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</a:t>
            </a:r>
            <a:r>
              <a:rPr lang="en-US" dirty="0" err="1" smtClean="0"/>
              <a:t>bloğudur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tearDown</a:t>
            </a:r>
            <a:r>
              <a:rPr lang="en-US" b="1" dirty="0" smtClean="0"/>
              <a:t> : </a:t>
            </a:r>
            <a:r>
              <a:rPr lang="en-US" dirty="0" err="1" smtClean="0"/>
              <a:t>setUp’ta</a:t>
            </a:r>
            <a:r>
              <a:rPr lang="en-US" dirty="0" smtClean="0"/>
              <a:t> </a:t>
            </a:r>
            <a:r>
              <a:rPr lang="en-US" dirty="0" err="1" smtClean="0"/>
              <a:t>oluşturup</a:t>
            </a:r>
            <a:r>
              <a:rPr lang="en-US" dirty="0" smtClean="0"/>
              <a:t> </a:t>
            </a:r>
            <a:r>
              <a:rPr lang="en-US" dirty="0" err="1" smtClean="0"/>
              <a:t>testMethod’da</a:t>
            </a:r>
            <a:r>
              <a:rPr lang="en-US" dirty="0" smtClean="0"/>
              <a:t> </a:t>
            </a:r>
            <a:r>
              <a:rPr lang="en-US" dirty="0" err="1" smtClean="0"/>
              <a:t>kullandığımız</a:t>
            </a:r>
            <a:r>
              <a:rPr lang="en-US" dirty="0" smtClean="0"/>
              <a:t> </a:t>
            </a:r>
            <a:r>
              <a:rPr lang="en-US" dirty="0" err="1" smtClean="0"/>
              <a:t>dataları</a:t>
            </a:r>
            <a:r>
              <a:rPr lang="en-US" dirty="0" smtClean="0"/>
              <a:t>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bırakmadan</a:t>
            </a:r>
            <a:r>
              <a:rPr lang="en-US" dirty="0" smtClean="0"/>
              <a:t> (idempotent) </a:t>
            </a:r>
            <a:r>
              <a:rPr lang="en-US" dirty="0" err="1" smtClean="0"/>
              <a:t>çalışabilmesi</a:t>
            </a:r>
            <a:r>
              <a:rPr lang="en-US" dirty="0" smtClean="0"/>
              <a:t> </a:t>
            </a:r>
            <a:r>
              <a:rPr lang="en-US" dirty="0" err="1" smtClean="0"/>
              <a:t>adına</a:t>
            </a:r>
            <a:r>
              <a:rPr lang="en-US" dirty="0" smtClean="0"/>
              <a:t> </a:t>
            </a:r>
            <a:r>
              <a:rPr lang="en-US" dirty="0" err="1" smtClean="0"/>
              <a:t>yok</a:t>
            </a:r>
            <a:r>
              <a:rPr lang="en-US" dirty="0" smtClean="0"/>
              <a:t> </a:t>
            </a:r>
            <a:r>
              <a:rPr lang="en-US" dirty="0" err="1" smtClean="0"/>
              <a:t>ediyoru</a:t>
            </a:r>
            <a:r>
              <a:rPr lang="tr-TR" dirty="0" smtClean="0"/>
              <a:t>z</a:t>
            </a:r>
            <a:r>
              <a:rPr lang="en-US" dirty="0" smtClean="0"/>
              <a:t>. </a:t>
            </a:r>
            <a:r>
              <a:rPr lang="en-US" dirty="0" err="1" smtClean="0"/>
              <a:t>Bir</a:t>
            </a:r>
            <a:r>
              <a:rPr lang="en-US" dirty="0" smtClean="0"/>
              <a:t> test </a:t>
            </a:r>
            <a:r>
              <a:rPr lang="en-US" dirty="0" err="1" smtClean="0"/>
              <a:t>class’ında</a:t>
            </a:r>
            <a:r>
              <a:rPr lang="en-US" dirty="0" smtClean="0"/>
              <a:t> </a:t>
            </a:r>
            <a:r>
              <a:rPr lang="en-US" dirty="0" err="1" smtClean="0"/>
              <a:t>setUp</a:t>
            </a:r>
            <a:r>
              <a:rPr lang="en-US" dirty="0" smtClean="0"/>
              <a:t>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ki</a:t>
            </a:r>
            <a:r>
              <a:rPr lang="en-US" dirty="0" smtClean="0"/>
              <a:t> </a:t>
            </a:r>
            <a:r>
              <a:rPr lang="en-US" dirty="0" err="1" smtClean="0"/>
              <a:t>olmalı</a:t>
            </a:r>
            <a:r>
              <a:rPr lang="en-US" dirty="0" smtClean="0"/>
              <a:t>, </a:t>
            </a:r>
            <a:r>
              <a:rPr lang="en-US" b="1" dirty="0" err="1" smtClean="0"/>
              <a:t>tearDown’da</a:t>
            </a:r>
            <a:r>
              <a:rPr lang="en-US" dirty="0" smtClean="0"/>
              <a:t> </a:t>
            </a:r>
            <a:r>
              <a:rPr lang="en-US" dirty="0" err="1" smtClean="0"/>
              <a:t>kesinlikle</a:t>
            </a:r>
            <a:r>
              <a:rPr lang="en-US" dirty="0" smtClean="0"/>
              <a:t> </a:t>
            </a:r>
            <a:r>
              <a:rPr lang="en-US" dirty="0" err="1" smtClean="0"/>
              <a:t>bulunmalıdır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8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540" y="253388"/>
            <a:ext cx="11556694" cy="627961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Peki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methodlara</a:t>
            </a:r>
            <a:r>
              <a:rPr lang="en-US" dirty="0"/>
              <a:t> </a:t>
            </a:r>
            <a:r>
              <a:rPr lang="en-US" dirty="0" err="1"/>
              <a:t>neye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derlenip</a:t>
            </a:r>
            <a:r>
              <a:rPr lang="en-US" dirty="0"/>
              <a:t> </a:t>
            </a:r>
            <a:r>
              <a:rPr lang="en-US" dirty="0" err="1"/>
              <a:t>görevine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çalışacağını</a:t>
            </a:r>
            <a:r>
              <a:rPr lang="en-US" dirty="0"/>
              <a:t> </a:t>
            </a:r>
            <a:r>
              <a:rPr lang="en-US" dirty="0" err="1"/>
              <a:t>bilebiliyor</a:t>
            </a:r>
            <a:r>
              <a:rPr lang="en-US" dirty="0"/>
              <a:t> ? En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cevabı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bloğunda</a:t>
            </a:r>
            <a:r>
              <a:rPr lang="en-US" dirty="0"/>
              <a:t> </a:t>
            </a:r>
            <a:r>
              <a:rPr lang="en-US" dirty="0" err="1"/>
              <a:t>gördüğünüz</a:t>
            </a:r>
            <a:r>
              <a:rPr lang="en-US" dirty="0"/>
              <a:t> </a:t>
            </a:r>
            <a:r>
              <a:rPr lang="en-US" b="1" dirty="0"/>
              <a:t>@Before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@After </a:t>
            </a:r>
            <a:r>
              <a:rPr lang="en-US" dirty="0" err="1"/>
              <a:t>annotationlar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fonksiyonlar</a:t>
            </a:r>
            <a:r>
              <a:rPr lang="en-US" dirty="0"/>
              <a:t> </a:t>
            </a:r>
            <a:r>
              <a:rPr lang="en-US" dirty="0" err="1"/>
              <a:t>görevini</a:t>
            </a:r>
            <a:r>
              <a:rPr lang="en-US" dirty="0"/>
              <a:t> </a:t>
            </a:r>
            <a:r>
              <a:rPr lang="en-US" dirty="0" err="1"/>
              <a:t>bilebiliyor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Örnekte</a:t>
            </a:r>
            <a:r>
              <a:rPr lang="en-US" dirty="0"/>
              <a:t> </a:t>
            </a:r>
            <a:r>
              <a:rPr lang="en-US" dirty="0" err="1"/>
              <a:t>belirtmediğimiz</a:t>
            </a:r>
            <a:r>
              <a:rPr lang="en-US" dirty="0"/>
              <a:t> </a:t>
            </a:r>
            <a:r>
              <a:rPr lang="en-US" b="1" dirty="0"/>
              <a:t>@</a:t>
            </a:r>
            <a:r>
              <a:rPr lang="en-US" b="1" dirty="0" err="1"/>
              <a:t>BeforeClass</a:t>
            </a:r>
            <a:r>
              <a:rPr lang="en-US" b="1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@</a:t>
            </a:r>
            <a:r>
              <a:rPr lang="en-US" b="1" dirty="0" err="1"/>
              <a:t>AfterClass</a:t>
            </a:r>
            <a:r>
              <a:rPr lang="en-US" b="1" dirty="0"/>
              <a:t> </a:t>
            </a:r>
            <a:r>
              <a:rPr lang="en-US" dirty="0" err="1"/>
              <a:t>annotationlar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test </a:t>
            </a:r>
            <a:r>
              <a:rPr lang="en-US" dirty="0" err="1"/>
              <a:t>class’ı</a:t>
            </a:r>
            <a:r>
              <a:rPr lang="en-US" dirty="0"/>
              <a:t> </a:t>
            </a:r>
            <a:r>
              <a:rPr lang="en-US" dirty="0" err="1"/>
              <a:t>çalıştığında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sonlandığında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çalıştırılacak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b="1" dirty="0" err="1"/>
              <a:t>setUpBeforeClass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tearDownAfterClass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fonksiyonlarımız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gereklidir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methodlarının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gördüğümüz</a:t>
            </a:r>
            <a:r>
              <a:rPr lang="en-US" dirty="0"/>
              <a:t> </a:t>
            </a:r>
            <a:r>
              <a:rPr lang="en-US" dirty="0" err="1"/>
              <a:t>üzere,beklediğimiz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assertion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ediyoruz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Birim</a:t>
            </a:r>
            <a:r>
              <a:rPr lang="en-US" dirty="0" smtClean="0"/>
              <a:t> </a:t>
            </a:r>
            <a:r>
              <a:rPr lang="en-US" dirty="0" err="1"/>
              <a:t>testimizin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ölçütü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noktada</a:t>
            </a:r>
            <a:r>
              <a:rPr lang="en-US" dirty="0"/>
              <a:t> </a:t>
            </a:r>
            <a:r>
              <a:rPr lang="en-US" dirty="0" err="1"/>
              <a:t>belirleniyor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20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JUnit5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test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Assertions </a:t>
            </a:r>
            <a:r>
              <a:rPr lang="en-US" dirty="0" err="1"/>
              <a:t>sınıfında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overload </a:t>
            </a:r>
            <a:r>
              <a:rPr lang="en-US" dirty="0" err="1"/>
              <a:t>edilmiş</a:t>
            </a:r>
            <a:r>
              <a:rPr lang="en-US" dirty="0"/>
              <a:t> </a:t>
            </a:r>
            <a:r>
              <a:rPr lang="en-US" dirty="0" err="1"/>
              <a:t>statik</a:t>
            </a:r>
            <a:r>
              <a:rPr lang="en-US" dirty="0"/>
              <a:t> </a:t>
            </a:r>
            <a:r>
              <a:rPr lang="en-US" b="1" dirty="0"/>
              <a:t>assert***</a:t>
            </a:r>
            <a:r>
              <a:rPr lang="en-US" dirty="0"/>
              <a:t> </a:t>
            </a:r>
            <a:r>
              <a:rPr lang="en-US" dirty="0" err="1"/>
              <a:t>metotları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r>
              <a:rPr lang="en-US" dirty="0" err="1"/>
              <a:t>Bazı</a:t>
            </a:r>
            <a:r>
              <a:rPr lang="en-US" dirty="0"/>
              <a:t> assert </a:t>
            </a:r>
            <a:r>
              <a:rPr lang="en-US" dirty="0" err="1"/>
              <a:t>metotları</a:t>
            </a:r>
            <a:r>
              <a:rPr lang="en-US" dirty="0"/>
              <a:t> </a:t>
            </a:r>
            <a:r>
              <a:rPr lang="en-US" dirty="0" err="1"/>
              <a:t>şunlardır</a:t>
            </a:r>
            <a:r>
              <a:rPr lang="en-US" dirty="0"/>
              <a:t>;</a:t>
            </a:r>
          </a:p>
          <a:p>
            <a:r>
              <a:rPr lang="en-US" dirty="0" err="1"/>
              <a:t>assertEquals</a:t>
            </a:r>
            <a:endParaRPr lang="en-US" dirty="0"/>
          </a:p>
          <a:p>
            <a:r>
              <a:rPr lang="en-US" dirty="0" err="1"/>
              <a:t>assertNotEquals</a:t>
            </a:r>
            <a:endParaRPr lang="en-US" dirty="0"/>
          </a:p>
          <a:p>
            <a:r>
              <a:rPr lang="en-US" dirty="0" err="1"/>
              <a:t>assertArrayEquals</a:t>
            </a:r>
            <a:endParaRPr lang="en-US" dirty="0"/>
          </a:p>
          <a:p>
            <a:r>
              <a:rPr lang="en-US" dirty="0" err="1"/>
              <a:t>assertIterableEquals</a:t>
            </a:r>
            <a:endParaRPr lang="en-US" dirty="0"/>
          </a:p>
          <a:p>
            <a:r>
              <a:rPr lang="en-US" dirty="0" err="1"/>
              <a:t>assertNull</a:t>
            </a:r>
            <a:endParaRPr lang="en-US" dirty="0"/>
          </a:p>
          <a:p>
            <a:r>
              <a:rPr lang="en-US" dirty="0" err="1"/>
              <a:t>assertNotNull</a:t>
            </a:r>
            <a:endParaRPr lang="en-US" dirty="0"/>
          </a:p>
          <a:p>
            <a:r>
              <a:rPr lang="en-US" dirty="0" err="1"/>
              <a:t>assertLinesMatch</a:t>
            </a:r>
            <a:endParaRPr lang="en-US" dirty="0"/>
          </a:p>
          <a:p>
            <a:r>
              <a:rPr lang="en-US" dirty="0" err="1"/>
              <a:t>assertNotSame</a:t>
            </a:r>
            <a:endParaRPr lang="en-US" dirty="0"/>
          </a:p>
          <a:p>
            <a:r>
              <a:rPr lang="en-US" dirty="0" err="1"/>
              <a:t>assertSame</a:t>
            </a:r>
            <a:endParaRPr lang="en-US" dirty="0"/>
          </a:p>
          <a:p>
            <a:r>
              <a:rPr lang="en-US" dirty="0" err="1"/>
              <a:t>assertTimeout</a:t>
            </a:r>
            <a:endParaRPr lang="en-US" dirty="0"/>
          </a:p>
          <a:p>
            <a:r>
              <a:rPr lang="en-US" dirty="0" err="1"/>
              <a:t>assertTimeoutPreemptively</a:t>
            </a:r>
            <a:endParaRPr lang="en-US" dirty="0"/>
          </a:p>
          <a:p>
            <a:r>
              <a:rPr lang="en-US" dirty="0" err="1"/>
              <a:t>assertTrue</a:t>
            </a:r>
            <a:endParaRPr lang="en-US" dirty="0"/>
          </a:p>
          <a:p>
            <a:r>
              <a:rPr lang="en-US" dirty="0" err="1"/>
              <a:t>assertFalse</a:t>
            </a:r>
            <a:endParaRPr lang="en-US" dirty="0"/>
          </a:p>
          <a:p>
            <a:r>
              <a:rPr lang="en-US" dirty="0" err="1"/>
              <a:t>assertThrows</a:t>
            </a:r>
            <a:endParaRPr lang="en-US" dirty="0"/>
          </a:p>
          <a:p>
            <a:r>
              <a:rPr lang="en-US" dirty="0"/>
              <a:t>*fail</a:t>
            </a:r>
          </a:p>
          <a:p>
            <a:r>
              <a:rPr lang="en-US" b="1" dirty="0"/>
              <a:t>NOT:</a:t>
            </a:r>
            <a:r>
              <a:rPr lang="en-US" dirty="0"/>
              <a:t> </a:t>
            </a:r>
            <a:r>
              <a:rPr lang="en-US" b="1" dirty="0"/>
              <a:t>fail</a:t>
            </a:r>
            <a:r>
              <a:rPr lang="en-US" dirty="0"/>
              <a:t> </a:t>
            </a:r>
            <a:r>
              <a:rPr lang="en-US" dirty="0" err="1"/>
              <a:t>metodu</a:t>
            </a:r>
            <a:r>
              <a:rPr lang="en-US" dirty="0"/>
              <a:t> test </a:t>
            </a:r>
            <a:r>
              <a:rPr lang="en-US" dirty="0" err="1"/>
              <a:t>işleminin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r>
              <a:rPr lang="en-US" dirty="0" err="1"/>
              <a:t>Örneğin</a:t>
            </a:r>
            <a:r>
              <a:rPr lang="en-US" dirty="0"/>
              <a:t>; </a:t>
            </a:r>
            <a:r>
              <a:rPr lang="en-US" dirty="0" err="1"/>
              <a:t>Sık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 </a:t>
            </a:r>
            <a:r>
              <a:rPr lang="en-US" b="1" dirty="0" err="1"/>
              <a:t>assertEquals</a:t>
            </a:r>
            <a:r>
              <a:rPr lang="en-US" dirty="0"/>
              <a:t> 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değerin</a:t>
            </a:r>
            <a:r>
              <a:rPr lang="en-US" dirty="0"/>
              <a:t> </a:t>
            </a:r>
            <a:r>
              <a:rPr lang="en-US" dirty="0" err="1"/>
              <a:t>eşit</a:t>
            </a:r>
            <a:r>
              <a:rPr lang="en-US" dirty="0"/>
              <a:t> </a:t>
            </a:r>
            <a:r>
              <a:rPr lang="en-US" dirty="0" err="1"/>
              <a:t>olup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en-US" dirty="0"/>
              <a:t> test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6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JUnit</a:t>
            </a:r>
            <a:r>
              <a:rPr lang="en-US" dirty="0"/>
              <a:t> Test </a:t>
            </a:r>
            <a:r>
              <a:rPr lang="en-US" dirty="0" err="1"/>
              <a:t>LifeCycle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Servlet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JSF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JPA</a:t>
            </a:r>
            <a:r>
              <a:rPr lang="en-US" dirty="0"/>
              <a:t>, </a:t>
            </a:r>
            <a:r>
              <a:rPr lang="en-US" dirty="0">
                <a:hlinkClick r:id="rId5"/>
              </a:rPr>
              <a:t>Spring</a:t>
            </a:r>
            <a:r>
              <a:rPr lang="en-US" dirty="0"/>
              <a:t> </a:t>
            </a:r>
            <a:r>
              <a:rPr lang="en-US" dirty="0" err="1"/>
              <a:t>vb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Java </a:t>
            </a:r>
            <a:r>
              <a:rPr lang="en-US" dirty="0" err="1"/>
              <a:t>bileşeninde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LifeCyle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döngüsü</a:t>
            </a:r>
            <a:r>
              <a:rPr lang="en-US" dirty="0"/>
              <a:t> </a:t>
            </a:r>
            <a:r>
              <a:rPr lang="en-US" dirty="0" err="1"/>
              <a:t>JUnit’te</a:t>
            </a:r>
            <a:r>
              <a:rPr lang="en-US" dirty="0"/>
              <a:t> de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başlangıcında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BeforeAll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belirtilen</a:t>
            </a:r>
            <a:r>
              <a:rPr lang="en-US" dirty="0"/>
              <a:t> </a:t>
            </a:r>
            <a:r>
              <a:rPr lang="en-US" dirty="0" err="1"/>
              <a:t>statik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çalıştırılır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Her </a:t>
            </a:r>
            <a:r>
              <a:rPr lang="en-US" dirty="0" err="1"/>
              <a:t>bir</a:t>
            </a:r>
            <a:r>
              <a:rPr lang="en-US" dirty="0"/>
              <a:t> test </a:t>
            </a:r>
            <a:r>
              <a:rPr lang="en-US" dirty="0" err="1"/>
              <a:t>öncesi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BeforeEach</a:t>
            </a:r>
            <a:r>
              <a:rPr lang="en-US" dirty="0"/>
              <a:t>, test </a:t>
            </a:r>
            <a:r>
              <a:rPr lang="en-US" dirty="0" err="1"/>
              <a:t>sonrası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AfterEach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belirtilen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bitişinde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AfterAll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belirtilen</a:t>
            </a:r>
            <a:r>
              <a:rPr lang="en-US" dirty="0"/>
              <a:t> </a:t>
            </a:r>
            <a:r>
              <a:rPr lang="en-US" dirty="0" err="1"/>
              <a:t>statik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çalıştırılır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döngülerinin</a:t>
            </a:r>
            <a:r>
              <a:rPr lang="en-US" dirty="0"/>
              <a:t>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 test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öncesi</a:t>
            </a:r>
            <a:r>
              <a:rPr lang="en-US" dirty="0"/>
              <a:t> </a:t>
            </a:r>
            <a:r>
              <a:rPr lang="en-US" dirty="0" err="1"/>
              <a:t>nesnelerin</a:t>
            </a:r>
            <a:r>
              <a:rPr lang="en-US" dirty="0"/>
              <a:t> </a:t>
            </a:r>
            <a:r>
              <a:rPr lang="en-US" dirty="0" err="1"/>
              <a:t>oluşturulması</a:t>
            </a:r>
            <a:r>
              <a:rPr lang="en-US" dirty="0"/>
              <a:t> test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</a:t>
            </a:r>
            <a:r>
              <a:rPr lang="en-US" dirty="0" err="1"/>
              <a:t>kaynakların</a:t>
            </a:r>
            <a:r>
              <a:rPr lang="en-US" dirty="0"/>
              <a:t>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bırakılmasıdır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JUnit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öncesi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döngüsünü</a:t>
            </a:r>
            <a:r>
              <a:rPr lang="en-US" dirty="0"/>
              <a:t> </a:t>
            </a:r>
            <a:r>
              <a:rPr lang="en-US" b="1" dirty="0" err="1"/>
              <a:t>TestInstance.Lifecycle.PER_METHOD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çalıştırır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döngüsünün</a:t>
            </a:r>
            <a:r>
              <a:rPr lang="en-US" dirty="0"/>
              <a:t> </a:t>
            </a:r>
            <a:r>
              <a:rPr lang="en-US" dirty="0" err="1"/>
              <a:t>çalışmasını</a:t>
            </a:r>
            <a:r>
              <a:rPr lang="en-US" dirty="0"/>
              <a:t> </a:t>
            </a:r>
            <a:r>
              <a:rPr lang="en-US" dirty="0" err="1"/>
              <a:t>değiştirmek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test </a:t>
            </a:r>
            <a:r>
              <a:rPr lang="en-US" dirty="0" err="1" smtClean="0"/>
              <a:t>sınıfın</a:t>
            </a:r>
            <a:r>
              <a:rPr lang="tr-TR" dirty="0" smtClean="0"/>
              <a:t>ın başına 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TestInstance</a:t>
            </a:r>
            <a:r>
              <a:rPr lang="en-US" b="1" dirty="0"/>
              <a:t>(</a:t>
            </a:r>
            <a:r>
              <a:rPr lang="en-US" b="1" dirty="0" err="1"/>
              <a:t>TestInstance.Lifecycle.PER_CLASS</a:t>
            </a:r>
            <a:r>
              <a:rPr lang="en-US" b="1" dirty="0"/>
              <a:t>)</a:t>
            </a:r>
            <a:r>
              <a:rPr lang="en-US" dirty="0"/>
              <a:t> </a:t>
            </a:r>
            <a:r>
              <a:rPr lang="en-US" dirty="0" err="1"/>
              <a:t>eklemek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966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Koşula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test</a:t>
            </a:r>
          </a:p>
          <a:p>
            <a:pPr marL="0" indent="0">
              <a:buNone/>
            </a:pPr>
            <a:r>
              <a:rPr lang="en-US" dirty="0" err="1"/>
              <a:t>JUnit</a:t>
            </a:r>
            <a:r>
              <a:rPr lang="en-US" dirty="0"/>
              <a:t> </a:t>
            </a:r>
            <a:r>
              <a:rPr lang="en-US" dirty="0" err="1"/>
              <a:t>içerisindeki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EnabledOnOs</a:t>
            </a:r>
            <a:r>
              <a:rPr lang="en-US" b="1" dirty="0"/>
              <a:t>, @</a:t>
            </a:r>
            <a:r>
              <a:rPr lang="en-US" b="1" dirty="0" err="1"/>
              <a:t>EnabledOnJre</a:t>
            </a:r>
            <a:r>
              <a:rPr lang="en-US" b="1" dirty="0"/>
              <a:t>, @</a:t>
            </a:r>
            <a:r>
              <a:rPr lang="en-US" b="1" dirty="0" err="1"/>
              <a:t>EnabledIf</a:t>
            </a:r>
            <a:r>
              <a:rPr lang="en-US" b="1" dirty="0"/>
              <a:t>, @</a:t>
            </a:r>
            <a:r>
              <a:rPr lang="en-US" b="1" dirty="0" err="1"/>
              <a:t>EnabledIfSystemProperty</a:t>
            </a:r>
            <a:r>
              <a:rPr lang="en-US" dirty="0"/>
              <a:t> 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b="1" dirty="0"/>
              <a:t>@</a:t>
            </a:r>
            <a:r>
              <a:rPr lang="en-US" b="1" dirty="0" err="1"/>
              <a:t>EnabledIfEnvironmentVariable</a:t>
            </a:r>
            <a:r>
              <a:rPr lang="en-US" dirty="0"/>
              <a:t> 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koşula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metodun</a:t>
            </a:r>
            <a:r>
              <a:rPr lang="en-US" dirty="0"/>
              <a:t> </a:t>
            </a:r>
            <a:r>
              <a:rPr lang="en-US" dirty="0" err="1"/>
              <a:t>çalışması</a:t>
            </a:r>
            <a:r>
              <a:rPr lang="en-US" dirty="0"/>
              <a:t> </a:t>
            </a:r>
            <a:r>
              <a:rPr lang="en-US" dirty="0" err="1"/>
              <a:t>sağlanır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/>
              <a:t>Assumtations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kaynakların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gerekebilir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Assumtations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kaynağın</a:t>
            </a:r>
            <a:r>
              <a:rPr lang="en-US" dirty="0"/>
              <a:t> test </a:t>
            </a:r>
            <a:r>
              <a:rPr lang="en-US" dirty="0" err="1"/>
              <a:t>edilerek</a:t>
            </a:r>
            <a:r>
              <a:rPr lang="en-US" dirty="0"/>
              <a:t> </a:t>
            </a:r>
            <a:r>
              <a:rPr lang="en-US" dirty="0" err="1"/>
              <a:t>çalıştığının</a:t>
            </a:r>
            <a:r>
              <a:rPr lang="en-US" dirty="0"/>
              <a:t> </a:t>
            </a:r>
            <a:r>
              <a:rPr lang="en-US" dirty="0" err="1"/>
              <a:t>belirlenmesi</a:t>
            </a:r>
            <a:r>
              <a:rPr lang="en-US" dirty="0"/>
              <a:t> </a:t>
            </a:r>
            <a:r>
              <a:rPr lang="en-US" dirty="0" err="1"/>
              <a:t>aksi</a:t>
            </a:r>
            <a:r>
              <a:rPr lang="en-US" dirty="0"/>
              <a:t> </a:t>
            </a:r>
            <a:r>
              <a:rPr lang="en-US" dirty="0" err="1"/>
              <a:t>halde</a:t>
            </a:r>
            <a:r>
              <a:rPr lang="en-US" dirty="0"/>
              <a:t> </a:t>
            </a:r>
            <a:r>
              <a:rPr lang="en-US" dirty="0" err="1"/>
              <a:t>testin</a:t>
            </a:r>
            <a:r>
              <a:rPr lang="en-US" dirty="0"/>
              <a:t> </a:t>
            </a:r>
            <a:r>
              <a:rPr lang="en-US" dirty="0" err="1"/>
              <a:t>çalışmaması</a:t>
            </a:r>
            <a:r>
              <a:rPr lang="en-US" dirty="0"/>
              <a:t> </a:t>
            </a:r>
            <a:r>
              <a:rPr lang="en-US" dirty="0" err="1"/>
              <a:t>sağlanabilir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@Test</a:t>
            </a:r>
          </a:p>
          <a:p>
            <a:pPr marL="0" indent="0">
              <a:buNone/>
            </a:pPr>
            <a:r>
              <a:rPr lang="en-US" dirty="0" smtClean="0"/>
              <a:t>public void </a:t>
            </a:r>
            <a:r>
              <a:rPr lang="en-US" dirty="0" err="1" smtClean="0"/>
              <a:t>bir_test</a:t>
            </a:r>
            <a:r>
              <a:rPr lang="en-US" dirty="0" smtClean="0"/>
              <a:t>() {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boolean</a:t>
            </a:r>
            <a:r>
              <a:rPr lang="en-US" dirty="0" smtClean="0"/>
              <a:t> </a:t>
            </a:r>
            <a:r>
              <a:rPr lang="en-US" dirty="0" err="1" smtClean="0"/>
              <a:t>siteye_erisildi</a:t>
            </a:r>
            <a:r>
              <a:rPr lang="en-US" dirty="0" smtClean="0"/>
              <a:t> = false;  // </a:t>
            </a:r>
            <a:r>
              <a:rPr lang="en-US" dirty="0" err="1" smtClean="0"/>
              <a:t>erişim</a:t>
            </a:r>
            <a:r>
              <a:rPr lang="en-US" dirty="0" smtClean="0"/>
              <a:t> </a:t>
            </a:r>
            <a:r>
              <a:rPr lang="en-US" dirty="0" err="1" smtClean="0"/>
              <a:t>kontrolü</a:t>
            </a:r>
            <a:r>
              <a:rPr lang="en-US" dirty="0" smtClean="0"/>
              <a:t> </a:t>
            </a:r>
            <a:r>
              <a:rPr lang="en-US" dirty="0" err="1" smtClean="0"/>
              <a:t>yapılıyor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b="1" dirty="0" err="1" smtClean="0"/>
              <a:t>Assumptions.assumeTrue</a:t>
            </a:r>
            <a:r>
              <a:rPr lang="en-US" b="1" dirty="0" smtClean="0"/>
              <a:t>(</a:t>
            </a:r>
            <a:r>
              <a:rPr lang="en-US" b="1" dirty="0" err="1" smtClean="0"/>
              <a:t>siteye_erisildi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    // test </a:t>
            </a:r>
            <a:r>
              <a:rPr lang="en-US" dirty="0" err="1" smtClean="0"/>
              <a:t>işlemi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9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başlaması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 err="1"/>
              <a:t>siteye_erisildi</a:t>
            </a:r>
            <a:r>
              <a:rPr lang="en-US" dirty="0"/>
              <a:t> </a:t>
            </a:r>
            <a:r>
              <a:rPr lang="en-US" dirty="0" err="1"/>
              <a:t>değerinin</a:t>
            </a:r>
            <a:r>
              <a:rPr lang="en-US" dirty="0"/>
              <a:t> </a:t>
            </a:r>
            <a:r>
              <a:rPr lang="en-US" b="1" dirty="0"/>
              <a:t>true</a:t>
            </a:r>
            <a:r>
              <a:rPr lang="en-US" dirty="0"/>
              <a:t> 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AssertAll</a:t>
            </a:r>
            <a:r>
              <a:rPr lang="en-US" dirty="0"/>
              <a:t> –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gruplamak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@Test</a:t>
            </a:r>
          </a:p>
          <a:p>
            <a:pPr marL="0" indent="0">
              <a:buNone/>
            </a:pPr>
            <a:r>
              <a:rPr lang="en-US" dirty="0" smtClean="0"/>
              <a:t>public void </a:t>
            </a:r>
            <a:r>
              <a:rPr lang="en-US" dirty="0" err="1" smtClean="0"/>
              <a:t>bir_test</a:t>
            </a:r>
            <a:r>
              <a:rPr lang="en-US" dirty="0" smtClean="0"/>
              <a:t>() {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b="1" dirty="0" err="1" smtClean="0"/>
              <a:t>Assertions.assertAll</a:t>
            </a:r>
            <a:r>
              <a:rPr lang="en-US" dirty="0" smtClean="0"/>
              <a:t>(</a:t>
            </a:r>
          </a:p>
          <a:p>
            <a:pPr marL="0" indent="0">
              <a:buNone/>
            </a:pPr>
            <a:r>
              <a:rPr lang="en-US" dirty="0" smtClean="0"/>
              <a:t>            () -&gt; </a:t>
            </a:r>
            <a:r>
              <a:rPr lang="en-US" dirty="0" err="1" smtClean="0"/>
              <a:t>Assertions.assertEquals</a:t>
            </a:r>
            <a:r>
              <a:rPr lang="en-US" dirty="0" smtClean="0"/>
              <a:t>(0, 0),</a:t>
            </a:r>
          </a:p>
          <a:p>
            <a:pPr marL="0" indent="0">
              <a:buNone/>
            </a:pPr>
            <a:r>
              <a:rPr lang="en-US" dirty="0" smtClean="0"/>
              <a:t>            () -&gt; </a:t>
            </a:r>
            <a:r>
              <a:rPr lang="en-US" dirty="0" err="1" smtClean="0"/>
              <a:t>Assertions.assertEquals</a:t>
            </a:r>
            <a:r>
              <a:rPr lang="en-US" dirty="0" smtClean="0"/>
              <a:t>(1, 2),</a:t>
            </a:r>
          </a:p>
          <a:p>
            <a:pPr marL="0" indent="0">
              <a:buNone/>
            </a:pPr>
            <a:r>
              <a:rPr lang="en-US" dirty="0" smtClean="0"/>
              <a:t>            () -&gt; </a:t>
            </a:r>
            <a:r>
              <a:rPr lang="en-US" dirty="0" err="1" smtClean="0"/>
              <a:t>Assertions.assertEquals</a:t>
            </a:r>
            <a:r>
              <a:rPr lang="en-US" dirty="0" smtClean="0"/>
              <a:t>(3, 3)</a:t>
            </a:r>
          </a:p>
          <a:p>
            <a:pPr marL="0" indent="0">
              <a:buNone/>
            </a:pPr>
            <a:r>
              <a:rPr lang="en-US" dirty="0" smtClean="0"/>
              <a:t>  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@Nested</a:t>
            </a:r>
            <a:r>
              <a:rPr lang="en-US" dirty="0"/>
              <a:t> –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gruplamak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005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@</a:t>
            </a:r>
            <a:r>
              <a:rPr lang="en-US" b="1" dirty="0" err="1"/>
              <a:t>RepeatedTest</a:t>
            </a:r>
            <a:r>
              <a:rPr lang="en-US" dirty="0"/>
              <a:t> –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test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AppTest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 @</a:t>
            </a:r>
            <a:r>
              <a:rPr lang="en-US" dirty="0" err="1" smtClean="0"/>
              <a:t>RepeatedTest</a:t>
            </a:r>
            <a:r>
              <a:rPr lang="en-US" dirty="0" smtClean="0"/>
              <a:t>(5)</a:t>
            </a:r>
          </a:p>
          <a:p>
            <a:pPr marL="0" indent="0">
              <a:buNone/>
            </a:pPr>
            <a:r>
              <a:rPr lang="en-US" dirty="0" smtClean="0"/>
              <a:t>    public void </a:t>
            </a:r>
            <a:r>
              <a:rPr lang="en-US" dirty="0" err="1" smtClean="0"/>
              <a:t>bir_test</a:t>
            </a:r>
            <a:r>
              <a:rPr lang="en-US" dirty="0" smtClean="0"/>
              <a:t>() {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("Yusuf SEZER");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tr-TR" dirty="0" smtClean="0"/>
          </a:p>
          <a:p>
            <a:pPr marL="0" indent="0">
              <a:buNone/>
            </a:pPr>
            <a:r>
              <a:rPr lang="en-US" dirty="0" err="1"/>
              <a:t>Toplam</a:t>
            </a:r>
            <a:r>
              <a:rPr lang="en-US" dirty="0"/>
              <a:t> test </a:t>
            </a:r>
            <a:r>
              <a:rPr lang="en-US" dirty="0" err="1"/>
              <a:t>sayısı</a:t>
            </a:r>
            <a:r>
              <a:rPr lang="en-US" dirty="0"/>
              <a:t>, </a:t>
            </a:r>
            <a:r>
              <a:rPr lang="en-US" dirty="0" err="1"/>
              <a:t>hangi</a:t>
            </a:r>
            <a:r>
              <a:rPr lang="en-US" dirty="0"/>
              <a:t> test </a:t>
            </a:r>
            <a:r>
              <a:rPr lang="en-US" dirty="0" err="1"/>
              <a:t>adımında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bilgisine</a:t>
            </a:r>
            <a:r>
              <a:rPr lang="en-US" dirty="0"/>
              <a:t> </a:t>
            </a:r>
            <a:r>
              <a:rPr lang="en-US" b="1" dirty="0" err="1"/>
              <a:t>RepetitionInfo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erişilir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AppTest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b="1" dirty="0" smtClean="0"/>
              <a:t>    @</a:t>
            </a:r>
            <a:r>
              <a:rPr lang="en-US" b="1" dirty="0" err="1" smtClean="0"/>
              <a:t>RepeatedTest</a:t>
            </a:r>
            <a:r>
              <a:rPr lang="en-US" b="1" dirty="0" smtClean="0"/>
              <a:t>(5)</a:t>
            </a:r>
          </a:p>
          <a:p>
            <a:pPr marL="0" indent="0">
              <a:buNone/>
            </a:pPr>
            <a:r>
              <a:rPr lang="en-US" dirty="0" smtClean="0"/>
              <a:t>    public void </a:t>
            </a:r>
            <a:r>
              <a:rPr lang="en-US" dirty="0" err="1" smtClean="0"/>
              <a:t>bir_test</a:t>
            </a:r>
            <a:r>
              <a:rPr lang="en-US" dirty="0" smtClean="0"/>
              <a:t>(</a:t>
            </a:r>
            <a:r>
              <a:rPr lang="en-US" dirty="0" err="1" smtClean="0"/>
              <a:t>RepetitionInfo</a:t>
            </a:r>
            <a:r>
              <a:rPr lang="en-US" dirty="0" smtClean="0"/>
              <a:t> </a:t>
            </a:r>
            <a:r>
              <a:rPr lang="en-US" dirty="0" err="1" smtClean="0"/>
              <a:t>repetitionInfo</a:t>
            </a:r>
            <a:r>
              <a:rPr lang="en-US" dirty="0" smtClean="0"/>
              <a:t>) {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current = </a:t>
            </a:r>
            <a:r>
              <a:rPr lang="en-US" dirty="0" err="1" smtClean="0"/>
              <a:t>repetitionInfo.getCurrentRepetition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total = </a:t>
            </a:r>
            <a:r>
              <a:rPr lang="en-US" dirty="0" err="1" smtClean="0"/>
              <a:t>repetitionInfo.getTotalRepetitions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System.out.printf</a:t>
            </a:r>
            <a:r>
              <a:rPr lang="en-US" dirty="0" smtClean="0"/>
              <a:t>("</a:t>
            </a:r>
            <a:r>
              <a:rPr lang="en-US" dirty="0" err="1" smtClean="0"/>
              <a:t>Toplam</a:t>
            </a:r>
            <a:r>
              <a:rPr lang="en-US" dirty="0" smtClean="0"/>
              <a:t>: %d </a:t>
            </a:r>
            <a:r>
              <a:rPr lang="en-US" dirty="0" err="1" smtClean="0"/>
              <a:t>Tekrar</a:t>
            </a:r>
            <a:r>
              <a:rPr lang="en-US" dirty="0" smtClean="0"/>
              <a:t>: %d %n", total, current);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@Tag</a:t>
            </a:r>
            <a:r>
              <a:rPr lang="en-US" dirty="0"/>
              <a:t> –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gruplamak</a:t>
            </a:r>
            <a:r>
              <a:rPr lang="en-US" dirty="0"/>
              <a:t>, </a:t>
            </a:r>
            <a:r>
              <a:rPr lang="en-US" dirty="0" err="1"/>
              <a:t>etiketlemek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AppTest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 @Test</a:t>
            </a:r>
          </a:p>
          <a:p>
            <a:pPr marL="0" indent="0">
              <a:buNone/>
            </a:pPr>
            <a:r>
              <a:rPr lang="en-US" dirty="0" smtClean="0"/>
              <a:t>    @Tag("</a:t>
            </a:r>
            <a:r>
              <a:rPr lang="en-US" dirty="0" err="1" smtClean="0"/>
              <a:t>dev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r>
              <a:rPr lang="en-US" dirty="0" smtClean="0"/>
              <a:t>    public void </a:t>
            </a:r>
            <a:r>
              <a:rPr lang="en-US" dirty="0" err="1" smtClean="0"/>
              <a:t>dev_test</a:t>
            </a:r>
            <a:r>
              <a:rPr lang="en-US" dirty="0" smtClean="0"/>
              <a:t>() {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</a:t>
            </a:r>
            <a:r>
              <a:rPr lang="en-US" dirty="0" err="1" smtClean="0"/>
              <a:t>dev</a:t>
            </a:r>
            <a:r>
              <a:rPr lang="en-US" dirty="0" smtClean="0"/>
              <a:t>");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@Test</a:t>
            </a:r>
          </a:p>
          <a:p>
            <a:pPr marL="0" indent="0">
              <a:buNone/>
            </a:pPr>
            <a:r>
              <a:rPr lang="en-US" dirty="0" smtClean="0"/>
              <a:t>    @Tag("prod")</a:t>
            </a:r>
          </a:p>
          <a:p>
            <a:pPr marL="0" indent="0">
              <a:buNone/>
            </a:pPr>
            <a:r>
              <a:rPr lang="en-US" dirty="0" smtClean="0"/>
              <a:t>    public void </a:t>
            </a:r>
            <a:r>
              <a:rPr lang="en-US" dirty="0" err="1" smtClean="0"/>
              <a:t>prod_test</a:t>
            </a:r>
            <a:r>
              <a:rPr lang="en-US" dirty="0" smtClean="0"/>
              <a:t>() {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("prod");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02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JUnit</a:t>
            </a:r>
            <a:r>
              <a:rPr lang="en-US" b="1" dirty="0"/>
              <a:t> - @Rule </a:t>
            </a:r>
            <a:r>
              <a:rPr lang="en-US" b="1" dirty="0" err="1"/>
              <a:t>ve</a:t>
            </a:r>
            <a:r>
              <a:rPr lang="en-US" b="1" dirty="0"/>
              <a:t> @</a:t>
            </a:r>
            <a:r>
              <a:rPr lang="en-US" b="1" dirty="0" err="1"/>
              <a:t>ClassRule</a:t>
            </a:r>
            <a:r>
              <a:rPr lang="en-US" b="1" dirty="0"/>
              <a:t> </a:t>
            </a:r>
            <a:r>
              <a:rPr lang="en-US" b="1" dirty="0" err="1" smtClean="0"/>
              <a:t>Annotationları</a:t>
            </a:r>
            <a:endParaRPr lang="tr-TR" b="1" dirty="0" smtClean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geliştiricilerin</a:t>
            </a:r>
            <a:r>
              <a:rPr lang="en-US" dirty="0"/>
              <a:t> </a:t>
            </a:r>
            <a:r>
              <a:rPr lang="en-US" dirty="0" err="1"/>
              <a:t>bilmesi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prensipler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, </a:t>
            </a:r>
            <a:r>
              <a:rPr lang="en-US" dirty="0" err="1"/>
              <a:t>bunlara</a:t>
            </a:r>
            <a:r>
              <a:rPr lang="en-US" dirty="0"/>
              <a:t> KISS, DRY, YAGNI, </a:t>
            </a:r>
            <a:r>
              <a:rPr lang="en-US" dirty="0" err="1"/>
              <a:t>vb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verilebilir</a:t>
            </a:r>
            <a:r>
              <a:rPr lang="en-US" dirty="0"/>
              <a:t>. </a:t>
            </a:r>
            <a:r>
              <a:rPr lang="en-US" dirty="0" err="1"/>
              <a:t>Ama</a:t>
            </a:r>
            <a:r>
              <a:rPr lang="en-US" dirty="0"/>
              <a:t> </a:t>
            </a:r>
            <a:r>
              <a:rPr lang="en-US" dirty="0" err="1"/>
              <a:t>gözden</a:t>
            </a:r>
            <a:r>
              <a:rPr lang="en-US" dirty="0"/>
              <a:t> </a:t>
            </a:r>
            <a:r>
              <a:rPr lang="en-US" dirty="0" err="1"/>
              <a:t>kaçan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nokta</a:t>
            </a:r>
            <a:r>
              <a:rPr lang="en-US" dirty="0"/>
              <a:t>,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business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geçerli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düşünülür</a:t>
            </a:r>
            <a:r>
              <a:rPr lang="en-US" dirty="0"/>
              <a:t>. </a:t>
            </a:r>
            <a:r>
              <a:rPr lang="en-US" dirty="0" err="1"/>
              <a:t>Ya</a:t>
            </a:r>
            <a:r>
              <a:rPr lang="en-US" dirty="0"/>
              <a:t> test </a:t>
            </a:r>
            <a:r>
              <a:rPr lang="en-US" dirty="0" err="1"/>
              <a:t>kodları</a:t>
            </a:r>
            <a:r>
              <a:rPr lang="en-US" dirty="0"/>
              <a:t>? </a:t>
            </a:r>
            <a:r>
              <a:rPr lang="en-US" b="1" dirty="0" err="1"/>
              <a:t>Örneğin</a:t>
            </a:r>
            <a:r>
              <a:rPr lang="en-US" b="1" dirty="0"/>
              <a:t> </a:t>
            </a:r>
            <a:r>
              <a:rPr lang="en-US" b="1" i="1" dirty="0"/>
              <a:t>Don’t Repeat Yourself</a:t>
            </a:r>
            <a:r>
              <a:rPr lang="en-US" b="1" dirty="0"/>
              <a:t>(DRY) </a:t>
            </a:r>
            <a:r>
              <a:rPr lang="en-US" b="1" dirty="0" err="1"/>
              <a:t>gerçekten</a:t>
            </a:r>
            <a:r>
              <a:rPr lang="en-US" b="1" dirty="0"/>
              <a:t> de test </a:t>
            </a:r>
            <a:r>
              <a:rPr lang="en-US" b="1" dirty="0" err="1"/>
              <a:t>kodları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de </a:t>
            </a:r>
            <a:r>
              <a:rPr lang="en-US" b="1" dirty="0" err="1"/>
              <a:t>önemli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konu</a:t>
            </a:r>
            <a:r>
              <a:rPr lang="en-US" b="1" dirty="0"/>
              <a:t> </a:t>
            </a:r>
            <a:r>
              <a:rPr lang="en-US" b="1" dirty="0" err="1"/>
              <a:t>değil</a:t>
            </a:r>
            <a:r>
              <a:rPr lang="en-US" b="1" dirty="0"/>
              <a:t> </a:t>
            </a:r>
            <a:r>
              <a:rPr lang="en-US" b="1" dirty="0" err="1"/>
              <a:t>midir</a:t>
            </a:r>
            <a:r>
              <a:rPr lang="en-US" b="1" dirty="0"/>
              <a:t>?</a:t>
            </a:r>
            <a:r>
              <a:rPr lang="en-US" dirty="0"/>
              <a:t>”</a:t>
            </a:r>
          </a:p>
          <a:p>
            <a:pPr marL="0" indent="0" fontAlgn="base">
              <a:buNone/>
            </a:pPr>
            <a:r>
              <a:rPr lang="en-US" dirty="0"/>
              <a:t>Rule </a:t>
            </a:r>
            <a:r>
              <a:rPr lang="en-US" dirty="0" err="1" smtClean="0"/>
              <a:t>kavramı</a:t>
            </a:r>
            <a:r>
              <a:rPr lang="en-US" dirty="0"/>
              <a:t> </a:t>
            </a:r>
            <a:r>
              <a:rPr lang="en-US" b="1" dirty="0" err="1"/>
              <a:t>testlerin</a:t>
            </a:r>
            <a:r>
              <a:rPr lang="en-US" b="1" dirty="0"/>
              <a:t> </a:t>
            </a:r>
            <a:r>
              <a:rPr lang="en-US" b="1" dirty="0" err="1"/>
              <a:t>hangi</a:t>
            </a:r>
            <a:r>
              <a:rPr lang="en-US" b="1" dirty="0"/>
              <a:t> </a:t>
            </a:r>
            <a:r>
              <a:rPr lang="en-US" b="1" dirty="0" err="1"/>
              <a:t>şartlar</a:t>
            </a:r>
            <a:r>
              <a:rPr lang="en-US" b="1" dirty="0"/>
              <a:t> </a:t>
            </a:r>
            <a:r>
              <a:rPr lang="en-US" b="1" dirty="0" err="1"/>
              <a:t>altında</a:t>
            </a:r>
            <a:r>
              <a:rPr lang="en-US" b="1" dirty="0"/>
              <a:t> </a:t>
            </a:r>
            <a:r>
              <a:rPr lang="en-US" b="1" dirty="0" err="1"/>
              <a:t>çalışacağının</a:t>
            </a:r>
            <a:r>
              <a:rPr lang="en-US" b="1" dirty="0"/>
              <a:t> </a:t>
            </a:r>
            <a:r>
              <a:rPr lang="en-US" b="1" dirty="0" err="1"/>
              <a:t>tanımlandığı</a:t>
            </a:r>
            <a:r>
              <a:rPr lang="en-US" b="1" dirty="0"/>
              <a:t> </a:t>
            </a:r>
            <a:r>
              <a:rPr lang="en-US" b="1" dirty="0" err="1"/>
              <a:t>kuralları</a:t>
            </a:r>
            <a:r>
              <a:rPr lang="en-US" b="1" dirty="0"/>
              <a:t> </a:t>
            </a:r>
            <a:r>
              <a:rPr lang="en-US" b="1" dirty="0" err="1"/>
              <a:t>barındıran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yapı</a:t>
            </a:r>
            <a:r>
              <a:rPr lang="en-US" dirty="0"/>
              <a:t> </a:t>
            </a:r>
            <a:r>
              <a:rPr lang="tr-TR" dirty="0" smtClean="0"/>
              <a:t>diyebiliriz</a:t>
            </a:r>
            <a:r>
              <a:rPr lang="en-US" dirty="0" smtClean="0"/>
              <a:t>. </a:t>
            </a:r>
            <a:endParaRPr lang="tr-TR" dirty="0" smtClean="0"/>
          </a:p>
          <a:p>
            <a:pPr marL="0" indent="0" fontAlgn="base">
              <a:buNone/>
            </a:pPr>
            <a:r>
              <a:rPr lang="tr-TR" dirty="0" smtClean="0"/>
              <a:t>Şöyle bir soru soracak olursak?</a:t>
            </a:r>
            <a:r>
              <a:rPr lang="tr-TR" b="1" dirty="0" smtClean="0"/>
              <a:t> </a:t>
            </a:r>
            <a:r>
              <a:rPr lang="en-US" b="1" dirty="0"/>
              <a:t>“Ben </a:t>
            </a:r>
            <a:r>
              <a:rPr lang="en-US" b="1" dirty="0" err="1"/>
              <a:t>zaten</a:t>
            </a:r>
            <a:r>
              <a:rPr lang="en-US" b="1" dirty="0"/>
              <a:t> </a:t>
            </a:r>
            <a:r>
              <a:rPr lang="en-US" b="1" dirty="0" err="1"/>
              <a:t>bu</a:t>
            </a:r>
            <a:r>
              <a:rPr lang="en-US" b="1" dirty="0"/>
              <a:t> </a:t>
            </a:r>
            <a:r>
              <a:rPr lang="en-US" b="1" dirty="0" err="1"/>
              <a:t>tarz</a:t>
            </a:r>
            <a:r>
              <a:rPr lang="en-US" b="1" dirty="0"/>
              <a:t> </a:t>
            </a:r>
            <a:r>
              <a:rPr lang="en-US" b="1" dirty="0" err="1"/>
              <a:t>ihtiyaçlarımı</a:t>
            </a:r>
            <a:r>
              <a:rPr lang="en-US" b="1" dirty="0"/>
              <a:t> </a:t>
            </a:r>
            <a:r>
              <a:rPr lang="en-US" b="1" dirty="0" err="1"/>
              <a:t>zaten</a:t>
            </a:r>
            <a:r>
              <a:rPr lang="en-US" b="1" dirty="0"/>
              <a:t> @Before </a:t>
            </a:r>
            <a:r>
              <a:rPr lang="en-US" b="1" dirty="0" err="1"/>
              <a:t>ve</a:t>
            </a:r>
            <a:r>
              <a:rPr lang="en-US" b="1" dirty="0"/>
              <a:t> @</a:t>
            </a:r>
            <a:r>
              <a:rPr lang="en-US" b="1" dirty="0" err="1"/>
              <a:t>BeforeClass</a:t>
            </a:r>
            <a:r>
              <a:rPr lang="en-US" b="1" dirty="0"/>
              <a:t> </a:t>
            </a:r>
            <a:r>
              <a:rPr lang="en-US" b="1" dirty="0" err="1"/>
              <a:t>annotationlarını</a:t>
            </a:r>
            <a:r>
              <a:rPr lang="en-US" b="1" dirty="0"/>
              <a:t> </a:t>
            </a:r>
            <a:r>
              <a:rPr lang="en-US" b="1" dirty="0" err="1"/>
              <a:t>kullanarak</a:t>
            </a:r>
            <a:r>
              <a:rPr lang="en-US" b="1" dirty="0"/>
              <a:t> da </a:t>
            </a:r>
            <a:r>
              <a:rPr lang="en-US" b="1" dirty="0" err="1"/>
              <a:t>karşılayabiliyordum</a:t>
            </a:r>
            <a:r>
              <a:rPr lang="en-US" b="1" dirty="0"/>
              <a:t>, </a:t>
            </a:r>
            <a:r>
              <a:rPr lang="en-US" b="1" dirty="0" err="1"/>
              <a:t>niçin</a:t>
            </a:r>
            <a:r>
              <a:rPr lang="en-US" b="1" dirty="0"/>
              <a:t> </a:t>
            </a:r>
            <a:r>
              <a:rPr lang="en-US" b="1" dirty="0" err="1"/>
              <a:t>böyle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yapı</a:t>
            </a:r>
            <a:r>
              <a:rPr lang="en-US" b="1" dirty="0"/>
              <a:t> </a:t>
            </a:r>
            <a:r>
              <a:rPr lang="en-US" b="1" dirty="0" err="1"/>
              <a:t>mevcut</a:t>
            </a:r>
            <a:r>
              <a:rPr lang="en-US" b="1" dirty="0" smtClean="0"/>
              <a:t>?”</a:t>
            </a:r>
            <a:endParaRPr lang="tr-TR" b="1" dirty="0" smtClean="0"/>
          </a:p>
          <a:p>
            <a:pPr marL="0" indent="0" fontAlgn="base">
              <a:buNone/>
            </a:pPr>
            <a:r>
              <a:rPr lang="en-US" dirty="0"/>
              <a:t> </a:t>
            </a:r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b="1" dirty="0" err="1"/>
              <a:t>JUnit</a:t>
            </a:r>
            <a:r>
              <a:rPr lang="en-US" dirty="0"/>
              <a:t> </a:t>
            </a:r>
            <a:r>
              <a:rPr lang="en-US" dirty="0" err="1"/>
              <a:t>içerisindeki</a:t>
            </a:r>
            <a:r>
              <a:rPr lang="en-US" dirty="0"/>
              <a:t> </a:t>
            </a:r>
            <a:r>
              <a:rPr lang="en-US" dirty="0" err="1"/>
              <a:t>halihazırda</a:t>
            </a:r>
            <a:r>
              <a:rPr lang="en-US" dirty="0"/>
              <a:t> </a:t>
            </a:r>
            <a:r>
              <a:rPr lang="en-US" dirty="0" err="1"/>
              <a:t>tanımlı</a:t>
            </a:r>
            <a:r>
              <a:rPr lang="en-US" dirty="0"/>
              <a:t> </a:t>
            </a:r>
            <a:r>
              <a:rPr lang="en-US" dirty="0" err="1"/>
              <a:t>kuralları</a:t>
            </a:r>
            <a:r>
              <a:rPr lang="en-US" dirty="0"/>
              <a:t> </a:t>
            </a:r>
            <a:r>
              <a:rPr lang="en-US" dirty="0" err="1"/>
              <a:t>inceleyerek</a:t>
            </a:r>
            <a:r>
              <a:rPr lang="en-US" dirty="0"/>
              <a:t> </a:t>
            </a:r>
            <a:r>
              <a:rPr lang="en-US" dirty="0" err="1"/>
              <a:t>başlayıp</a:t>
            </a:r>
            <a:r>
              <a:rPr lang="en-US" dirty="0"/>
              <a:t>, </a:t>
            </a:r>
            <a:r>
              <a:rPr lang="en-US" dirty="0" err="1"/>
              <a:t>sonrasında</a:t>
            </a:r>
            <a:r>
              <a:rPr lang="en-US" dirty="0"/>
              <a:t> custom </a:t>
            </a:r>
            <a:r>
              <a:rPr lang="en-US" dirty="0" err="1"/>
              <a:t>rule’lar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yapabileceğimizi</a:t>
            </a:r>
            <a:r>
              <a:rPr lang="en-US" dirty="0"/>
              <a:t> </a:t>
            </a:r>
            <a:r>
              <a:rPr lang="en-US" dirty="0" err="1"/>
              <a:t>inceleyeceğiz</a:t>
            </a:r>
            <a:r>
              <a:rPr lang="en-US" dirty="0"/>
              <a:t>.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ihtiyacı</a:t>
            </a:r>
            <a:r>
              <a:rPr lang="en-US" dirty="0"/>
              <a:t> </a:t>
            </a:r>
            <a:r>
              <a:rPr lang="en-US" dirty="0" err="1"/>
              <a:t>merkezi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tr-TR" dirty="0" smtClean="0"/>
              <a:t>çözebiliriz</a:t>
            </a:r>
            <a:r>
              <a:rPr lang="en-US" dirty="0" smtClean="0"/>
              <a:t>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4429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NOT: </a:t>
            </a:r>
            <a:r>
              <a:rPr lang="en-US" b="1" dirty="0" err="1"/>
              <a:t>Rule’unuzu</a:t>
            </a:r>
            <a:r>
              <a:rPr lang="en-US" b="1" dirty="0"/>
              <a:t> @Rule </a:t>
            </a:r>
            <a:r>
              <a:rPr lang="en-US" b="1" dirty="0" err="1"/>
              <a:t>annotation’ı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metodlara</a:t>
            </a:r>
            <a:r>
              <a:rPr lang="en-US" b="1" dirty="0"/>
              <a:t>, @</a:t>
            </a:r>
            <a:r>
              <a:rPr lang="en-US" b="1" dirty="0" err="1"/>
              <a:t>ClassRule</a:t>
            </a:r>
            <a:r>
              <a:rPr lang="en-US" b="1" dirty="0"/>
              <a:t> </a:t>
            </a:r>
            <a:r>
              <a:rPr lang="en-US" b="1" dirty="0" err="1"/>
              <a:t>annotation’ı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sınıflara</a:t>
            </a:r>
            <a:r>
              <a:rPr lang="en-US" b="1" dirty="0"/>
              <a:t> </a:t>
            </a:r>
            <a:r>
              <a:rPr lang="en-US" b="1" dirty="0" err="1"/>
              <a:t>bağlayabilirsiniz</a:t>
            </a:r>
            <a:r>
              <a:rPr lang="en-US" b="1" dirty="0"/>
              <a:t>.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2. </a:t>
            </a:r>
            <a:r>
              <a:rPr lang="en-US" b="1" dirty="0" err="1"/>
              <a:t>Kurallar</a:t>
            </a:r>
            <a:r>
              <a:rPr lang="en-US" b="1" dirty="0"/>
              <a:t> (Rules)</a:t>
            </a:r>
          </a:p>
          <a:p>
            <a:pPr marL="0" indent="0" fontAlgn="base">
              <a:buNone/>
            </a:pPr>
            <a:r>
              <a:rPr lang="en-US" b="1" dirty="0"/>
              <a:t>2.1. Timeout</a:t>
            </a:r>
          </a:p>
          <a:p>
            <a:pPr marL="0" indent="0" fontAlgn="base">
              <a:buNone/>
            </a:pPr>
            <a:r>
              <a:rPr lang="en-US" dirty="0" err="1"/>
              <a:t>Bildiğiniz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yazdığımız</a:t>
            </a:r>
            <a:r>
              <a:rPr lang="en-US" dirty="0"/>
              <a:t> </a:t>
            </a:r>
            <a:r>
              <a:rPr lang="en-US" dirty="0" err="1"/>
              <a:t>testlere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çalışacakları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mutlaka</a:t>
            </a:r>
            <a:r>
              <a:rPr lang="en-US" dirty="0"/>
              <a:t> </a:t>
            </a:r>
            <a:r>
              <a:rPr lang="en-US" dirty="0" err="1"/>
              <a:t>vermemiz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testin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test </a:t>
            </a:r>
            <a:r>
              <a:rPr lang="en-US" dirty="0" err="1"/>
              <a:t>double’ının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sürmesi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gitmiyor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da </a:t>
            </a:r>
            <a:r>
              <a:rPr lang="en-US" dirty="0" err="1"/>
              <a:t>atlanılmaması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konudur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Ufak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parantezle</a:t>
            </a:r>
            <a:r>
              <a:rPr lang="en-US" dirty="0"/>
              <a:t> </a:t>
            </a:r>
            <a:r>
              <a:rPr lang="en-US" b="1" dirty="0">
                <a:hlinkClick r:id="rId2"/>
              </a:rPr>
              <a:t>Test Double</a:t>
            </a:r>
            <a:r>
              <a:rPr lang="en-US" dirty="0"/>
              <a:t> </a:t>
            </a:r>
            <a:r>
              <a:rPr lang="en-US" dirty="0" err="1"/>
              <a:t>kavramını</a:t>
            </a:r>
            <a:r>
              <a:rPr lang="en-US" dirty="0"/>
              <a:t> </a:t>
            </a:r>
            <a:r>
              <a:rPr lang="en-US" dirty="0" err="1"/>
              <a:t>biraz</a:t>
            </a:r>
            <a:r>
              <a:rPr lang="en-US" dirty="0"/>
              <a:t> </a:t>
            </a:r>
            <a:r>
              <a:rPr lang="en-US" dirty="0" err="1"/>
              <a:t>açalım</a:t>
            </a:r>
            <a:r>
              <a:rPr lang="en-US" dirty="0"/>
              <a:t>.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kavram</a:t>
            </a:r>
            <a:r>
              <a:rPr lang="en-US" dirty="0"/>
              <a:t> </a:t>
            </a:r>
            <a:r>
              <a:rPr lang="en-US" dirty="0" err="1"/>
              <a:t>olmakla</a:t>
            </a:r>
            <a:r>
              <a:rPr lang="en-US" dirty="0"/>
              <a:t> </a:t>
            </a:r>
            <a:r>
              <a:rPr lang="en-US" dirty="0" err="1"/>
              <a:t>beraber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 </a:t>
            </a:r>
            <a:r>
              <a:rPr lang="en-US" dirty="0" err="1"/>
              <a:t>çalışacak</a:t>
            </a:r>
            <a:r>
              <a:rPr lang="en-US" dirty="0"/>
              <a:t> </a:t>
            </a:r>
            <a:r>
              <a:rPr lang="en-US" dirty="0" err="1"/>
              <a:t>objelerimizin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geçecek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yapılandırmalarımızı</a:t>
            </a:r>
            <a:r>
              <a:rPr lang="en-US" dirty="0"/>
              <a:t> </a:t>
            </a:r>
            <a:r>
              <a:rPr lang="en-US" dirty="0" err="1"/>
              <a:t>kapsamaktadır</a:t>
            </a:r>
            <a:r>
              <a:rPr lang="en-US" dirty="0"/>
              <a:t>. </a:t>
            </a:r>
            <a:r>
              <a:rPr lang="en-US" dirty="0" err="1"/>
              <a:t>Adından</a:t>
            </a:r>
            <a:r>
              <a:rPr lang="en-US" dirty="0"/>
              <a:t> da </a:t>
            </a:r>
            <a:r>
              <a:rPr lang="en-US" dirty="0" err="1"/>
              <a:t>anlaşıldığı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parçadan</a:t>
            </a:r>
            <a:r>
              <a:rPr lang="en-US" dirty="0"/>
              <a:t> </a:t>
            </a:r>
            <a:r>
              <a:rPr lang="en-US" dirty="0" err="1"/>
              <a:t>oluşur</a:t>
            </a:r>
            <a:r>
              <a:rPr lang="en-US" dirty="0"/>
              <a:t>:</a:t>
            </a:r>
          </a:p>
          <a:p>
            <a:pPr marL="0" indent="0" fontAlgn="base">
              <a:buNone/>
            </a:pPr>
            <a:r>
              <a:rPr lang="en-US" b="1" dirty="0"/>
              <a:t>SUT</a:t>
            </a:r>
            <a:r>
              <a:rPr lang="en-US" dirty="0"/>
              <a:t> (System Under Test, </a:t>
            </a:r>
            <a:r>
              <a:rPr lang="en-US" dirty="0" err="1"/>
              <a:t>yani</a:t>
            </a:r>
            <a:r>
              <a:rPr lang="en-US" dirty="0"/>
              <a:t> test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parçası</a:t>
            </a:r>
            <a:r>
              <a:rPr lang="en-US" dirty="0"/>
              <a:t>)</a:t>
            </a:r>
          </a:p>
          <a:p>
            <a:pPr marL="0" indent="0" fontAlgn="base">
              <a:buNone/>
            </a:pPr>
            <a:r>
              <a:rPr lang="en-US" b="1" dirty="0"/>
              <a:t>DOC</a:t>
            </a:r>
            <a:r>
              <a:rPr lang="en-US" dirty="0"/>
              <a:t> (</a:t>
            </a:r>
            <a:r>
              <a:rPr lang="en-US" dirty="0" err="1"/>
              <a:t>Dependend</a:t>
            </a:r>
            <a:r>
              <a:rPr lang="en-US" dirty="0"/>
              <a:t> On Component, </a:t>
            </a:r>
            <a:r>
              <a:rPr lang="en-US" dirty="0" err="1"/>
              <a:t>yani</a:t>
            </a:r>
            <a:r>
              <a:rPr lang="en-US" dirty="0"/>
              <a:t> test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parçasının</a:t>
            </a:r>
            <a:r>
              <a:rPr lang="en-US" dirty="0"/>
              <a:t> </a:t>
            </a:r>
            <a:r>
              <a:rPr lang="en-US" dirty="0" err="1"/>
              <a:t>bağımlı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kaynaklar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60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2.2. </a:t>
            </a:r>
            <a:r>
              <a:rPr lang="en-US" b="1" dirty="0" err="1"/>
              <a:t>TemporaryFolder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 err="1"/>
              <a:t>Eğer</a:t>
            </a:r>
            <a:r>
              <a:rPr lang="en-US" dirty="0"/>
              <a:t> file </a:t>
            </a:r>
            <a:r>
              <a:rPr lang="en-US" b="1" dirty="0"/>
              <a:t>i/o</a:t>
            </a:r>
            <a:r>
              <a:rPr lang="en-US" dirty="0"/>
              <a:t> </a:t>
            </a:r>
            <a:r>
              <a:rPr lang="en-US" dirty="0" err="1"/>
              <a:t>testleriniz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geçici</a:t>
            </a:r>
            <a:r>
              <a:rPr lang="en-US" dirty="0"/>
              <a:t> </a:t>
            </a:r>
            <a:r>
              <a:rPr lang="en-US" dirty="0" err="1"/>
              <a:t>dosyalar</a:t>
            </a:r>
            <a:r>
              <a:rPr lang="en-US" dirty="0"/>
              <a:t> </a:t>
            </a:r>
            <a:r>
              <a:rPr lang="tr-TR" dirty="0" smtClean="0"/>
              <a:t>oluşturmanız</a:t>
            </a:r>
            <a:r>
              <a:rPr lang="en-US" dirty="0" smtClean="0"/>
              <a:t>, </a:t>
            </a:r>
            <a:r>
              <a:rPr lang="en-US" dirty="0" err="1"/>
              <a:t>bunları</a:t>
            </a:r>
            <a:r>
              <a:rPr lang="en-US" dirty="0"/>
              <a:t> test </a:t>
            </a:r>
            <a:r>
              <a:rPr lang="en-US" dirty="0" err="1"/>
              <a:t>sonrasında</a:t>
            </a:r>
            <a:r>
              <a:rPr lang="en-US" dirty="0"/>
              <a:t> </a:t>
            </a:r>
            <a:r>
              <a:rPr lang="en-US" dirty="0" err="1"/>
              <a:t>temizlemeniz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hayattan</a:t>
            </a:r>
            <a:r>
              <a:rPr lang="en-US" dirty="0"/>
              <a:t> </a:t>
            </a:r>
            <a:r>
              <a:rPr lang="en-US" dirty="0" err="1"/>
              <a:t>bezdirici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 </a:t>
            </a:r>
            <a:r>
              <a:rPr lang="en-US" dirty="0" err="1"/>
              <a:t>Özellikle</a:t>
            </a:r>
            <a:r>
              <a:rPr lang="en-US" dirty="0"/>
              <a:t> de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folderlara</a:t>
            </a:r>
            <a:r>
              <a:rPr lang="en-US" dirty="0"/>
              <a:t> </a:t>
            </a:r>
            <a:r>
              <a:rPr lang="en-US" dirty="0" err="1"/>
              <a:t>ihtiyacınız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/>
              <a:t> </a:t>
            </a:r>
            <a:r>
              <a:rPr lang="en-US" dirty="0" err="1"/>
              <a:t>çığrından</a:t>
            </a:r>
            <a:r>
              <a:rPr lang="en-US" dirty="0"/>
              <a:t> </a:t>
            </a:r>
            <a:r>
              <a:rPr lang="en-US" dirty="0" err="1"/>
              <a:t>çıkabilir</a:t>
            </a:r>
            <a:r>
              <a:rPr lang="en-US" dirty="0"/>
              <a:t>. </a:t>
            </a:r>
            <a:r>
              <a:rPr lang="en-US" dirty="0" err="1"/>
              <a:t>Buradaki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kendiniz</a:t>
            </a:r>
            <a:r>
              <a:rPr lang="en-US" dirty="0"/>
              <a:t> </a:t>
            </a:r>
            <a:r>
              <a:rPr lang="en-US" dirty="0" err="1" smtClean="0"/>
              <a:t>yönetecekseniz</a:t>
            </a:r>
            <a:r>
              <a:rPr lang="tr-TR" dirty="0" smtClean="0"/>
              <a:t> bir çok kod yazmanız gerekecektir. </a:t>
            </a:r>
          </a:p>
          <a:p>
            <a:pPr marL="0" indent="0" fontAlgn="base">
              <a:buNone/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süreçlerle</a:t>
            </a:r>
            <a:r>
              <a:rPr lang="en-US" dirty="0"/>
              <a:t>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uğraşmayayım</a:t>
            </a:r>
            <a:r>
              <a:rPr lang="en-US" dirty="0"/>
              <a:t>, </a:t>
            </a:r>
            <a:r>
              <a:rPr lang="en-US" dirty="0" err="1"/>
              <a:t>hızlıca</a:t>
            </a:r>
            <a:r>
              <a:rPr lang="en-US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odaklanmam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kodumu</a:t>
            </a:r>
            <a:r>
              <a:rPr lang="en-US" dirty="0"/>
              <a:t> </a:t>
            </a:r>
            <a:r>
              <a:rPr lang="en-US" dirty="0" err="1"/>
              <a:t>yazayım</a:t>
            </a:r>
            <a:r>
              <a:rPr lang="en-US" dirty="0"/>
              <a:t>, </a:t>
            </a:r>
            <a:r>
              <a:rPr lang="en-US" dirty="0" err="1"/>
              <a:t>işim</a:t>
            </a:r>
            <a:r>
              <a:rPr lang="en-US" dirty="0"/>
              <a:t> </a:t>
            </a:r>
            <a:r>
              <a:rPr lang="en-US" dirty="0" err="1"/>
              <a:t>bittiğinde</a:t>
            </a:r>
            <a:r>
              <a:rPr lang="en-US" dirty="0"/>
              <a:t> de </a:t>
            </a:r>
            <a:r>
              <a:rPr lang="en-US" dirty="0" err="1"/>
              <a:t>kendisi</a:t>
            </a:r>
            <a:r>
              <a:rPr lang="en-US" dirty="0"/>
              <a:t> </a:t>
            </a:r>
            <a:r>
              <a:rPr lang="en-US" dirty="0" err="1"/>
              <a:t>temizlensin</a:t>
            </a:r>
            <a:r>
              <a:rPr lang="en-US" dirty="0"/>
              <a:t> </a:t>
            </a:r>
            <a:r>
              <a:rPr lang="en-US" dirty="0" err="1"/>
              <a:t>derseniz</a:t>
            </a:r>
            <a:r>
              <a:rPr lang="en-US" dirty="0"/>
              <a:t> </a:t>
            </a:r>
            <a:r>
              <a:rPr lang="en-US" b="1" dirty="0" err="1"/>
              <a:t>TemporaryFolder</a:t>
            </a:r>
            <a:r>
              <a:rPr lang="en-US" dirty="0"/>
              <a:t> </a:t>
            </a:r>
            <a:r>
              <a:rPr lang="en-US" dirty="0" err="1"/>
              <a:t>ruleunu</a:t>
            </a:r>
            <a:r>
              <a:rPr lang="en-US" dirty="0"/>
              <a:t> </a:t>
            </a:r>
            <a:r>
              <a:rPr lang="en-US" dirty="0" err="1"/>
              <a:t>kullanabilirsiniz</a:t>
            </a:r>
            <a:r>
              <a:rPr lang="en-US" dirty="0"/>
              <a:t>. </a:t>
            </a:r>
            <a:r>
              <a:rPr lang="en-US" b="1" dirty="0"/>
              <a:t>Windows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folder </a:t>
            </a:r>
            <a:r>
              <a:rPr lang="en-US" b="1" dirty="0" err="1"/>
              <a:t>AppData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yaratılıp</a:t>
            </a:r>
            <a:r>
              <a:rPr lang="en-US" dirty="0"/>
              <a:t>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bitince</a:t>
            </a:r>
            <a:r>
              <a:rPr lang="en-US" dirty="0"/>
              <a:t> </a:t>
            </a:r>
            <a:r>
              <a:rPr lang="en-US" dirty="0" err="1"/>
              <a:t>siliniyor</a:t>
            </a:r>
            <a:r>
              <a:rPr lang="en-US" dirty="0"/>
              <a:t>. </a:t>
            </a:r>
            <a:r>
              <a:rPr lang="en-US" dirty="0" err="1"/>
              <a:t>Dilerseniz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konumu</a:t>
            </a:r>
            <a:r>
              <a:rPr lang="en-US" dirty="0"/>
              <a:t> </a:t>
            </a:r>
            <a:r>
              <a:rPr lang="en-US" dirty="0" err="1"/>
              <a:t>rule’un</a:t>
            </a:r>
            <a:r>
              <a:rPr lang="en-US" dirty="0"/>
              <a:t> </a:t>
            </a:r>
            <a:r>
              <a:rPr lang="en-US" dirty="0" err="1"/>
              <a:t>initiation’ı</a:t>
            </a:r>
            <a:r>
              <a:rPr lang="en-US" dirty="0"/>
              <a:t> </a:t>
            </a:r>
            <a:r>
              <a:rPr lang="en-US" dirty="0" err="1"/>
              <a:t>esnasında</a:t>
            </a:r>
            <a:r>
              <a:rPr lang="en-US" dirty="0"/>
              <a:t> </a:t>
            </a:r>
            <a:r>
              <a:rPr lang="en-US" dirty="0" err="1"/>
              <a:t>constructor’a</a:t>
            </a:r>
            <a:r>
              <a:rPr lang="en-US" dirty="0"/>
              <a:t> </a:t>
            </a:r>
            <a:r>
              <a:rPr lang="en-US" dirty="0" err="1"/>
              <a:t>vererek</a:t>
            </a:r>
            <a:r>
              <a:rPr lang="en-US" dirty="0"/>
              <a:t> </a:t>
            </a:r>
            <a:r>
              <a:rPr lang="en-US" dirty="0" err="1"/>
              <a:t>konfigure</a:t>
            </a:r>
            <a:r>
              <a:rPr lang="en-US" dirty="0"/>
              <a:t> </a:t>
            </a:r>
            <a:r>
              <a:rPr lang="en-US" dirty="0" err="1"/>
              <a:t>edebilirsiniz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r>
              <a:rPr lang="en-US" b="1" dirty="0"/>
              <a:t>2.3. </a:t>
            </a:r>
            <a:r>
              <a:rPr lang="en-US" b="1" dirty="0" err="1"/>
              <a:t>RuleChain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testinizi</a:t>
            </a:r>
            <a:r>
              <a:rPr lang="en-US" dirty="0"/>
              <a:t> </a:t>
            </a:r>
            <a:r>
              <a:rPr lang="en-US" dirty="0" err="1"/>
              <a:t>çevreleyen</a:t>
            </a:r>
            <a:r>
              <a:rPr lang="en-US" dirty="0"/>
              <a:t> </a:t>
            </a:r>
            <a:r>
              <a:rPr lang="en-US" dirty="0" err="1"/>
              <a:t>rulelar</a:t>
            </a:r>
            <a:r>
              <a:rPr lang="en-US" dirty="0"/>
              <a:t> </a:t>
            </a:r>
            <a:r>
              <a:rPr lang="en-US" dirty="0" err="1"/>
              <a:t>dizisi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isterseniz</a:t>
            </a:r>
            <a:r>
              <a:rPr lang="en-US" dirty="0"/>
              <a:t> </a:t>
            </a:r>
            <a:r>
              <a:rPr lang="en-US" b="1" dirty="0" err="1"/>
              <a:t>RuleChain</a:t>
            </a:r>
            <a:r>
              <a:rPr lang="en-US" dirty="0"/>
              <a:t> tam size </a:t>
            </a:r>
            <a:r>
              <a:rPr lang="en-US" dirty="0" err="1"/>
              <a:t>göre</a:t>
            </a:r>
            <a:r>
              <a:rPr lang="en-US" dirty="0"/>
              <a:t>! </a:t>
            </a:r>
            <a:r>
              <a:rPr lang="en-US" dirty="0" err="1"/>
              <a:t>Kullanımını</a:t>
            </a:r>
            <a:r>
              <a:rPr lang="en-US" dirty="0"/>
              <a:t> </a:t>
            </a:r>
            <a:r>
              <a:rPr lang="en-US" dirty="0" err="1"/>
              <a:t>aşağıda</a:t>
            </a:r>
            <a:r>
              <a:rPr lang="en-US" dirty="0"/>
              <a:t> </a:t>
            </a:r>
            <a:r>
              <a:rPr lang="en-US" dirty="0" err="1"/>
              <a:t>görebilirsiniz</a:t>
            </a:r>
            <a:r>
              <a:rPr lang="en-US" dirty="0"/>
              <a:t>. (</a:t>
            </a:r>
            <a:r>
              <a:rPr lang="en-US" dirty="0" err="1"/>
              <a:t>bağımlı</a:t>
            </a:r>
            <a:r>
              <a:rPr lang="en-US" dirty="0"/>
              <a:t> </a:t>
            </a:r>
            <a:r>
              <a:rPr lang="en-US" dirty="0" err="1"/>
              <a:t>olunan</a:t>
            </a:r>
            <a:r>
              <a:rPr lang="en-US" dirty="0"/>
              <a:t> </a:t>
            </a:r>
            <a:r>
              <a:rPr lang="en-US" b="1" dirty="0" err="1"/>
              <a:t>LoggingRule</a:t>
            </a:r>
            <a:r>
              <a:rPr lang="en-US" dirty="0"/>
              <a:t> </a:t>
            </a:r>
            <a:r>
              <a:rPr lang="en-US" dirty="0" err="1"/>
              <a:t>sınıfına</a:t>
            </a:r>
            <a:r>
              <a:rPr lang="en-US" dirty="0"/>
              <a:t> custom rule </a:t>
            </a:r>
            <a:r>
              <a:rPr lang="en-US" dirty="0" err="1"/>
              <a:t>örneğinden</a:t>
            </a:r>
            <a:r>
              <a:rPr lang="en-US" dirty="0"/>
              <a:t> </a:t>
            </a:r>
            <a:r>
              <a:rPr lang="en-US" dirty="0" err="1"/>
              <a:t>erişebilirsiniz</a:t>
            </a:r>
            <a:r>
              <a:rPr lang="en-US" dirty="0"/>
              <a:t>.)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993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2.4 Watchman (</a:t>
            </a:r>
            <a:r>
              <a:rPr lang="en-US" b="1" dirty="0" err="1"/>
              <a:t>TestWatcher</a:t>
            </a:r>
            <a:r>
              <a:rPr lang="en-US" b="1" dirty="0"/>
              <a:t>)</a:t>
            </a:r>
          </a:p>
          <a:p>
            <a:pPr marL="0" indent="0" fontAlgn="base">
              <a:buNone/>
            </a:pP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testlerinizin</a:t>
            </a:r>
            <a:r>
              <a:rPr lang="en-US" dirty="0"/>
              <a:t> </a:t>
            </a:r>
            <a:r>
              <a:rPr lang="en-US" dirty="0" err="1"/>
              <a:t>lifecycle’ındaki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statü</a:t>
            </a:r>
            <a:r>
              <a:rPr lang="en-US" dirty="0"/>
              <a:t> </a:t>
            </a:r>
            <a:r>
              <a:rPr lang="en-US" dirty="0" err="1"/>
              <a:t>durumunda</a:t>
            </a:r>
            <a:r>
              <a:rPr lang="en-US" dirty="0"/>
              <a:t> </a:t>
            </a:r>
            <a:r>
              <a:rPr lang="en-US" dirty="0" err="1"/>
              <a:t>aksiyonlar</a:t>
            </a:r>
            <a:r>
              <a:rPr lang="en-US" dirty="0"/>
              <a:t> </a:t>
            </a:r>
            <a:r>
              <a:rPr lang="en-US" dirty="0" err="1"/>
              <a:t>almanızı</a:t>
            </a:r>
            <a:r>
              <a:rPr lang="en-US" dirty="0"/>
              <a:t> </a:t>
            </a:r>
            <a:r>
              <a:rPr lang="en-US" dirty="0" err="1"/>
              <a:t>sağlayabilecek</a:t>
            </a:r>
            <a:r>
              <a:rPr lang="en-US" dirty="0"/>
              <a:t> </a:t>
            </a:r>
            <a:r>
              <a:rPr lang="en-US" dirty="0" err="1"/>
              <a:t>yetenekli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rule. </a:t>
            </a:r>
            <a:r>
              <a:rPr lang="en-US" dirty="0" err="1"/>
              <a:t>Testlerinizin</a:t>
            </a:r>
            <a:r>
              <a:rPr lang="en-US" dirty="0"/>
              <a:t>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durumunu</a:t>
            </a:r>
            <a:r>
              <a:rPr lang="en-US" dirty="0"/>
              <a:t> </a:t>
            </a:r>
            <a:r>
              <a:rPr lang="en-US" dirty="0" err="1"/>
              <a:t>raporlayabilir</a:t>
            </a:r>
            <a:r>
              <a:rPr lang="en-US" dirty="0"/>
              <a:t>, </a:t>
            </a:r>
            <a:r>
              <a:rPr lang="en-US" dirty="0" err="1"/>
              <a:t>adımları</a:t>
            </a:r>
            <a:r>
              <a:rPr lang="en-US" dirty="0"/>
              <a:t> custom </a:t>
            </a:r>
            <a:r>
              <a:rPr lang="en-US" dirty="0" err="1"/>
              <a:t>kodlarınızla</a:t>
            </a:r>
            <a:r>
              <a:rPr lang="en-US" dirty="0"/>
              <a:t> </a:t>
            </a:r>
            <a:r>
              <a:rPr lang="en-US" dirty="0" err="1"/>
              <a:t>zenginleştirebilirsiniz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r>
              <a:rPr lang="en-US" b="1" dirty="0"/>
              <a:t>2.5. </a:t>
            </a:r>
            <a:r>
              <a:rPr lang="en-US" b="1" dirty="0" err="1"/>
              <a:t>ExpectedException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 err="1"/>
              <a:t>Bir</a:t>
            </a:r>
            <a:r>
              <a:rPr lang="en-US" dirty="0"/>
              <a:t> test </a:t>
            </a:r>
            <a:r>
              <a:rPr lang="en-US" dirty="0" err="1"/>
              <a:t>metodunda</a:t>
            </a:r>
            <a:r>
              <a:rPr lang="en-US" dirty="0"/>
              <a:t> exception </a:t>
            </a:r>
            <a:r>
              <a:rPr lang="en-US" dirty="0" err="1"/>
              <a:t>senaryosunu</a:t>
            </a:r>
            <a:r>
              <a:rPr lang="en-US" dirty="0"/>
              <a:t> test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istediğinizde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. </a:t>
            </a:r>
            <a:r>
              <a:rPr lang="en-US" dirty="0" err="1"/>
              <a:t>İyi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opsiyon</a:t>
            </a:r>
            <a:r>
              <a:rPr lang="en-US" dirty="0"/>
              <a:t> </a:t>
            </a:r>
            <a:r>
              <a:rPr lang="en-US" dirty="0" err="1"/>
              <a:t>olmasa</a:t>
            </a:r>
            <a:r>
              <a:rPr lang="en-US" dirty="0"/>
              <a:t> da try-catch </a:t>
            </a:r>
            <a:r>
              <a:rPr lang="en-US" dirty="0" err="1"/>
              <a:t>bloğu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kontrollerinizi</a:t>
            </a:r>
            <a:r>
              <a:rPr lang="en-US" dirty="0"/>
              <a:t> </a:t>
            </a:r>
            <a:r>
              <a:rPr lang="en-US" dirty="0" err="1"/>
              <a:t>yapabileceğiniz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b="1" dirty="0" err="1"/>
              <a:t>AssertJ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kütüphaneler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komplike</a:t>
            </a:r>
            <a:r>
              <a:rPr lang="en-US" dirty="0"/>
              <a:t> exception </a:t>
            </a:r>
            <a:r>
              <a:rPr lang="en-US" dirty="0" err="1"/>
              <a:t>kontrollerini</a:t>
            </a:r>
            <a:r>
              <a:rPr lang="en-US" dirty="0"/>
              <a:t> </a:t>
            </a:r>
            <a:r>
              <a:rPr lang="en-US" dirty="0" err="1"/>
              <a:t>kolayca</a:t>
            </a:r>
            <a:r>
              <a:rPr lang="en-US" dirty="0"/>
              <a:t> </a:t>
            </a:r>
            <a:r>
              <a:rPr lang="en-US" dirty="0" err="1"/>
              <a:t>yapabilirsiniz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r>
              <a:rPr lang="en-US" b="1" dirty="0"/>
              <a:t>2.6 </a:t>
            </a:r>
            <a:r>
              <a:rPr lang="en-US" b="1" dirty="0" err="1"/>
              <a:t>TestName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Bu rule </a:t>
            </a:r>
            <a:r>
              <a:rPr lang="en-US" b="1" dirty="0"/>
              <a:t>@</a:t>
            </a:r>
            <a:r>
              <a:rPr lang="en-US" b="1" dirty="0" err="1"/>
              <a:t>TestRule</a:t>
            </a:r>
            <a:r>
              <a:rPr lang="en-US" b="1" dirty="0"/>
              <a:t> </a:t>
            </a:r>
            <a:r>
              <a:rPr lang="en-US" dirty="0" err="1"/>
              <a:t>rule’unun</a:t>
            </a:r>
            <a:r>
              <a:rPr lang="en-US" dirty="0"/>
              <a:t> </a:t>
            </a:r>
            <a:r>
              <a:rPr lang="en-US" dirty="0" err="1"/>
              <a:t>biraz</a:t>
            </a:r>
            <a:r>
              <a:rPr lang="en-US" dirty="0"/>
              <a:t> </a:t>
            </a:r>
            <a:r>
              <a:rPr lang="en-US" dirty="0" err="1"/>
              <a:t>özelleşmiş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. </a:t>
            </a:r>
            <a:r>
              <a:rPr lang="en-US" dirty="0" err="1"/>
              <a:t>Çalışmakta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testin</a:t>
            </a:r>
            <a:r>
              <a:rPr lang="en-US" dirty="0"/>
              <a:t> </a:t>
            </a:r>
            <a:r>
              <a:rPr lang="en-US" dirty="0" err="1"/>
              <a:t>metodunun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test </a:t>
            </a:r>
            <a:r>
              <a:rPr lang="en-US" dirty="0" err="1"/>
              <a:t>çalışırken</a:t>
            </a:r>
            <a:r>
              <a:rPr lang="en-US" dirty="0"/>
              <a:t> </a:t>
            </a:r>
            <a:r>
              <a:rPr lang="en-US" dirty="0" err="1"/>
              <a:t>almanızı</a:t>
            </a:r>
            <a:r>
              <a:rPr lang="en-US" dirty="0"/>
              <a:t> </a:t>
            </a:r>
            <a:r>
              <a:rPr lang="en-US" dirty="0" err="1"/>
              <a:t>sağlıyor</a:t>
            </a:r>
            <a:r>
              <a:rPr lang="en-US" dirty="0"/>
              <a:t>.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alanları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hayal</a:t>
            </a:r>
            <a:r>
              <a:rPr lang="en-US" dirty="0"/>
              <a:t> </a:t>
            </a:r>
            <a:r>
              <a:rPr lang="en-US" dirty="0" err="1"/>
              <a:t>gücünüze</a:t>
            </a:r>
            <a:r>
              <a:rPr lang="en-US" dirty="0"/>
              <a:t> </a:t>
            </a:r>
            <a:r>
              <a:rPr lang="en-US" dirty="0" err="1"/>
              <a:t>kalmış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94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b="1" dirty="0" smtClean="0"/>
              <a:t>2.</a:t>
            </a:r>
            <a:r>
              <a:rPr lang="tr-TR" b="1" dirty="0" smtClean="0"/>
              <a:t>8</a:t>
            </a:r>
            <a:r>
              <a:rPr lang="en-US" b="1" dirty="0" smtClean="0"/>
              <a:t>. </a:t>
            </a:r>
            <a:r>
              <a:rPr lang="en-US" b="1" dirty="0" err="1"/>
              <a:t>ExternalResource</a:t>
            </a:r>
            <a:endParaRPr lang="en-US" b="1" dirty="0"/>
          </a:p>
          <a:p>
            <a:pPr marL="0" indent="0" fontAlgn="base">
              <a:buNone/>
            </a:pPr>
            <a:r>
              <a:rPr lang="en-US" b="1" dirty="0" err="1" smtClean="0"/>
              <a:t>ExternalResource</a:t>
            </a:r>
            <a:r>
              <a:rPr lang="en-US" dirty="0"/>
              <a:t> </a:t>
            </a:r>
            <a:r>
              <a:rPr lang="en-US" dirty="0" err="1"/>
              <a:t>kavramından</a:t>
            </a:r>
            <a:r>
              <a:rPr lang="en-US" dirty="0"/>
              <a:t> </a:t>
            </a:r>
            <a:r>
              <a:rPr lang="en-US" dirty="0" err="1"/>
              <a:t>bahsedelim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testlerinizin</a:t>
            </a:r>
            <a:r>
              <a:rPr lang="en-US" dirty="0"/>
              <a:t> </a:t>
            </a:r>
            <a:r>
              <a:rPr lang="en-US" dirty="0" err="1"/>
              <a:t>öncesinde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en-US" dirty="0" err="1"/>
              <a:t>kaldırmanız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sunucu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resource var. Bu resource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testleriniz</a:t>
            </a:r>
            <a:r>
              <a:rPr lang="en-US" dirty="0"/>
              <a:t> </a:t>
            </a:r>
            <a:r>
              <a:rPr lang="en-US" dirty="0" err="1"/>
              <a:t>kapsamında</a:t>
            </a:r>
            <a:r>
              <a:rPr lang="en-US" dirty="0"/>
              <a:t> </a:t>
            </a:r>
            <a:r>
              <a:rPr lang="en-US" dirty="0" err="1"/>
              <a:t>otomatize</a:t>
            </a:r>
            <a:r>
              <a:rPr lang="en-US" dirty="0"/>
              <a:t> </a:t>
            </a:r>
            <a:r>
              <a:rPr lang="en-US" dirty="0" err="1"/>
              <a:t>edebildiğiniz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noktada</a:t>
            </a:r>
            <a:r>
              <a:rPr lang="en-US" dirty="0"/>
              <a:t> </a:t>
            </a:r>
            <a:r>
              <a:rPr lang="en-US" b="1" dirty="0" err="1"/>
              <a:t>ExternalResource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rule </a:t>
            </a:r>
            <a:r>
              <a:rPr lang="en-US" dirty="0" err="1"/>
              <a:t>tanımlayıp</a:t>
            </a:r>
            <a:r>
              <a:rPr lang="en-US" dirty="0"/>
              <a:t> </a:t>
            </a:r>
            <a:r>
              <a:rPr lang="en-US" dirty="0" err="1"/>
              <a:t>ihtiyaçlarınızı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halledebilirsiniz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r>
              <a:rPr lang="tr-TR" b="1" dirty="0" smtClean="0"/>
              <a:t>Not: Hamcrest </a:t>
            </a:r>
            <a:r>
              <a:rPr lang="tr-TR" dirty="0" smtClean="0"/>
              <a:t>sayesinde JUnit içinde yazdığımız assertion’ları daha okunabilir ve anlaşılabilir hale getirebiliriz.</a:t>
            </a:r>
            <a:r>
              <a:rPr lang="en-US" dirty="0" smtClean="0"/>
              <a:t> </a:t>
            </a:r>
            <a:endParaRPr lang="tr-TR" dirty="0" smtClean="0"/>
          </a:p>
          <a:p>
            <a:pPr marL="0" indent="0" fontAlgn="base">
              <a:buNone/>
            </a:pPr>
            <a:r>
              <a:rPr lang="tr-TR" b="1" dirty="0" smtClean="0"/>
              <a:t>TestNG : </a:t>
            </a:r>
            <a:r>
              <a:rPr lang="en-US" b="1" dirty="0" err="1" smtClean="0"/>
              <a:t>TestNG</a:t>
            </a:r>
            <a:r>
              <a:rPr lang="en-US" b="1" dirty="0"/>
              <a:t>, </a:t>
            </a:r>
            <a:r>
              <a:rPr lang="en-US" b="1" dirty="0" err="1"/>
              <a:t>JUnit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NUnit</a:t>
            </a:r>
            <a:r>
              <a:rPr lang="en-US" b="1" dirty="0"/>
              <a:t> </a:t>
            </a:r>
            <a:r>
              <a:rPr lang="en-US" dirty="0" err="1"/>
              <a:t>hatlarında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Cédric</a:t>
            </a:r>
            <a:r>
              <a:rPr lang="en-US" dirty="0"/>
              <a:t> </a:t>
            </a:r>
            <a:r>
              <a:rPr lang="en-US" dirty="0" err="1"/>
              <a:t>Beust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oluşturulmuş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test </a:t>
            </a:r>
            <a:r>
              <a:rPr lang="en-US" dirty="0" err="1"/>
              <a:t>çerçevesidir</a:t>
            </a:r>
            <a:r>
              <a:rPr lang="en-US" dirty="0"/>
              <a:t>. </a:t>
            </a:r>
            <a:r>
              <a:rPr lang="en-US" dirty="0" err="1"/>
              <a:t>JUnit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NUnit’e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sağladığı</a:t>
            </a:r>
            <a:r>
              <a:rPr lang="en-US" dirty="0"/>
              <a:t> </a:t>
            </a:r>
            <a:r>
              <a:rPr lang="en-US" dirty="0" err="1"/>
              <a:t>avantajlar</a:t>
            </a:r>
            <a:r>
              <a:rPr lang="en-US" dirty="0"/>
              <a:t> </a:t>
            </a:r>
            <a:r>
              <a:rPr lang="en-US" dirty="0" err="1"/>
              <a:t>bulunur</a:t>
            </a:r>
            <a:r>
              <a:rPr lang="en-US" dirty="0"/>
              <a:t>.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gibidir</a:t>
            </a:r>
            <a:r>
              <a:rPr lang="en-US" dirty="0"/>
              <a:t>:</a:t>
            </a:r>
          </a:p>
          <a:p>
            <a:pPr fontAlgn="base"/>
            <a:r>
              <a:rPr lang="en-US" dirty="0" err="1">
                <a:hlinkClick r:id="rId2"/>
              </a:rPr>
              <a:t>TestNG</a:t>
            </a:r>
            <a:r>
              <a:rPr lang="en-US" dirty="0" err="1"/>
              <a:t>‘de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birbirinden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koşulabilir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Rapor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Her test </a:t>
            </a:r>
            <a:r>
              <a:rPr lang="en-US" dirty="0" err="1"/>
              <a:t>sonunda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olmuşsa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mesajını</a:t>
            </a:r>
            <a:r>
              <a:rPr lang="en-US" dirty="0"/>
              <a:t> </a:t>
            </a:r>
            <a:r>
              <a:rPr lang="en-US" dirty="0" err="1"/>
              <a:t>rapora</a:t>
            </a:r>
            <a:r>
              <a:rPr lang="en-US" dirty="0"/>
              <a:t> </a:t>
            </a:r>
            <a:r>
              <a:rPr lang="en-US" dirty="0" err="1"/>
              <a:t>ekler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Rapor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kaç</a:t>
            </a:r>
            <a:r>
              <a:rPr lang="en-US" dirty="0"/>
              <a:t> test </a:t>
            </a:r>
            <a:r>
              <a:rPr lang="en-US" dirty="0" err="1"/>
              <a:t>senaryosunun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görebiliriz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Xml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class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içerisindeki</a:t>
            </a:r>
            <a:r>
              <a:rPr lang="en-US" dirty="0"/>
              <a:t>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sırada</a:t>
            </a:r>
            <a:r>
              <a:rPr lang="en-US" dirty="0"/>
              <a:t> 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priority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önceliklendirerek</a:t>
            </a:r>
            <a:r>
              <a:rPr lang="en-US" dirty="0"/>
              <a:t> </a:t>
            </a:r>
            <a:r>
              <a:rPr lang="en-US" dirty="0" err="1"/>
              <a:t>çalıştırabiliriz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test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karşılaşırsak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koşmadan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test </a:t>
            </a:r>
            <a:r>
              <a:rPr lang="en-US" dirty="0" err="1"/>
              <a:t>senaryolarını</a:t>
            </a:r>
            <a:r>
              <a:rPr lang="en-US" dirty="0"/>
              <a:t> xml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düzenleyip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çalıştırabiliriz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02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 err="1"/>
              <a:t>TestNG’nin</a:t>
            </a:r>
            <a:r>
              <a:rPr lang="en-US" b="1" dirty="0"/>
              <a:t> </a:t>
            </a:r>
            <a:r>
              <a:rPr lang="en-US" b="1" dirty="0" err="1"/>
              <a:t>Avantajları</a:t>
            </a:r>
            <a:r>
              <a:rPr lang="en-US" b="1" dirty="0"/>
              <a:t> </a:t>
            </a:r>
            <a:r>
              <a:rPr lang="en-US" b="1" dirty="0" err="1"/>
              <a:t>Nedir</a:t>
            </a:r>
            <a:r>
              <a:rPr lang="en-US" b="1" dirty="0"/>
              <a:t>?</a:t>
            </a:r>
          </a:p>
          <a:p>
            <a:pPr marL="0" indent="0" fontAlgn="base">
              <a:buNone/>
            </a:pPr>
            <a:r>
              <a:rPr lang="en-US" b="1" dirty="0" err="1"/>
              <a:t>TestNG’yi</a:t>
            </a:r>
            <a:r>
              <a:rPr lang="en-US" b="1" dirty="0"/>
              <a:t> </a:t>
            </a:r>
            <a:r>
              <a:rPr lang="en-US" b="1" dirty="0" err="1"/>
              <a:t>öne</a:t>
            </a:r>
            <a:r>
              <a:rPr lang="en-US" b="1" dirty="0"/>
              <a:t> </a:t>
            </a:r>
            <a:r>
              <a:rPr lang="en-US" b="1" dirty="0" err="1"/>
              <a:t>çıkaran</a:t>
            </a:r>
            <a:r>
              <a:rPr lang="en-US" b="1" dirty="0"/>
              <a:t> </a:t>
            </a:r>
            <a:r>
              <a:rPr lang="en-US" b="1" dirty="0" err="1"/>
              <a:t>avantajlar</a:t>
            </a:r>
            <a:r>
              <a:rPr lang="en-US" b="1" dirty="0"/>
              <a:t>:</a:t>
            </a:r>
          </a:p>
          <a:p>
            <a:pPr fontAlgn="base"/>
            <a:r>
              <a:rPr lang="en-US" dirty="0"/>
              <a:t>Multi Thread (</a:t>
            </a:r>
            <a:r>
              <a:rPr lang="en-US" dirty="0" err="1"/>
              <a:t>Çoklu</a:t>
            </a:r>
            <a:r>
              <a:rPr lang="en-US" dirty="0"/>
              <a:t> </a:t>
            </a:r>
            <a:r>
              <a:rPr lang="en-US" dirty="0" err="1"/>
              <a:t>Akış</a:t>
            </a:r>
            <a:r>
              <a:rPr lang="en-US" dirty="0"/>
              <a:t>) test </a:t>
            </a:r>
            <a:r>
              <a:rPr lang="en-US" dirty="0" err="1"/>
              <a:t>desteği</a:t>
            </a:r>
            <a:endParaRPr lang="en-US" dirty="0"/>
          </a:p>
          <a:p>
            <a:pPr fontAlgn="base"/>
            <a:r>
              <a:rPr lang="en-US" dirty="0"/>
              <a:t>Test </a:t>
            </a:r>
            <a:r>
              <a:rPr lang="en-US" dirty="0" err="1"/>
              <a:t>Senaryolarını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gruplama</a:t>
            </a:r>
            <a:endParaRPr lang="en-US" dirty="0"/>
          </a:p>
          <a:p>
            <a:pPr fontAlgn="base"/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Kullanımı</a:t>
            </a:r>
            <a:endParaRPr lang="en-US" dirty="0"/>
          </a:p>
          <a:p>
            <a:pPr fontAlgn="base"/>
            <a:r>
              <a:rPr lang="en-US" dirty="0" err="1"/>
              <a:t>Esnek</a:t>
            </a:r>
            <a:r>
              <a:rPr lang="en-US" dirty="0"/>
              <a:t> test </a:t>
            </a:r>
            <a:r>
              <a:rPr lang="en-US" dirty="0" err="1"/>
              <a:t>konfigürasyonu</a:t>
            </a:r>
            <a:endParaRPr lang="en-US" dirty="0"/>
          </a:p>
          <a:p>
            <a:pPr fontAlgn="base"/>
            <a:r>
              <a:rPr lang="en-US" dirty="0"/>
              <a:t>@</a:t>
            </a:r>
            <a:r>
              <a:rPr lang="en-US" dirty="0" err="1"/>
              <a:t>DataProvider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Data Driven Test</a:t>
            </a:r>
          </a:p>
          <a:p>
            <a:pPr fontAlgn="base"/>
            <a:r>
              <a:rPr lang="en-US" dirty="0" err="1"/>
              <a:t>IDE’ler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Plugin </a:t>
            </a:r>
            <a:r>
              <a:rPr lang="en-US" dirty="0" err="1"/>
              <a:t>desteği</a:t>
            </a:r>
            <a:endParaRPr lang="en-US" dirty="0"/>
          </a:p>
          <a:p>
            <a:pPr fontAlgn="base"/>
            <a:r>
              <a:rPr lang="en-US" dirty="0" err="1"/>
              <a:t>BeanShell</a:t>
            </a:r>
            <a:r>
              <a:rPr lang="en-US" dirty="0"/>
              <a:t> </a:t>
            </a:r>
            <a:r>
              <a:rPr lang="en-US" dirty="0" err="1"/>
              <a:t>desteği</a:t>
            </a:r>
            <a:endParaRPr lang="en-US" dirty="0"/>
          </a:p>
          <a:p>
            <a:pPr fontAlgn="base"/>
            <a:r>
              <a:rPr lang="en-US" dirty="0" err="1"/>
              <a:t>Loglama</a:t>
            </a:r>
            <a:endParaRPr lang="en-US" dirty="0"/>
          </a:p>
          <a:p>
            <a:pPr fontAlgn="base"/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test </a:t>
            </a:r>
            <a:r>
              <a:rPr lang="en-US" dirty="0" err="1"/>
              <a:t>etme</a:t>
            </a:r>
            <a:endParaRPr lang="en-US" dirty="0"/>
          </a:p>
          <a:p>
            <a:pPr fontAlgn="base"/>
            <a:r>
              <a:rPr lang="en-US" dirty="0" err="1"/>
              <a:t>Esnek</a:t>
            </a:r>
            <a:r>
              <a:rPr lang="en-US" dirty="0"/>
              <a:t>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yapılandırması</a:t>
            </a:r>
            <a:endParaRPr lang="en-US" dirty="0"/>
          </a:p>
          <a:p>
            <a:pPr fontAlgn="base"/>
            <a:r>
              <a:rPr lang="en-US" dirty="0" err="1"/>
              <a:t>Bağımlılık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</a:t>
            </a:r>
            <a:r>
              <a:rPr lang="en-US" dirty="0" err="1"/>
              <a:t>desteği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91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 err="1"/>
              <a:t>TestNG</a:t>
            </a:r>
            <a:r>
              <a:rPr lang="en-US" b="1" dirty="0"/>
              <a:t> </a:t>
            </a:r>
            <a:r>
              <a:rPr lang="en-US" b="1" dirty="0" err="1"/>
              <a:t>Annotation’ları</a:t>
            </a:r>
            <a:r>
              <a:rPr lang="en-US" b="1" dirty="0"/>
              <a:t> </a:t>
            </a:r>
            <a:r>
              <a:rPr lang="en-US" b="1" dirty="0" err="1"/>
              <a:t>Nelerdir</a:t>
            </a:r>
            <a:r>
              <a:rPr lang="en-US" b="1" dirty="0"/>
              <a:t>?</a:t>
            </a:r>
          </a:p>
          <a:p>
            <a:pPr marL="0" indent="0" fontAlgn="base">
              <a:buNone/>
            </a:pPr>
            <a:r>
              <a:rPr lang="en-US" b="1" dirty="0"/>
              <a:t>@</a:t>
            </a:r>
            <a:r>
              <a:rPr lang="en-US" b="1" dirty="0" err="1"/>
              <a:t>BeforeSuite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Class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çalışmadan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yaptırmak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tanımlarız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@</a:t>
            </a:r>
            <a:r>
              <a:rPr lang="en-US" b="1" dirty="0" err="1"/>
              <a:t>BeforeClass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Class build </a:t>
            </a:r>
            <a:r>
              <a:rPr lang="en-US" dirty="0" err="1"/>
              <a:t>edildiğinde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test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çalışmadan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Her test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çalışmaz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@</a:t>
            </a:r>
            <a:r>
              <a:rPr lang="en-US" b="1" dirty="0" err="1"/>
              <a:t>BeforeMethod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Bir</a:t>
            </a:r>
            <a:r>
              <a:rPr lang="en-US" dirty="0"/>
              <a:t> test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çalışmadan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</a:t>
            </a:r>
            <a:r>
              <a:rPr lang="en-US" dirty="0" err="1"/>
              <a:t>Genellikle</a:t>
            </a:r>
            <a:r>
              <a:rPr lang="en-US" dirty="0"/>
              <a:t> her </a:t>
            </a:r>
            <a:r>
              <a:rPr lang="en-US" dirty="0" err="1"/>
              <a:t>testten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en-US" dirty="0" err="1"/>
              <a:t>kalkması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driver, vb. setup </a:t>
            </a:r>
            <a:r>
              <a:rPr lang="en-US" dirty="0" err="1"/>
              <a:t>environmentler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tanımlanır</a:t>
            </a:r>
            <a:r>
              <a:rPr lang="en-US" dirty="0"/>
              <a:t>. Her test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@</a:t>
            </a:r>
            <a:r>
              <a:rPr lang="en-US" dirty="0" err="1"/>
              <a:t>BeforeTest</a:t>
            </a:r>
            <a:r>
              <a:rPr lang="en-US" dirty="0"/>
              <a:t> </a:t>
            </a:r>
            <a:r>
              <a:rPr lang="en-US" dirty="0" err="1"/>
              <a:t>şeklinde</a:t>
            </a:r>
            <a:r>
              <a:rPr lang="en-US" dirty="0"/>
              <a:t> de </a:t>
            </a:r>
            <a:r>
              <a:rPr lang="en-US" dirty="0" err="1"/>
              <a:t>kullanılabilir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@Test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Test </a:t>
            </a:r>
            <a:r>
              <a:rPr lang="en-US" dirty="0" err="1"/>
              <a:t>case’lerimizi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getirip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satırına</a:t>
            </a:r>
            <a:r>
              <a:rPr lang="en-US" dirty="0"/>
              <a:t> @Test </a:t>
            </a:r>
            <a:r>
              <a:rPr lang="en-US" dirty="0" err="1"/>
              <a:t>notasyonumuzu</a:t>
            </a:r>
            <a:r>
              <a:rPr lang="en-US" dirty="0"/>
              <a:t> </a:t>
            </a:r>
            <a:r>
              <a:rPr lang="en-US" dirty="0" err="1"/>
              <a:t>koyarız</a:t>
            </a:r>
            <a:r>
              <a:rPr lang="en-US" dirty="0"/>
              <a:t>. Bu </a:t>
            </a:r>
            <a:r>
              <a:rPr lang="en-US" dirty="0" err="1"/>
              <a:t>metotların</a:t>
            </a:r>
            <a:r>
              <a:rPr lang="en-US" dirty="0"/>
              <a:t> </a:t>
            </a:r>
            <a:r>
              <a:rPr lang="en-US" dirty="0" err="1"/>
              <a:t>birer</a:t>
            </a:r>
            <a:r>
              <a:rPr lang="en-US" dirty="0"/>
              <a:t> test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 Bu </a:t>
            </a:r>
            <a:r>
              <a:rPr lang="en-US" dirty="0" err="1"/>
              <a:t>testleri</a:t>
            </a:r>
            <a:r>
              <a:rPr lang="en-US" dirty="0"/>
              <a:t> testng.xml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oluşturarak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çalıştırabiliriz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27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@</a:t>
            </a:r>
            <a:r>
              <a:rPr lang="en-US" b="1" dirty="0" err="1"/>
              <a:t>AfterMethod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Her test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Her </a:t>
            </a:r>
            <a:r>
              <a:rPr lang="en-US" dirty="0" err="1"/>
              <a:t>testten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yapılacak</a:t>
            </a:r>
            <a:r>
              <a:rPr lang="en-US" dirty="0"/>
              <a:t> </a:t>
            </a:r>
            <a:r>
              <a:rPr lang="en-US" dirty="0" err="1"/>
              <a:t>işleri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tanımlarız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@</a:t>
            </a:r>
            <a:r>
              <a:rPr lang="en-US" b="1" dirty="0" err="1"/>
              <a:t>AfterClass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Tüm</a:t>
            </a:r>
            <a:r>
              <a:rPr lang="en-US" dirty="0"/>
              <a:t> test </a:t>
            </a:r>
            <a:r>
              <a:rPr lang="en-US" dirty="0" err="1"/>
              <a:t>metotları</a:t>
            </a:r>
            <a:r>
              <a:rPr lang="en-US" dirty="0"/>
              <a:t>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erdiğinde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bittikten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yapacağımız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tanımlarız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@</a:t>
            </a:r>
            <a:r>
              <a:rPr lang="en-US" b="1" dirty="0" err="1"/>
              <a:t>AfterSuite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AfterClass</a:t>
            </a:r>
            <a:r>
              <a:rPr lang="en-US" dirty="0"/>
              <a:t> </a:t>
            </a:r>
            <a:r>
              <a:rPr lang="en-US" dirty="0" err="1"/>
              <a:t>sonrasında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Son </a:t>
            </a:r>
            <a:r>
              <a:rPr lang="en-US" dirty="0" err="1"/>
              <a:t>işlemlerimizi</a:t>
            </a:r>
            <a:r>
              <a:rPr lang="en-US" dirty="0"/>
              <a:t> </a:t>
            </a:r>
            <a:r>
              <a:rPr lang="en-US" dirty="0" err="1"/>
              <a:t>yaptığımız</a:t>
            </a:r>
            <a:r>
              <a:rPr lang="en-US" dirty="0"/>
              <a:t> </a:t>
            </a:r>
            <a:r>
              <a:rPr lang="en-US" dirty="0" err="1"/>
              <a:t>kısımdır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r>
              <a:rPr lang="en-US" b="1" dirty="0"/>
              <a:t>TestNG.xml </a:t>
            </a:r>
            <a:r>
              <a:rPr lang="en-US" b="1" dirty="0" err="1"/>
              <a:t>Dosyası</a:t>
            </a:r>
            <a:r>
              <a:rPr lang="en-US" b="1" dirty="0"/>
              <a:t>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Hazırlanır</a:t>
            </a:r>
            <a:r>
              <a:rPr lang="en-US" b="1" dirty="0"/>
              <a:t>?</a:t>
            </a:r>
          </a:p>
          <a:p>
            <a:pPr fontAlgn="base"/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xml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.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aşamalarla</a:t>
            </a:r>
            <a:r>
              <a:rPr lang="en-US" dirty="0"/>
              <a:t> xml </a:t>
            </a:r>
            <a:r>
              <a:rPr lang="en-US" dirty="0" err="1"/>
              <a:t>dosyamızı</a:t>
            </a:r>
            <a:r>
              <a:rPr lang="en-US" dirty="0"/>
              <a:t> </a:t>
            </a:r>
            <a:r>
              <a:rPr lang="en-US" dirty="0" err="1"/>
              <a:t>düzenliyoruz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1.Suite </a:t>
            </a:r>
            <a:r>
              <a:rPr lang="en-US" dirty="0" err="1"/>
              <a:t>oluşturuyoruz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2.Test </a:t>
            </a:r>
            <a:r>
              <a:rPr lang="en-US" dirty="0" err="1"/>
              <a:t>class’ının</a:t>
            </a:r>
            <a:r>
              <a:rPr lang="en-US" dirty="0"/>
              <a:t> </a:t>
            </a:r>
            <a:r>
              <a:rPr lang="en-US" dirty="0" err="1"/>
              <a:t>ismini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bulunduğu</a:t>
            </a:r>
            <a:r>
              <a:rPr lang="en-US" dirty="0"/>
              <a:t> </a:t>
            </a:r>
            <a:r>
              <a:rPr lang="en-US" dirty="0" err="1"/>
              <a:t>klasörü</a:t>
            </a:r>
            <a:r>
              <a:rPr lang="en-US" dirty="0"/>
              <a:t> Class name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veriyoruz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048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3.İstediğimiz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tagı</a:t>
            </a:r>
            <a:r>
              <a:rPr lang="en-US" dirty="0"/>
              <a:t> </a:t>
            </a:r>
            <a:r>
              <a:rPr lang="en-US" dirty="0" err="1"/>
              <a:t>altına</a:t>
            </a:r>
            <a:r>
              <a:rPr lang="en-US" dirty="0"/>
              <a:t> </a:t>
            </a:r>
            <a:r>
              <a:rPr lang="en-US" dirty="0" err="1"/>
              <a:t>iclude</a:t>
            </a:r>
            <a:r>
              <a:rPr lang="en-US" dirty="0"/>
              <a:t> name </a:t>
            </a:r>
            <a:r>
              <a:rPr lang="en-US" dirty="0" err="1"/>
              <a:t>olarak</a:t>
            </a:r>
            <a:r>
              <a:rPr lang="en-US" dirty="0"/>
              <a:t> test </a:t>
            </a:r>
            <a:r>
              <a:rPr lang="en-US" dirty="0" err="1"/>
              <a:t>metodunun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yazıyoruz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kullanmazsak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classtaki</a:t>
            </a:r>
            <a:r>
              <a:rPr lang="en-US" dirty="0"/>
              <a:t>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çalışacaktır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809750"/>
            <a:ext cx="7315200" cy="41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86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 err="1"/>
              <a:t>Testler</a:t>
            </a:r>
            <a:r>
              <a:rPr lang="en-US" b="1" dirty="0"/>
              <a:t> </a:t>
            </a:r>
            <a:r>
              <a:rPr lang="en-US" b="1" dirty="0" err="1"/>
              <a:t>Paralel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Koşulur</a:t>
            </a:r>
            <a:r>
              <a:rPr lang="en-US" b="1" dirty="0"/>
              <a:t>?</a:t>
            </a:r>
          </a:p>
          <a:p>
            <a:pPr marL="514350" indent="-514350" fontAlgn="base">
              <a:buAutoNum type="arabicPeriod"/>
            </a:pPr>
            <a:r>
              <a:rPr lang="en-US" dirty="0" smtClean="0"/>
              <a:t>Xml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oluşturulur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2. </a:t>
            </a:r>
            <a:r>
              <a:rPr lang="en-US" dirty="0" err="1"/>
              <a:t>Koşulacak</a:t>
            </a:r>
            <a:r>
              <a:rPr lang="en-US" dirty="0"/>
              <a:t> 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ortamlar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test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eklenir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3.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parametreler</a:t>
            </a:r>
            <a:r>
              <a:rPr lang="en-US" dirty="0"/>
              <a:t> </a:t>
            </a:r>
            <a:r>
              <a:rPr lang="en-US" dirty="0" err="1"/>
              <a:t>gönderilir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4. Thread-count test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arttırılır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Aşağıdaki</a:t>
            </a:r>
            <a:r>
              <a:rPr lang="en-US" dirty="0"/>
              <a:t> testNG.xml de Chrome </a:t>
            </a:r>
            <a:r>
              <a:rPr lang="en-US" dirty="0" err="1"/>
              <a:t>ve</a:t>
            </a:r>
            <a:r>
              <a:rPr lang="en-US" dirty="0"/>
              <a:t> Explorer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 </a:t>
            </a:r>
            <a:r>
              <a:rPr lang="en-US" dirty="0" err="1">
                <a:hlinkClick r:id="rId2"/>
              </a:rPr>
              <a:t>testler</a:t>
            </a:r>
            <a:r>
              <a:rPr lang="en-US" dirty="0"/>
              <a:t> 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çalışacaktır</a:t>
            </a:r>
            <a:r>
              <a:rPr lang="en-US" dirty="0" smtClean="0"/>
              <a:t>.</a:t>
            </a:r>
            <a:endParaRPr lang="tr-TR" dirty="0" smtClean="0"/>
          </a:p>
          <a:p>
            <a:pPr marL="514350" indent="-514350" fontAlgn="base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535" y="3117773"/>
            <a:ext cx="7315200" cy="339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41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000" b="1" dirty="0" err="1"/>
              <a:t>TestNG</a:t>
            </a:r>
            <a:r>
              <a:rPr lang="en-US" sz="2000" b="1" dirty="0"/>
              <a:t> </a:t>
            </a:r>
            <a:r>
              <a:rPr lang="en-US" sz="2000" b="1" dirty="0" err="1"/>
              <a:t>Parametre</a:t>
            </a:r>
            <a:r>
              <a:rPr lang="en-US" sz="2000" b="1" dirty="0"/>
              <a:t> </a:t>
            </a:r>
            <a:r>
              <a:rPr lang="en-US" sz="2000" b="1" dirty="0" err="1"/>
              <a:t>Nasıl</a:t>
            </a:r>
            <a:r>
              <a:rPr lang="en-US" sz="2000" b="1" dirty="0"/>
              <a:t> </a:t>
            </a:r>
            <a:r>
              <a:rPr lang="en-US" sz="2000" b="1" dirty="0" err="1"/>
              <a:t>kullanılır</a:t>
            </a:r>
            <a:r>
              <a:rPr lang="en-US" sz="2000" b="1" dirty="0"/>
              <a:t>?</a:t>
            </a:r>
          </a:p>
          <a:p>
            <a:pPr marL="457200" indent="-457200" fontAlgn="base">
              <a:buAutoNum type="arabicPeriod"/>
            </a:pPr>
            <a:r>
              <a:rPr lang="en-US" sz="2000" dirty="0" err="1" smtClean="0"/>
              <a:t>Herhangi</a:t>
            </a:r>
            <a:r>
              <a:rPr lang="en-US" sz="2000" dirty="0" smtClean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Annotation’dan</a:t>
            </a:r>
            <a:r>
              <a:rPr lang="en-US" sz="2000" dirty="0"/>
              <a:t> </a:t>
            </a:r>
            <a:r>
              <a:rPr lang="en-US" sz="2000" dirty="0" err="1"/>
              <a:t>hemen</a:t>
            </a:r>
            <a:r>
              <a:rPr lang="en-US" sz="2000" dirty="0"/>
              <a:t> </a:t>
            </a:r>
            <a:r>
              <a:rPr lang="en-US" sz="2000" dirty="0" err="1"/>
              <a:t>sonra</a:t>
            </a:r>
            <a:r>
              <a:rPr lang="en-US" sz="2000" dirty="0"/>
              <a:t> @parameters </a:t>
            </a:r>
            <a:r>
              <a:rPr lang="en-US" sz="2000" dirty="0" err="1"/>
              <a:t>içerisinde</a:t>
            </a:r>
            <a:r>
              <a:rPr lang="en-US" sz="2000" dirty="0"/>
              <a:t> </a:t>
            </a:r>
            <a:r>
              <a:rPr lang="en-US" sz="2000" dirty="0" err="1"/>
              <a:t>değer</a:t>
            </a:r>
            <a:r>
              <a:rPr lang="en-US" sz="2000" dirty="0"/>
              <a:t> </a:t>
            </a:r>
            <a:r>
              <a:rPr lang="en-US" sz="2000" dirty="0" err="1"/>
              <a:t>alınır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2. </a:t>
            </a:r>
            <a:r>
              <a:rPr lang="en-US" sz="2000" dirty="0" err="1"/>
              <a:t>Metot</a:t>
            </a:r>
            <a:r>
              <a:rPr lang="en-US" sz="2000" dirty="0"/>
              <a:t> </a:t>
            </a:r>
            <a:r>
              <a:rPr lang="en-US" sz="2000" dirty="0" err="1"/>
              <a:t>içerisine</a:t>
            </a:r>
            <a:r>
              <a:rPr lang="en-US" sz="2000" dirty="0"/>
              <a:t> </a:t>
            </a:r>
            <a:r>
              <a:rPr lang="en-US" sz="2000" dirty="0" err="1"/>
              <a:t>değişken</a:t>
            </a:r>
            <a:r>
              <a:rPr lang="en-US" sz="2000" dirty="0"/>
              <a:t> </a:t>
            </a:r>
            <a:r>
              <a:rPr lang="en-US" sz="2000" dirty="0" err="1"/>
              <a:t>oluşturulur</a:t>
            </a:r>
            <a:r>
              <a:rPr lang="en-US" sz="2000" dirty="0"/>
              <a:t>,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değişken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</a:t>
            </a:r>
            <a:r>
              <a:rPr lang="en-US" sz="2000" dirty="0" err="1"/>
              <a:t>parametre</a:t>
            </a:r>
            <a:r>
              <a:rPr lang="en-US" sz="2000" dirty="0"/>
              <a:t> </a:t>
            </a:r>
            <a:r>
              <a:rPr lang="en-US" sz="2000" dirty="0" err="1"/>
              <a:t>adı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aynı</a:t>
            </a:r>
            <a:r>
              <a:rPr lang="en-US" sz="2000" dirty="0"/>
              <a:t> </a:t>
            </a:r>
            <a:r>
              <a:rPr lang="en-US" sz="2000" dirty="0" err="1"/>
              <a:t>olmalıdır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3. </a:t>
            </a:r>
            <a:r>
              <a:rPr lang="en-US" sz="2000" dirty="0" err="1"/>
              <a:t>İsteğe</a:t>
            </a:r>
            <a:r>
              <a:rPr lang="en-US" sz="2000" dirty="0"/>
              <a:t> </a:t>
            </a:r>
            <a:r>
              <a:rPr lang="en-US" sz="2000" dirty="0" err="1"/>
              <a:t>göre</a:t>
            </a:r>
            <a:r>
              <a:rPr lang="en-US" sz="2000" dirty="0"/>
              <a:t> </a:t>
            </a:r>
            <a:r>
              <a:rPr lang="en-US" sz="2000" dirty="0" err="1"/>
              <a:t>kullanılır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önce</a:t>
            </a:r>
            <a:r>
              <a:rPr lang="en-US" sz="2000" dirty="0"/>
              <a:t> </a:t>
            </a:r>
            <a:r>
              <a:rPr lang="en-US" sz="2000" dirty="0" err="1"/>
              <a:t>hazırladığımız</a:t>
            </a:r>
            <a:r>
              <a:rPr lang="en-US" sz="2000" dirty="0"/>
              <a:t> TestNG.xml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çalıştırdığımızda</a:t>
            </a:r>
            <a:r>
              <a:rPr lang="en-US" sz="2000" dirty="0"/>
              <a:t> </a:t>
            </a:r>
            <a:r>
              <a:rPr lang="en-US" sz="2000" dirty="0" err="1"/>
              <a:t>çalışan</a:t>
            </a:r>
            <a:r>
              <a:rPr lang="en-US" sz="2000" dirty="0"/>
              <a:t> </a:t>
            </a:r>
            <a:r>
              <a:rPr lang="en-US" sz="2000" dirty="0" err="1"/>
              <a:t>test’e</a:t>
            </a:r>
            <a:r>
              <a:rPr lang="en-US" sz="2000" dirty="0"/>
              <a:t> </a:t>
            </a:r>
            <a:r>
              <a:rPr lang="en-US" sz="2000" dirty="0" err="1"/>
              <a:t>göre</a:t>
            </a:r>
            <a:r>
              <a:rPr lang="en-US" sz="2000" dirty="0"/>
              <a:t> </a:t>
            </a:r>
            <a:r>
              <a:rPr lang="en-US" sz="2000" dirty="0" err="1"/>
              <a:t>parametre</a:t>
            </a:r>
            <a:r>
              <a:rPr lang="en-US" sz="2000" dirty="0"/>
              <a:t> </a:t>
            </a:r>
            <a:r>
              <a:rPr lang="en-US" sz="2000" dirty="0" err="1"/>
              <a:t>değeri</a:t>
            </a:r>
            <a:r>
              <a:rPr lang="en-US" sz="2000" dirty="0"/>
              <a:t> </a:t>
            </a:r>
            <a:r>
              <a:rPr lang="en-US" sz="2000" dirty="0" err="1"/>
              <a:t>oluşuyor</a:t>
            </a:r>
            <a:r>
              <a:rPr lang="en-US" sz="2000" dirty="0"/>
              <a:t>. </a:t>
            </a:r>
            <a:r>
              <a:rPr lang="en-US" sz="2000" dirty="0" err="1"/>
              <a:t>Ancak</a:t>
            </a:r>
            <a:r>
              <a:rPr lang="en-US" sz="2000" dirty="0"/>
              <a:t> </a:t>
            </a:r>
            <a:r>
              <a:rPr lang="en-US" sz="2000" dirty="0" err="1"/>
              <a:t>bunu</a:t>
            </a:r>
            <a:r>
              <a:rPr lang="en-US" sz="2000" dirty="0"/>
              <a:t> </a:t>
            </a:r>
            <a:r>
              <a:rPr lang="en-US" sz="2000" dirty="0" err="1"/>
              <a:t>Driver’larımızı</a:t>
            </a:r>
            <a:r>
              <a:rPr lang="en-US" sz="2000" dirty="0"/>
              <a:t> </a:t>
            </a:r>
            <a:r>
              <a:rPr lang="en-US" sz="2000" dirty="0" err="1"/>
              <a:t>ayağa</a:t>
            </a:r>
            <a:r>
              <a:rPr lang="en-US" sz="2000" dirty="0"/>
              <a:t> </a:t>
            </a:r>
            <a:r>
              <a:rPr lang="en-US" sz="2000" dirty="0" err="1"/>
              <a:t>kaldırdığımız</a:t>
            </a:r>
            <a:r>
              <a:rPr lang="en-US" sz="2000" dirty="0"/>
              <a:t> </a:t>
            </a:r>
            <a:r>
              <a:rPr lang="en-US" sz="2000" dirty="0" err="1"/>
              <a:t>kısımda</a:t>
            </a:r>
            <a:r>
              <a:rPr lang="en-US" sz="2000" dirty="0"/>
              <a:t> </a:t>
            </a:r>
            <a:r>
              <a:rPr lang="en-US" sz="2000" dirty="0" err="1"/>
              <a:t>kullanmalıyız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err="1"/>
              <a:t>Aşağıdaki</a:t>
            </a:r>
            <a:r>
              <a:rPr lang="en-US" sz="2000" dirty="0"/>
              <a:t> </a:t>
            </a:r>
            <a:r>
              <a:rPr lang="en-US" sz="2000" dirty="0" err="1"/>
              <a:t>görselde</a:t>
            </a:r>
            <a:r>
              <a:rPr lang="en-US" sz="2000" dirty="0"/>
              <a:t> </a:t>
            </a:r>
            <a:r>
              <a:rPr lang="en-US" sz="2000" dirty="0" err="1"/>
              <a:t>xml’den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</a:t>
            </a:r>
            <a:r>
              <a:rPr lang="en-US" sz="2000" dirty="0" err="1"/>
              <a:t>parametre</a:t>
            </a:r>
            <a:r>
              <a:rPr lang="en-US" sz="2000" dirty="0"/>
              <a:t> Chrome </a:t>
            </a:r>
            <a:r>
              <a:rPr lang="en-US" sz="2000" dirty="0" err="1"/>
              <a:t>içeriyorsa</a:t>
            </a:r>
            <a:r>
              <a:rPr lang="en-US" sz="2000" dirty="0"/>
              <a:t> chrome driver, Explorer </a:t>
            </a:r>
            <a:r>
              <a:rPr lang="en-US" sz="2000" dirty="0" err="1"/>
              <a:t>içeriyorsa</a:t>
            </a:r>
            <a:r>
              <a:rPr lang="en-US" sz="2000" dirty="0"/>
              <a:t> explorer </a:t>
            </a:r>
            <a:r>
              <a:rPr lang="en-US" sz="2000" dirty="0" err="1"/>
              <a:t>driver’ı</a:t>
            </a:r>
            <a:r>
              <a:rPr lang="en-US" sz="2000" dirty="0"/>
              <a:t> </a:t>
            </a:r>
            <a:r>
              <a:rPr lang="en-US" sz="2000" dirty="0" err="1"/>
              <a:t>başlat</a:t>
            </a:r>
            <a:r>
              <a:rPr lang="en-US" sz="2000" dirty="0"/>
              <a:t> </a:t>
            </a:r>
            <a:r>
              <a:rPr lang="en-US" sz="2000" dirty="0" err="1"/>
              <a:t>demiş</a:t>
            </a:r>
            <a:r>
              <a:rPr lang="en-US" sz="2000" dirty="0"/>
              <a:t> </a:t>
            </a:r>
            <a:r>
              <a:rPr lang="en-US" sz="2000" dirty="0" err="1"/>
              <a:t>oluyoruz</a:t>
            </a:r>
            <a:r>
              <a:rPr lang="en-US" sz="2000" dirty="0" smtClean="0"/>
              <a:t>.</a:t>
            </a:r>
            <a:endParaRPr lang="tr-TR" sz="2000" dirty="0" smtClean="0"/>
          </a:p>
          <a:p>
            <a:pPr marL="457200" indent="-457200" fontAlgn="base"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728" y="2588849"/>
            <a:ext cx="73152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76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 err="1"/>
              <a:t>Testlere</a:t>
            </a:r>
            <a:r>
              <a:rPr lang="en-US" b="1" dirty="0"/>
              <a:t> </a:t>
            </a:r>
            <a:r>
              <a:rPr lang="en-US" b="1" dirty="0" err="1"/>
              <a:t>Öncelik</a:t>
            </a:r>
            <a:r>
              <a:rPr lang="en-US" b="1" dirty="0"/>
              <a:t>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Verilir</a:t>
            </a:r>
            <a:r>
              <a:rPr lang="en-US" b="1" dirty="0"/>
              <a:t>?</a:t>
            </a:r>
          </a:p>
          <a:p>
            <a:pPr marL="0" indent="0" fontAlgn="base">
              <a:buNone/>
            </a:pP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istenen</a:t>
            </a:r>
            <a:r>
              <a:rPr lang="en-US" dirty="0"/>
              <a:t> </a:t>
            </a:r>
            <a:r>
              <a:rPr lang="en-US" dirty="0" err="1"/>
              <a:t>testin</a:t>
            </a:r>
            <a:r>
              <a:rPr lang="en-US" dirty="0"/>
              <a:t> </a:t>
            </a:r>
            <a:r>
              <a:rPr lang="en-US" dirty="0" err="1"/>
              <a:t>yanına</a:t>
            </a:r>
            <a:r>
              <a:rPr lang="en-US" dirty="0"/>
              <a:t> </a:t>
            </a:r>
            <a:r>
              <a:rPr lang="en-US" dirty="0" err="1"/>
              <a:t>gelerek</a:t>
            </a:r>
            <a:r>
              <a:rPr lang="en-US" dirty="0"/>
              <a:t> </a:t>
            </a:r>
            <a:r>
              <a:rPr lang="en-US" dirty="0" err="1"/>
              <a:t>parantez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priority </a:t>
            </a:r>
            <a:r>
              <a:rPr lang="en-US" dirty="0" err="1"/>
              <a:t>yazıp</a:t>
            </a:r>
            <a:r>
              <a:rPr lang="en-US" dirty="0"/>
              <a:t> </a:t>
            </a:r>
            <a:r>
              <a:rPr lang="en-US" dirty="0" err="1"/>
              <a:t>öncelik</a:t>
            </a:r>
            <a:r>
              <a:rPr lang="en-US" dirty="0"/>
              <a:t> </a:t>
            </a:r>
            <a:r>
              <a:rPr lang="en-US" dirty="0" err="1"/>
              <a:t>numarası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245" y="1697400"/>
            <a:ext cx="64579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21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Selenium </a:t>
            </a:r>
            <a:r>
              <a:rPr lang="en-US" b="1" dirty="0" err="1"/>
              <a:t>nedir</a:t>
            </a:r>
            <a:r>
              <a:rPr lang="en-US" b="1" dirty="0"/>
              <a:t>? </a:t>
            </a:r>
            <a:r>
              <a:rPr lang="en-US" b="1" dirty="0" err="1"/>
              <a:t>Nasıl</a:t>
            </a:r>
            <a:r>
              <a:rPr lang="en-US" b="1" dirty="0"/>
              <a:t> test case </a:t>
            </a:r>
            <a:r>
              <a:rPr lang="en-US" b="1" dirty="0" err="1"/>
              <a:t>yazılır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b="1" dirty="0" err="1"/>
              <a:t>Selenium’u</a:t>
            </a:r>
            <a:r>
              <a:rPr lang="en-US" dirty="0"/>
              <a:t> </a:t>
            </a:r>
            <a:r>
              <a:rPr lang="en-US" dirty="0" err="1"/>
              <a:t>tanımlayacak</a:t>
            </a:r>
            <a:r>
              <a:rPr lang="en-US" dirty="0"/>
              <a:t> </a:t>
            </a:r>
            <a:r>
              <a:rPr lang="en-US" dirty="0" err="1"/>
              <a:t>olursak</a:t>
            </a:r>
            <a:r>
              <a:rPr lang="en-US" dirty="0"/>
              <a:t> </a:t>
            </a:r>
            <a:r>
              <a:rPr lang="en-US" dirty="0" err="1"/>
              <a:t>tarayıcı</a:t>
            </a:r>
            <a:r>
              <a:rPr lang="en-US" dirty="0"/>
              <a:t> </a:t>
            </a:r>
            <a:r>
              <a:rPr lang="en-US" dirty="0" err="1"/>
              <a:t>otomasyon</a:t>
            </a:r>
            <a:r>
              <a:rPr lang="en-US" dirty="0"/>
              <a:t> </a:t>
            </a:r>
            <a:r>
              <a:rPr lang="en-US" dirty="0" err="1"/>
              <a:t>aracı</a:t>
            </a:r>
            <a:r>
              <a:rPr lang="en-US" dirty="0"/>
              <a:t> </a:t>
            </a:r>
            <a:r>
              <a:rPr lang="en-US" dirty="0" err="1"/>
              <a:t>diyebiliriz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web </a:t>
            </a:r>
            <a:r>
              <a:rPr lang="en-US" dirty="0" err="1"/>
              <a:t>siteniz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adımların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belirleyeceğiniz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tarayıcı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test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araç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web </a:t>
            </a:r>
            <a:r>
              <a:rPr lang="en-US" dirty="0" err="1"/>
              <a:t>sitenizde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çalışıp</a:t>
            </a:r>
            <a:r>
              <a:rPr lang="en-US" dirty="0"/>
              <a:t> </a:t>
            </a:r>
            <a:r>
              <a:rPr lang="en-US" dirty="0" err="1"/>
              <a:t>çalışmadığını</a:t>
            </a:r>
            <a:r>
              <a:rPr lang="en-US" dirty="0"/>
              <a:t> </a:t>
            </a:r>
            <a:r>
              <a:rPr lang="en-US" dirty="0" err="1"/>
              <a:t>istediğiniz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test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istiyorsunuz</a:t>
            </a:r>
            <a:r>
              <a:rPr lang="en-US" dirty="0"/>
              <a:t>.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sayfası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test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istediğiniz</a:t>
            </a:r>
            <a:r>
              <a:rPr lang="en-US" dirty="0"/>
              <a:t> </a:t>
            </a:r>
            <a:r>
              <a:rPr lang="en-US" dirty="0" err="1"/>
              <a:t>adımları</a:t>
            </a:r>
            <a:r>
              <a:rPr lang="en-US" dirty="0"/>
              <a:t> </a:t>
            </a:r>
            <a:r>
              <a:rPr lang="en-US" dirty="0" err="1"/>
              <a:t>oluşturup</a:t>
            </a:r>
            <a:r>
              <a:rPr lang="en-US" dirty="0"/>
              <a:t> </a:t>
            </a:r>
            <a:r>
              <a:rPr lang="en-US" dirty="0" err="1"/>
              <a:t>istediğiniz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komutla</a:t>
            </a:r>
            <a:r>
              <a:rPr lang="en-US" dirty="0"/>
              <a:t>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testini</a:t>
            </a:r>
            <a:r>
              <a:rPr lang="en-US" dirty="0"/>
              <a:t> </a:t>
            </a:r>
            <a:r>
              <a:rPr lang="en-US" dirty="0" err="1"/>
              <a:t>yapıp</a:t>
            </a:r>
            <a:r>
              <a:rPr lang="en-US" dirty="0"/>
              <a:t> size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rapor</a:t>
            </a:r>
            <a:r>
              <a:rPr lang="en-US" dirty="0"/>
              <a:t> </a:t>
            </a:r>
            <a:r>
              <a:rPr lang="en-US" dirty="0" err="1"/>
              <a:t>sunmasını</a:t>
            </a:r>
            <a:r>
              <a:rPr lang="en-US" dirty="0"/>
              <a:t> </a:t>
            </a:r>
            <a:r>
              <a:rPr lang="en-US" dirty="0" err="1"/>
              <a:t>sağlayabilirsiniz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 err="1" smtClean="0"/>
              <a:t>Selenium’u</a:t>
            </a:r>
            <a:r>
              <a:rPr lang="en-US" dirty="0" smtClean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yazabilirsiniz</a:t>
            </a:r>
            <a:r>
              <a:rPr lang="en-US" dirty="0"/>
              <a:t> </a:t>
            </a:r>
            <a:r>
              <a:rPr lang="en-US" dirty="0" err="1"/>
              <a:t>Python,java,ruby</a:t>
            </a:r>
            <a:r>
              <a:rPr lang="en-US" dirty="0"/>
              <a:t> vb. </a:t>
            </a:r>
            <a:r>
              <a:rPr lang="en-US" u="sng" dirty="0">
                <a:hlinkClick r:id="rId2"/>
              </a:rPr>
              <a:t>http://www.seleniumhq.org/about/platforms.jsp</a:t>
            </a:r>
            <a:r>
              <a:rPr lang="en-US" dirty="0"/>
              <a:t> 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sayfadan</a:t>
            </a:r>
            <a:r>
              <a:rPr lang="en-US" dirty="0"/>
              <a:t> </a:t>
            </a:r>
            <a:r>
              <a:rPr lang="en-US" dirty="0" err="1"/>
              <a:t>Selenium’un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platformları</a:t>
            </a:r>
            <a:r>
              <a:rPr lang="en-US" dirty="0"/>
              <a:t> </a:t>
            </a:r>
            <a:r>
              <a:rPr lang="en-US" dirty="0" err="1"/>
              <a:t>desteklediğini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edebilirsiniz</a:t>
            </a:r>
            <a:r>
              <a:rPr lang="en-US" dirty="0"/>
              <a:t>. Ben </a:t>
            </a:r>
            <a:r>
              <a:rPr lang="en-US" dirty="0" err="1"/>
              <a:t>yazım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Python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anlatacağım</a:t>
            </a:r>
            <a:r>
              <a:rPr lang="en-US" dirty="0"/>
              <a:t> </a:t>
            </a:r>
            <a:r>
              <a:rPr lang="en-US" dirty="0" err="1"/>
              <a:t>ama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hiyerarşik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değiştirmeyecektir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syntax </a:t>
            </a:r>
            <a:r>
              <a:rPr lang="en-US" dirty="0" err="1"/>
              <a:t>değişecektir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21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Locators(</a:t>
            </a:r>
            <a:r>
              <a:rPr lang="en-US" b="1" dirty="0" err="1"/>
              <a:t>Bulucular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 err="1"/>
              <a:t>Siteniz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b="1" dirty="0"/>
              <a:t>selenium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tıklama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yaptırmak</a:t>
            </a:r>
            <a:r>
              <a:rPr lang="en-US" dirty="0"/>
              <a:t> </a:t>
            </a:r>
            <a:r>
              <a:rPr lang="en-US" dirty="0" err="1"/>
              <a:t>istediğimizi</a:t>
            </a:r>
            <a:r>
              <a:rPr lang="en-US" dirty="0"/>
              <a:t> </a:t>
            </a:r>
            <a:r>
              <a:rPr lang="en-US" dirty="0" err="1"/>
              <a:t>düşünelim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Bu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yaptırmak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/>
              <a:t>selenium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tıklama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yapacak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fonksiyona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</a:t>
            </a:r>
            <a:r>
              <a:rPr lang="en-US" dirty="0" err="1"/>
              <a:t>butonunun</a:t>
            </a:r>
            <a:r>
              <a:rPr lang="en-US" dirty="0"/>
              <a:t>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vermemiz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Bu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edebileceğimiz</a:t>
            </a:r>
            <a:r>
              <a:rPr lang="en-US" dirty="0"/>
              <a:t> 5 </a:t>
            </a:r>
            <a:r>
              <a:rPr lang="en-US" dirty="0" err="1"/>
              <a:t>yol</a:t>
            </a:r>
            <a:r>
              <a:rPr lang="en-US" dirty="0"/>
              <a:t> var. </a:t>
            </a:r>
            <a:r>
              <a:rPr lang="en-US" b="1" dirty="0" err="1"/>
              <a:t>ID,Class,Name,Css</a:t>
            </a:r>
            <a:r>
              <a:rPr lang="en-US" b="1" dirty="0"/>
              <a:t> Selector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Xpath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kullanacağımız</a:t>
            </a:r>
            <a:r>
              <a:rPr lang="en-US" dirty="0"/>
              <a:t> element </a:t>
            </a:r>
            <a:r>
              <a:rPr lang="en-US" dirty="0" err="1"/>
              <a:t>ID,Class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Name’e</a:t>
            </a:r>
            <a:r>
              <a:rPr lang="en-US" dirty="0"/>
              <a:t> </a:t>
            </a:r>
            <a:r>
              <a:rPr lang="en-US" dirty="0" err="1"/>
              <a:t>sahipse</a:t>
            </a:r>
            <a:r>
              <a:rPr lang="en-US" dirty="0"/>
              <a:t> </a:t>
            </a:r>
            <a:r>
              <a:rPr lang="en-US" dirty="0" err="1"/>
              <a:t>işimiz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direk</a:t>
            </a:r>
            <a:r>
              <a:rPr lang="en-US" dirty="0"/>
              <a:t> </a:t>
            </a:r>
            <a:r>
              <a:rPr lang="en-US" dirty="0" err="1"/>
              <a:t>bunlardan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tanesini</a:t>
            </a:r>
            <a:r>
              <a:rPr lang="en-US" dirty="0"/>
              <a:t> </a:t>
            </a:r>
            <a:r>
              <a:rPr lang="en-US" dirty="0" err="1"/>
              <a:t>verip</a:t>
            </a:r>
            <a:r>
              <a:rPr lang="en-US" dirty="0"/>
              <a:t> </a:t>
            </a:r>
            <a:r>
              <a:rPr lang="en-US" dirty="0" err="1"/>
              <a:t>geçebiliriz</a:t>
            </a:r>
            <a:r>
              <a:rPr lang="en-US" dirty="0"/>
              <a:t> </a:t>
            </a:r>
            <a:r>
              <a:rPr lang="en-US" dirty="0" err="1"/>
              <a:t>ama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yapacağımız</a:t>
            </a:r>
            <a:r>
              <a:rPr lang="en-US" dirty="0"/>
              <a:t> element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söylediklerimden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birine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değilse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düşüyor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 Selector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Xpath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bulmak</a:t>
            </a:r>
            <a:r>
              <a:rPr lang="en-US" dirty="0"/>
              <a:t>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kalıyor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Burada</a:t>
            </a:r>
            <a:r>
              <a:rPr lang="en-US" dirty="0" smtClean="0"/>
              <a:t> </a:t>
            </a:r>
            <a:r>
              <a:rPr lang="en-US" dirty="0" err="1" smtClean="0"/>
              <a:t>mutlaka</a:t>
            </a:r>
            <a:r>
              <a:rPr lang="en-US" dirty="0" smtClean="0"/>
              <a:t> </a:t>
            </a:r>
            <a:r>
              <a:rPr lang="en-US" b="1" dirty="0" err="1"/>
              <a:t>Css</a:t>
            </a:r>
            <a:r>
              <a:rPr lang="en-US" dirty="0"/>
              <a:t> </a:t>
            </a:r>
            <a:r>
              <a:rPr lang="en-US" b="1" dirty="0"/>
              <a:t>selector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b="1" dirty="0" err="1"/>
              <a:t>Xpath</a:t>
            </a:r>
            <a:r>
              <a:rPr lang="en-US" dirty="0"/>
              <a:t> </a:t>
            </a:r>
            <a:r>
              <a:rPr lang="en-US" dirty="0" err="1"/>
              <a:t>bulucuları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element </a:t>
            </a:r>
            <a:r>
              <a:rPr lang="en-US" dirty="0" err="1"/>
              <a:t>bulunduğunu</a:t>
            </a:r>
            <a:r>
              <a:rPr lang="en-US" dirty="0"/>
              <a:t> </a:t>
            </a:r>
            <a:r>
              <a:rPr lang="en-US" dirty="0" err="1"/>
              <a:t>öğrenmeniz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elementlerin</a:t>
            </a:r>
            <a:r>
              <a:rPr lang="en-US" dirty="0"/>
              <a:t> </a:t>
            </a:r>
            <a:r>
              <a:rPr lang="en-US" dirty="0" err="1"/>
              <a:t>yollarını</a:t>
            </a:r>
            <a:r>
              <a:rPr lang="en-US" dirty="0"/>
              <a:t> </a:t>
            </a:r>
            <a:r>
              <a:rPr lang="tr-TR" dirty="0" smtClean="0"/>
              <a:t>kendimiz </a:t>
            </a:r>
            <a:r>
              <a:rPr lang="en-US" dirty="0" err="1" smtClean="0"/>
              <a:t>manuel</a:t>
            </a:r>
            <a:r>
              <a:rPr lang="en-US" dirty="0" smtClean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tr-TR" dirty="0" smtClean="0"/>
              <a:t>yazmalıyız</a:t>
            </a:r>
            <a:r>
              <a:rPr lang="en-US" dirty="0" smtClean="0"/>
              <a:t>. </a:t>
            </a:r>
            <a:r>
              <a:rPr lang="en-US" dirty="0"/>
              <a:t>Chrome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bulucuları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tr-TR" dirty="0" smtClean="0"/>
              <a:t>alırsak </a:t>
            </a:r>
            <a:r>
              <a:rPr lang="en-US" dirty="0" err="1" smtClean="0"/>
              <a:t>sonradan</a:t>
            </a:r>
            <a:r>
              <a:rPr lang="en-US" dirty="0" smtClean="0"/>
              <a:t> </a:t>
            </a:r>
            <a:r>
              <a:rPr lang="en-US" dirty="0" err="1"/>
              <a:t>sayfada</a:t>
            </a:r>
            <a:r>
              <a:rPr lang="en-US" dirty="0"/>
              <a:t> </a:t>
            </a:r>
            <a:r>
              <a:rPr lang="en-US" dirty="0" err="1"/>
              <a:t>araya</a:t>
            </a:r>
            <a:r>
              <a:rPr lang="en-US" dirty="0"/>
              <a:t> </a:t>
            </a:r>
            <a:r>
              <a:rPr lang="en-US" dirty="0" err="1"/>
              <a:t>girecek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element </a:t>
            </a:r>
            <a:r>
              <a:rPr lang="tr-TR" dirty="0" smtClean="0"/>
              <a:t>bizim </a:t>
            </a:r>
            <a:r>
              <a:rPr lang="en-US" dirty="0" err="1" smtClean="0"/>
              <a:t>kullandığı</a:t>
            </a:r>
            <a:r>
              <a:rPr lang="tr-TR" dirty="0" smtClean="0"/>
              <a:t>m</a:t>
            </a:r>
            <a:r>
              <a:rPr lang="en-US" dirty="0" err="1" smtClean="0"/>
              <a:t>ız</a:t>
            </a:r>
            <a:r>
              <a:rPr lang="en-US" dirty="0" smtClean="0"/>
              <a:t> </a:t>
            </a:r>
            <a:r>
              <a:rPr lang="en-US" dirty="0" err="1"/>
              <a:t>bulucuyu</a:t>
            </a:r>
            <a:r>
              <a:rPr lang="en-US" dirty="0"/>
              <a:t> </a:t>
            </a:r>
            <a:r>
              <a:rPr lang="en-US" dirty="0" err="1"/>
              <a:t>bozacaktır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 smtClean="0"/>
              <a:t>yazdığı</a:t>
            </a:r>
            <a:r>
              <a:rPr lang="tr-TR" dirty="0" smtClean="0"/>
              <a:t>m</a:t>
            </a:r>
            <a:r>
              <a:rPr lang="en-US" dirty="0" err="1" smtClean="0"/>
              <a:t>ız</a:t>
            </a:r>
            <a:r>
              <a:rPr lang="en-US" dirty="0" smtClean="0"/>
              <a:t> </a:t>
            </a:r>
            <a:r>
              <a:rPr lang="en-US" dirty="0"/>
              <a:t>test case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bulamadığı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verecektir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80407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 err="1" smtClean="0"/>
              <a:t>araçlar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otomatik</a:t>
            </a:r>
            <a:r>
              <a:rPr lang="en-US" dirty="0" smtClean="0"/>
              <a:t> </a:t>
            </a:r>
            <a:r>
              <a:rPr lang="en-US" dirty="0" err="1" smtClean="0"/>
              <a:t>bulucu</a:t>
            </a:r>
            <a:r>
              <a:rPr lang="en-US" dirty="0" smtClean="0"/>
              <a:t> alma </a:t>
            </a:r>
            <a:r>
              <a:rPr lang="en-US" dirty="0" err="1" smtClean="0"/>
              <a:t>olayını</a:t>
            </a:r>
            <a:r>
              <a:rPr lang="en-US" dirty="0" smtClean="0"/>
              <a:t> </a:t>
            </a:r>
            <a:r>
              <a:rPr lang="en-US" dirty="0" err="1" smtClean="0"/>
              <a:t>adet</a:t>
            </a:r>
            <a:r>
              <a:rPr lang="en-US" dirty="0" smtClean="0"/>
              <a:t> </a:t>
            </a:r>
            <a:r>
              <a:rPr lang="en-US" dirty="0" err="1" smtClean="0"/>
              <a:t>edinmemeniz</a:t>
            </a:r>
            <a:r>
              <a:rPr lang="en-US" dirty="0" smtClean="0"/>
              <a:t> </a:t>
            </a:r>
            <a:r>
              <a:rPr lang="en-US" dirty="0" err="1" smtClean="0"/>
              <a:t>gerekiyor</a:t>
            </a:r>
            <a:r>
              <a:rPr lang="en-US" dirty="0" smtClean="0"/>
              <a:t> </a:t>
            </a:r>
            <a:r>
              <a:rPr lang="en-US" dirty="0" err="1" smtClean="0"/>
              <a:t>keza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elementin</a:t>
            </a:r>
            <a:r>
              <a:rPr lang="en-US" dirty="0" smtClean="0"/>
              <a:t> </a:t>
            </a:r>
            <a:r>
              <a:rPr lang="en-US" dirty="0" err="1" smtClean="0"/>
              <a:t>Id’si</a:t>
            </a:r>
            <a:r>
              <a:rPr lang="en-US" dirty="0" smtClean="0"/>
              <a:t>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mutlaka</a:t>
            </a:r>
            <a:r>
              <a:rPr lang="en-US" dirty="0" smtClean="0"/>
              <a:t> Id </a:t>
            </a:r>
            <a:r>
              <a:rPr lang="en-US" dirty="0" err="1" smtClean="0"/>
              <a:t>kullanılarak</a:t>
            </a:r>
            <a:r>
              <a:rPr lang="en-US" dirty="0" smtClean="0"/>
              <a:t> </a:t>
            </a:r>
            <a:r>
              <a:rPr lang="en-US" dirty="0" err="1" smtClean="0"/>
              <a:t>bulucu</a:t>
            </a:r>
            <a:r>
              <a:rPr lang="en-US" dirty="0" smtClean="0"/>
              <a:t> </a:t>
            </a:r>
            <a:r>
              <a:rPr lang="en-US" dirty="0" err="1" smtClean="0"/>
              <a:t>belirmemiz</a:t>
            </a:r>
            <a:r>
              <a:rPr lang="en-US" dirty="0" smtClean="0"/>
              <a:t> </a:t>
            </a:r>
            <a:r>
              <a:rPr lang="en-US" dirty="0" err="1" smtClean="0"/>
              <a:t>gerekiyor</a:t>
            </a:r>
            <a:r>
              <a:rPr lang="en-US" dirty="0" smtClean="0"/>
              <a:t> </a:t>
            </a:r>
            <a:r>
              <a:rPr lang="en-US" dirty="0" err="1" smtClean="0"/>
              <a:t>eğer</a:t>
            </a:r>
            <a:r>
              <a:rPr lang="en-US" dirty="0" smtClean="0"/>
              <a:t> </a:t>
            </a:r>
            <a:r>
              <a:rPr lang="en-US" b="1" dirty="0" err="1" smtClean="0"/>
              <a:t>Xpath</a:t>
            </a:r>
            <a:r>
              <a:rPr lang="en-US" dirty="0" smtClean="0"/>
              <a:t> </a:t>
            </a:r>
            <a:r>
              <a:rPr lang="en-US" dirty="0" err="1" smtClean="0"/>
              <a:t>veya</a:t>
            </a:r>
            <a:r>
              <a:rPr lang="en-US" dirty="0" smtClean="0"/>
              <a:t> </a:t>
            </a:r>
            <a:r>
              <a:rPr lang="en-US" b="1" dirty="0" err="1" smtClean="0"/>
              <a:t>Css</a:t>
            </a:r>
            <a:r>
              <a:rPr lang="en-US" dirty="0" smtClean="0"/>
              <a:t> selector </a:t>
            </a:r>
            <a:r>
              <a:rPr lang="en-US" dirty="0" err="1" smtClean="0"/>
              <a:t>kullanırsak</a:t>
            </a:r>
            <a:r>
              <a:rPr lang="en-US" dirty="0" smtClean="0"/>
              <a:t> </a:t>
            </a:r>
            <a:r>
              <a:rPr lang="en-US" dirty="0" err="1" smtClean="0"/>
              <a:t>performans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r>
              <a:rPr lang="en-US" dirty="0" smtClean="0"/>
              <a:t> </a:t>
            </a:r>
            <a:r>
              <a:rPr lang="en-US" dirty="0" err="1" smtClean="0"/>
              <a:t>yavaşlatmış</a:t>
            </a:r>
            <a:r>
              <a:rPr lang="en-US" dirty="0" smtClean="0"/>
              <a:t> </a:t>
            </a:r>
            <a:r>
              <a:rPr lang="en-US" dirty="0" err="1" smtClean="0"/>
              <a:t>olacağız.Unutmayın</a:t>
            </a:r>
            <a:r>
              <a:rPr lang="en-US" dirty="0" smtClean="0"/>
              <a:t> </a:t>
            </a:r>
            <a:r>
              <a:rPr lang="en-US" b="1" dirty="0" smtClean="0"/>
              <a:t>Selenium</a:t>
            </a:r>
            <a:r>
              <a:rPr lang="en-US" dirty="0" smtClean="0"/>
              <a:t> en </a:t>
            </a:r>
            <a:r>
              <a:rPr lang="en-US" dirty="0" err="1" smtClean="0"/>
              <a:t>hızlı</a:t>
            </a:r>
            <a:r>
              <a:rPr lang="en-US" dirty="0" smtClean="0"/>
              <a:t> Id </a:t>
            </a:r>
            <a:r>
              <a:rPr lang="en-US" dirty="0" err="1" smtClean="0"/>
              <a:t>ve</a:t>
            </a:r>
            <a:r>
              <a:rPr lang="en-US" dirty="0" smtClean="0"/>
              <a:t> Class </a:t>
            </a:r>
            <a:r>
              <a:rPr lang="en-US" dirty="0" err="1" smtClean="0"/>
              <a:t>bulucuları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elementlere</a:t>
            </a:r>
            <a:r>
              <a:rPr lang="en-US" dirty="0" smtClean="0"/>
              <a:t> </a:t>
            </a:r>
            <a:r>
              <a:rPr lang="en-US" dirty="0" err="1" smtClean="0"/>
              <a:t>uğlaşır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/>
              <a:t>Yazdığınız</a:t>
            </a:r>
            <a:r>
              <a:rPr lang="en-US" dirty="0"/>
              <a:t> </a:t>
            </a:r>
            <a:r>
              <a:rPr lang="en-US" dirty="0" err="1"/>
              <a:t>bulucuları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dosyada</a:t>
            </a:r>
            <a:r>
              <a:rPr lang="en-US" dirty="0"/>
              <a:t> </a:t>
            </a:r>
            <a:r>
              <a:rPr lang="tr-TR" dirty="0" smtClean="0"/>
              <a:t>tutmak </a:t>
            </a:r>
            <a:r>
              <a:rPr lang="en-US" dirty="0" err="1" smtClean="0"/>
              <a:t>faydalı</a:t>
            </a:r>
            <a:r>
              <a:rPr lang="en-US" dirty="0" smtClean="0"/>
              <a:t> </a:t>
            </a:r>
            <a:r>
              <a:rPr lang="en-US" dirty="0" err="1"/>
              <a:t>olacaktır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Örneğin</a:t>
            </a:r>
            <a:r>
              <a:rPr lang="en-US" dirty="0" smtClean="0"/>
              <a:t> </a:t>
            </a:r>
            <a:r>
              <a:rPr lang="en-US" dirty="0" err="1"/>
              <a:t>giriş</a:t>
            </a:r>
            <a:r>
              <a:rPr lang="en-US" dirty="0"/>
              <a:t> yap </a:t>
            </a:r>
            <a:r>
              <a:rPr lang="en-US" dirty="0" err="1"/>
              <a:t>butonunuz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belki</a:t>
            </a:r>
            <a:r>
              <a:rPr lang="en-US" dirty="0"/>
              <a:t> 10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dosyada</a:t>
            </a:r>
            <a:r>
              <a:rPr lang="en-US" dirty="0"/>
              <a:t> 100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testte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butona</a:t>
            </a:r>
            <a:r>
              <a:rPr lang="en-US" dirty="0"/>
              <a:t> </a:t>
            </a:r>
            <a:r>
              <a:rPr lang="en-US" dirty="0" err="1"/>
              <a:t>tıklama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 smtClean="0"/>
              <a:t>yaptıracaksınız</a:t>
            </a:r>
            <a:r>
              <a:rPr lang="en-US" dirty="0" smtClean="0"/>
              <a:t>. </a:t>
            </a:r>
            <a:r>
              <a:rPr lang="en-US" dirty="0"/>
              <a:t>Bu </a:t>
            </a:r>
            <a:r>
              <a:rPr lang="en-US" dirty="0" err="1"/>
              <a:t>durumda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dosyalarda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</a:t>
            </a:r>
            <a:r>
              <a:rPr lang="en-US" dirty="0" err="1"/>
              <a:t>butonu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bulucu</a:t>
            </a:r>
            <a:r>
              <a:rPr lang="en-US" dirty="0"/>
              <a:t> </a:t>
            </a:r>
            <a:r>
              <a:rPr lang="en-US" dirty="0" err="1"/>
              <a:t>belirtmek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kalacaksınız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dosyada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class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yazdığınız</a:t>
            </a:r>
            <a:r>
              <a:rPr lang="en-US" dirty="0"/>
              <a:t> </a:t>
            </a:r>
            <a:r>
              <a:rPr lang="en-US" dirty="0" err="1"/>
              <a:t>bulucuları</a:t>
            </a:r>
            <a:r>
              <a:rPr lang="en-US" dirty="0"/>
              <a:t> </a:t>
            </a:r>
            <a:r>
              <a:rPr lang="en-US" dirty="0" err="1"/>
              <a:t>tuttarsanız</a:t>
            </a:r>
            <a:r>
              <a:rPr lang="en-US" dirty="0"/>
              <a:t> </a:t>
            </a:r>
            <a:r>
              <a:rPr lang="en-US" dirty="0" err="1"/>
              <a:t>istediğiniz</a:t>
            </a:r>
            <a:r>
              <a:rPr lang="en-US" dirty="0"/>
              <a:t> </a:t>
            </a:r>
            <a:r>
              <a:rPr lang="en-US" dirty="0" err="1"/>
              <a:t>dosyada</a:t>
            </a:r>
            <a:r>
              <a:rPr lang="en-US" dirty="0"/>
              <a:t> </a:t>
            </a:r>
            <a:r>
              <a:rPr lang="en-US" dirty="0" err="1"/>
              <a:t>bulucuların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dosyayı</a:t>
            </a:r>
            <a:r>
              <a:rPr lang="en-US" dirty="0"/>
              <a:t> </a:t>
            </a:r>
            <a:r>
              <a:rPr lang="en-US" dirty="0" err="1"/>
              <a:t>çağırıp</a:t>
            </a:r>
            <a:r>
              <a:rPr lang="en-US" dirty="0"/>
              <a:t> </a:t>
            </a:r>
            <a:r>
              <a:rPr lang="en-US" dirty="0" err="1"/>
              <a:t>istediğiniz</a:t>
            </a:r>
            <a:r>
              <a:rPr lang="en-US" dirty="0"/>
              <a:t> </a:t>
            </a:r>
            <a:r>
              <a:rPr lang="en-US" dirty="0" err="1"/>
              <a:t>bulucuya</a:t>
            </a:r>
            <a:r>
              <a:rPr lang="en-US" dirty="0"/>
              <a:t> </a:t>
            </a:r>
            <a:r>
              <a:rPr lang="en-US" dirty="0" err="1"/>
              <a:t>uğlaşırsınız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16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Selenium Drivers</a:t>
            </a:r>
          </a:p>
          <a:p>
            <a:pPr marL="0" indent="0">
              <a:buNone/>
            </a:pPr>
            <a:r>
              <a:rPr lang="en-US" dirty="0" err="1"/>
              <a:t>Selenium’u</a:t>
            </a:r>
            <a:r>
              <a:rPr lang="en-US" dirty="0"/>
              <a:t> </a:t>
            </a:r>
            <a:r>
              <a:rPr lang="en-US" dirty="0" err="1"/>
              <a:t>desteklediği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tarayıcılarda</a:t>
            </a:r>
            <a:r>
              <a:rPr lang="en-US" dirty="0"/>
              <a:t> </a:t>
            </a:r>
            <a:r>
              <a:rPr lang="en-US" dirty="0" err="1" smtClean="0"/>
              <a:t>çalıştırabiliyoruz</a:t>
            </a:r>
            <a:r>
              <a:rPr lang="en-US" dirty="0" smtClean="0"/>
              <a:t>. </a:t>
            </a:r>
            <a:r>
              <a:rPr lang="en-US" dirty="0"/>
              <a:t>Bu </a:t>
            </a:r>
            <a:r>
              <a:rPr lang="en-US" dirty="0" err="1"/>
              <a:t>tarayıcılar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Driver </a:t>
            </a:r>
            <a:r>
              <a:rPr lang="en-US" dirty="0" err="1"/>
              <a:t>dosyaları</a:t>
            </a:r>
            <a:r>
              <a:rPr lang="en-US" dirty="0"/>
              <a:t> var. Bu Driver </a:t>
            </a:r>
            <a:r>
              <a:rPr lang="en-US" dirty="0" err="1"/>
              <a:t>dosyaları</a:t>
            </a:r>
            <a:r>
              <a:rPr lang="en-US" dirty="0"/>
              <a:t> </a:t>
            </a:r>
            <a:r>
              <a:rPr lang="en-US" b="1" dirty="0"/>
              <a:t>Selenium</a:t>
            </a:r>
            <a:r>
              <a:rPr lang="en-US" dirty="0"/>
              <a:t> </a:t>
            </a:r>
            <a:r>
              <a:rPr lang="en-US" dirty="0" err="1"/>
              <a:t>kütüphanesi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tarayıcılar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kurulmasını</a:t>
            </a:r>
            <a:r>
              <a:rPr lang="en-US" dirty="0"/>
              <a:t> </a:t>
            </a:r>
            <a:r>
              <a:rPr lang="en-US" dirty="0" err="1"/>
              <a:t>sağlıyor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Bu </a:t>
            </a:r>
            <a:r>
              <a:rPr lang="en-US" dirty="0"/>
              <a:t>Driver </a:t>
            </a:r>
            <a:r>
              <a:rPr lang="en-US" dirty="0" err="1"/>
              <a:t>dosyalarını</a:t>
            </a:r>
            <a:r>
              <a:rPr lang="en-US" dirty="0"/>
              <a:t> </a:t>
            </a:r>
            <a:r>
              <a:rPr lang="en-US" dirty="0" err="1"/>
              <a:t>isterseniz</a:t>
            </a:r>
            <a:r>
              <a:rPr lang="en-US" dirty="0"/>
              <a:t> </a:t>
            </a:r>
            <a:r>
              <a:rPr lang="en-US" dirty="0" err="1"/>
              <a:t>projenizin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isterseniz</a:t>
            </a:r>
            <a:r>
              <a:rPr lang="en-US" dirty="0"/>
              <a:t> de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 </a:t>
            </a:r>
            <a:r>
              <a:rPr lang="en-US" dirty="0" err="1"/>
              <a:t>tutabilirsiniz</a:t>
            </a:r>
            <a:r>
              <a:rPr lang="en-US" dirty="0" smtClean="0"/>
              <a:t>.</a:t>
            </a:r>
            <a:r>
              <a:rPr lang="tr-TR" dirty="0" smtClean="0"/>
              <a:t> </a:t>
            </a:r>
            <a:r>
              <a:rPr lang="en-US" dirty="0" err="1" smtClean="0"/>
              <a:t>Burada</a:t>
            </a:r>
            <a:r>
              <a:rPr lang="en-US" dirty="0" smtClean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zorlayacak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ekip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çalışıyorsanız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kullanıyor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Driver </a:t>
            </a:r>
            <a:r>
              <a:rPr lang="en-US" dirty="0" err="1"/>
              <a:t>dosyaları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sisteminden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farklılık</a:t>
            </a:r>
            <a:r>
              <a:rPr lang="en-US" dirty="0"/>
              <a:t> </a:t>
            </a:r>
            <a:r>
              <a:rPr lang="en-US" dirty="0" err="1"/>
              <a:t>gösterdiği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manuel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ayarlamak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kalabilirsiniz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Bu </a:t>
            </a:r>
            <a:r>
              <a:rPr lang="en-US" dirty="0" err="1"/>
              <a:t>durumu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yapıya</a:t>
            </a:r>
            <a:r>
              <a:rPr lang="en-US" dirty="0"/>
              <a:t> </a:t>
            </a:r>
            <a:r>
              <a:rPr lang="en-US" dirty="0" err="1"/>
              <a:t>oturtmanız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projenin</a:t>
            </a:r>
            <a:r>
              <a:rPr lang="en-US" dirty="0"/>
              <a:t> </a:t>
            </a:r>
            <a:r>
              <a:rPr lang="en-US" dirty="0" err="1"/>
              <a:t>içerisinden</a:t>
            </a:r>
            <a:r>
              <a:rPr lang="en-US" dirty="0"/>
              <a:t> Driver instance </a:t>
            </a:r>
            <a:r>
              <a:rPr lang="en-US" dirty="0" err="1"/>
              <a:t>ettiğimiz</a:t>
            </a:r>
            <a:r>
              <a:rPr lang="en-US" dirty="0"/>
              <a:t> </a:t>
            </a:r>
            <a:r>
              <a:rPr lang="en-US" dirty="0" err="1"/>
              <a:t>yerlerden</a:t>
            </a:r>
            <a:r>
              <a:rPr lang="en-US" dirty="0"/>
              <a:t> Driver </a:t>
            </a:r>
            <a:r>
              <a:rPr lang="en-US" dirty="0" err="1"/>
              <a:t>yolunu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Driverın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değiştirmek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kalacaktır</a:t>
            </a:r>
            <a:r>
              <a:rPr lang="en-US" dirty="0"/>
              <a:t>. Bu </a:t>
            </a:r>
            <a:r>
              <a:rPr lang="en-US" dirty="0" err="1"/>
              <a:t>kısımda</a:t>
            </a:r>
            <a:r>
              <a:rPr lang="en-US" dirty="0"/>
              <a:t> Driver instance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yaparken</a:t>
            </a:r>
            <a:r>
              <a:rPr lang="en-US" dirty="0"/>
              <a:t> </a:t>
            </a:r>
            <a:r>
              <a:rPr lang="en-US" dirty="0" err="1"/>
              <a:t>çalıştığı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bakıp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o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Driver’ın</a:t>
            </a:r>
            <a:r>
              <a:rPr lang="en-US" dirty="0"/>
              <a:t> instance </a:t>
            </a:r>
            <a:r>
              <a:rPr lang="en-US" dirty="0" err="1"/>
              <a:t>edilmesini</a:t>
            </a:r>
            <a:r>
              <a:rPr lang="en-US" dirty="0"/>
              <a:t> </a:t>
            </a:r>
            <a:r>
              <a:rPr lang="en-US" dirty="0" err="1"/>
              <a:t>sağlanabilir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70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Page Object Model | POM</a:t>
            </a:r>
          </a:p>
          <a:p>
            <a:pPr marL="0" indent="0">
              <a:buNone/>
            </a:pPr>
            <a:r>
              <a:rPr lang="en-US" b="1" dirty="0" smtClean="0"/>
              <a:t>POM </a:t>
            </a:r>
            <a:r>
              <a:rPr lang="en-US" b="1" dirty="0" err="1"/>
              <a:t>aslında</a:t>
            </a:r>
            <a:r>
              <a:rPr lang="en-US" b="1" dirty="0"/>
              <a:t> </a:t>
            </a:r>
            <a:r>
              <a:rPr lang="en-US" b="1" dirty="0" err="1"/>
              <a:t>Selenium’un</a:t>
            </a:r>
            <a:r>
              <a:rPr lang="en-US" b="1" dirty="0"/>
              <a:t> </a:t>
            </a:r>
            <a:r>
              <a:rPr lang="en-US" b="1" dirty="0" err="1"/>
              <a:t>OOP’si</a:t>
            </a:r>
            <a:r>
              <a:rPr lang="en-US" b="1" dirty="0"/>
              <a:t> </a:t>
            </a:r>
            <a:r>
              <a:rPr lang="en-US" b="1" dirty="0" err="1"/>
              <a:t>diyebiliriz</a:t>
            </a:r>
            <a:r>
              <a:rPr lang="en-US" dirty="0"/>
              <a:t>. Bu </a:t>
            </a:r>
            <a:r>
              <a:rPr lang="en-US" dirty="0" err="1"/>
              <a:t>yöntemde</a:t>
            </a:r>
            <a:r>
              <a:rPr lang="en-US" dirty="0"/>
              <a:t> her </a:t>
            </a:r>
            <a:r>
              <a:rPr lang="en-US" dirty="0" err="1"/>
              <a:t>sayfayı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Class(</a:t>
            </a:r>
            <a:r>
              <a:rPr lang="en-US" dirty="0" err="1"/>
              <a:t>Sınıf</a:t>
            </a:r>
            <a:r>
              <a:rPr lang="en-US" dirty="0"/>
              <a:t>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ediyoruz</a:t>
            </a:r>
            <a:r>
              <a:rPr lang="en-US" dirty="0"/>
              <a:t> </a:t>
            </a:r>
            <a:r>
              <a:rPr lang="en-US" dirty="0" err="1"/>
              <a:t>arkadaşlar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sitenizin</a:t>
            </a:r>
            <a:r>
              <a:rPr lang="en-US" dirty="0"/>
              <a:t> </a:t>
            </a:r>
            <a:r>
              <a:rPr lang="en-US" dirty="0" err="1"/>
              <a:t>anasayfasını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class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oluşturmanız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Bunu</a:t>
            </a:r>
            <a:r>
              <a:rPr lang="en-US" dirty="0" smtClean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sayfalarınızın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olacağı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tr-TR" dirty="0" smtClean="0"/>
              <a:t>Java </a:t>
            </a:r>
            <a:r>
              <a:rPr lang="en-US" dirty="0" err="1" smtClean="0"/>
              <a:t>dosyası</a:t>
            </a:r>
            <a:r>
              <a:rPr lang="en-US" dirty="0" smtClean="0"/>
              <a:t> </a:t>
            </a:r>
            <a:r>
              <a:rPr lang="en-US" dirty="0" err="1"/>
              <a:t>açıyoruz</a:t>
            </a:r>
            <a:r>
              <a:rPr lang="en-US" dirty="0"/>
              <a:t>. </a:t>
            </a: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Sınıflarınız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Fonksiyonlarınız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. Her </a:t>
            </a:r>
            <a:r>
              <a:rPr lang="en-US" dirty="0" err="1"/>
              <a:t>sayfa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class </a:t>
            </a:r>
            <a:r>
              <a:rPr lang="en-US" dirty="0" err="1"/>
              <a:t>açmanız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.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açtıktan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sayfada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istediğinizi</a:t>
            </a:r>
            <a:r>
              <a:rPr lang="en-US" dirty="0"/>
              <a:t> </a:t>
            </a:r>
            <a:r>
              <a:rPr lang="en-US" dirty="0" err="1"/>
              <a:t>belirliyorsunuz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anasayfanızda</a:t>
            </a:r>
            <a:r>
              <a:rPr lang="en-US" dirty="0"/>
              <a:t>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kısmı,kullanıcı</a:t>
            </a:r>
            <a:r>
              <a:rPr lang="en-US" dirty="0"/>
              <a:t> </a:t>
            </a:r>
            <a:r>
              <a:rPr lang="en-US" dirty="0" err="1"/>
              <a:t>girişi</a:t>
            </a:r>
            <a:r>
              <a:rPr lang="en-US" dirty="0"/>
              <a:t>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fonksiyonel</a:t>
            </a:r>
            <a:r>
              <a:rPr lang="en-US" dirty="0"/>
              <a:t> </a:t>
            </a:r>
            <a:r>
              <a:rPr lang="en-US" dirty="0" err="1"/>
              <a:t>kısımlar</a:t>
            </a:r>
            <a:r>
              <a:rPr lang="en-US" dirty="0"/>
              <a:t> var. Bu </a:t>
            </a:r>
            <a:r>
              <a:rPr lang="en-US" dirty="0" err="1"/>
              <a:t>kısımlarda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yapmanızı</a:t>
            </a:r>
            <a:r>
              <a:rPr lang="en-US" dirty="0"/>
              <a:t> </a:t>
            </a:r>
            <a:r>
              <a:rPr lang="en-US" dirty="0" err="1"/>
              <a:t>sağlayacak</a:t>
            </a:r>
            <a:r>
              <a:rPr lang="en-US" dirty="0"/>
              <a:t> </a:t>
            </a:r>
            <a:r>
              <a:rPr lang="en-US" dirty="0" err="1"/>
              <a:t>fonksiyonları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sınıflarınızın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dosyada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oluşturduktan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o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içerisine</a:t>
            </a:r>
            <a:r>
              <a:rPr lang="en-US" dirty="0"/>
              <a:t> </a:t>
            </a:r>
            <a:r>
              <a:rPr lang="en-US" dirty="0" err="1"/>
              <a:t>yazacaksınız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33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Test Cases Management and Test Run(Test case </a:t>
            </a:r>
            <a:r>
              <a:rPr lang="en-US" b="1" dirty="0" err="1"/>
              <a:t>yönetimi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çalıştırılması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Selenium </a:t>
            </a:r>
            <a:r>
              <a:rPr lang="en-US" dirty="0" err="1"/>
              <a:t>tarafında</a:t>
            </a:r>
            <a:r>
              <a:rPr lang="en-US" dirty="0"/>
              <a:t> </a:t>
            </a:r>
            <a:r>
              <a:rPr lang="en-US" dirty="0" err="1"/>
              <a:t>yazdığımız</a:t>
            </a:r>
            <a:r>
              <a:rPr lang="en-US" dirty="0"/>
              <a:t> </a:t>
            </a:r>
            <a:r>
              <a:rPr lang="en-US" dirty="0" err="1"/>
              <a:t>testlerimizi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vadede</a:t>
            </a:r>
            <a:r>
              <a:rPr lang="en-US" dirty="0"/>
              <a:t> </a:t>
            </a:r>
            <a:r>
              <a:rPr lang="en-US" dirty="0" err="1"/>
              <a:t>iyi</a:t>
            </a:r>
            <a:r>
              <a:rPr lang="en-US" dirty="0"/>
              <a:t> </a:t>
            </a:r>
            <a:r>
              <a:rPr lang="en-US" dirty="0" err="1"/>
              <a:t>yönetiyor</a:t>
            </a:r>
            <a:r>
              <a:rPr lang="en-US" dirty="0"/>
              <a:t> </a:t>
            </a:r>
            <a:r>
              <a:rPr lang="en-US" dirty="0" err="1"/>
              <a:t>olmamız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İlk </a:t>
            </a:r>
            <a:r>
              <a:rPr lang="en-US" dirty="0" err="1"/>
              <a:t>başlarda</a:t>
            </a:r>
            <a:r>
              <a:rPr lang="en-US" dirty="0"/>
              <a:t> test </a:t>
            </a:r>
            <a:r>
              <a:rPr lang="en-US" dirty="0" err="1"/>
              <a:t>sayımız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olacağı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durumu</a:t>
            </a:r>
            <a:r>
              <a:rPr lang="en-US" dirty="0"/>
              <a:t> </a:t>
            </a:r>
            <a:r>
              <a:rPr lang="en-US" dirty="0" err="1"/>
              <a:t>pek</a:t>
            </a:r>
            <a:r>
              <a:rPr lang="en-US" dirty="0"/>
              <a:t> </a:t>
            </a:r>
            <a:r>
              <a:rPr lang="en-US" dirty="0" err="1"/>
              <a:t>önemsemeyebiliriz</a:t>
            </a:r>
            <a:r>
              <a:rPr lang="en-US" dirty="0"/>
              <a:t> </a:t>
            </a:r>
            <a:r>
              <a:rPr lang="en-US" dirty="0" err="1"/>
              <a:t>ama</a:t>
            </a:r>
            <a:r>
              <a:rPr lang="en-US" dirty="0"/>
              <a:t> </a:t>
            </a:r>
            <a:r>
              <a:rPr lang="en-US" dirty="0" err="1"/>
              <a:t>testlerimiz</a:t>
            </a:r>
            <a:r>
              <a:rPr lang="en-US" dirty="0"/>
              <a:t> </a:t>
            </a:r>
            <a:r>
              <a:rPr lang="en-US" dirty="0" err="1"/>
              <a:t>arttıkça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yönetmeside</a:t>
            </a:r>
            <a:r>
              <a:rPr lang="en-US" dirty="0"/>
              <a:t> </a:t>
            </a:r>
            <a:r>
              <a:rPr lang="en-US" dirty="0" err="1"/>
              <a:t>baya</a:t>
            </a:r>
            <a:r>
              <a:rPr lang="en-US" dirty="0"/>
              <a:t> </a:t>
            </a:r>
            <a:r>
              <a:rPr lang="en-US" dirty="0" err="1"/>
              <a:t>zorlaşacaktır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Öncelikle</a:t>
            </a:r>
            <a:r>
              <a:rPr lang="en-US" dirty="0" smtClean="0"/>
              <a:t>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yazdığımız</a:t>
            </a:r>
            <a:r>
              <a:rPr lang="en-US" dirty="0"/>
              <a:t> </a:t>
            </a:r>
            <a:r>
              <a:rPr lang="en-US" dirty="0" err="1"/>
              <a:t>testlerimizin</a:t>
            </a:r>
            <a:r>
              <a:rPr lang="en-US" dirty="0"/>
              <a:t> </a:t>
            </a:r>
            <a:r>
              <a:rPr lang="en-US" dirty="0" err="1"/>
              <a:t>çalıştırılacağı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ortam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bilgisayarımızda</a:t>
            </a:r>
            <a:r>
              <a:rPr lang="en-US" dirty="0"/>
              <a:t> </a:t>
            </a:r>
            <a:r>
              <a:rPr lang="en-US" dirty="0" err="1"/>
              <a:t>çalıştıramayız</a:t>
            </a:r>
            <a:r>
              <a:rPr lang="en-US" dirty="0"/>
              <a:t>. </a:t>
            </a:r>
            <a:r>
              <a:rPr lang="en-US" dirty="0" smtClean="0"/>
              <a:t>Jenkins </a:t>
            </a:r>
            <a:r>
              <a:rPr lang="en-US" dirty="0" err="1"/>
              <a:t>kullanılmasını</a:t>
            </a:r>
            <a:r>
              <a:rPr lang="en-US" dirty="0"/>
              <a:t> </a:t>
            </a:r>
            <a:r>
              <a:rPr lang="en-US" dirty="0" err="1"/>
              <a:t>öneriyorum</a:t>
            </a:r>
            <a:r>
              <a:rPr lang="en-US" dirty="0"/>
              <a:t>. Jenkins </a:t>
            </a:r>
            <a:r>
              <a:rPr lang="en-US" dirty="0" err="1"/>
              <a:t>tarafına</a:t>
            </a:r>
            <a:r>
              <a:rPr lang="en-US" dirty="0"/>
              <a:t> </a:t>
            </a:r>
            <a:r>
              <a:rPr lang="en-US" dirty="0" err="1"/>
              <a:t>projemizi</a:t>
            </a:r>
            <a:r>
              <a:rPr lang="en-US" dirty="0"/>
              <a:t> </a:t>
            </a:r>
            <a:r>
              <a:rPr lang="en-US" dirty="0" err="1"/>
              <a:t>kurarak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testlerimizi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aralıklarla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çalıştırıp</a:t>
            </a:r>
            <a:r>
              <a:rPr lang="en-US" dirty="0"/>
              <a:t>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raporlamasını</a:t>
            </a:r>
            <a:r>
              <a:rPr lang="en-US" dirty="0"/>
              <a:t> </a:t>
            </a:r>
            <a:r>
              <a:rPr lang="en-US" dirty="0" err="1"/>
              <a:t>sağlayabiliriz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Jenkins </a:t>
            </a:r>
            <a:r>
              <a:rPr lang="en-US" dirty="0" err="1"/>
              <a:t>bir</a:t>
            </a:r>
            <a:r>
              <a:rPr lang="en-US" dirty="0"/>
              <a:t> </a:t>
            </a:r>
            <a:r>
              <a:rPr lang="en-US" u="sng" dirty="0">
                <a:hlinkClick r:id="rId2"/>
              </a:rPr>
              <a:t>continuous integration</a:t>
            </a:r>
            <a:r>
              <a:rPr lang="en-US" dirty="0"/>
              <a:t> </a:t>
            </a:r>
            <a:r>
              <a:rPr lang="en-US" dirty="0" err="1"/>
              <a:t>aracı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deloyment</a:t>
            </a:r>
            <a:r>
              <a:rPr lang="en-US" dirty="0"/>
              <a:t> </a:t>
            </a:r>
            <a:r>
              <a:rPr lang="en-US" dirty="0" err="1"/>
              <a:t>süreçlerinizde</a:t>
            </a:r>
            <a:r>
              <a:rPr lang="en-US" dirty="0"/>
              <a:t> </a:t>
            </a:r>
            <a:r>
              <a:rPr lang="en-US" dirty="0" err="1"/>
              <a:t>testlerinizi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çalıştırmanızı</a:t>
            </a:r>
            <a:r>
              <a:rPr lang="en-US" dirty="0"/>
              <a:t> bile </a:t>
            </a:r>
            <a:r>
              <a:rPr lang="en-US" dirty="0" err="1"/>
              <a:t>sağlamayabilir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testlerinizi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harcayacağınız</a:t>
            </a:r>
            <a:r>
              <a:rPr lang="en-US" dirty="0"/>
              <a:t> </a:t>
            </a:r>
            <a:r>
              <a:rPr lang="en-US" dirty="0" err="1"/>
              <a:t>gereksiz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yükünden</a:t>
            </a:r>
            <a:r>
              <a:rPr lang="en-US" dirty="0"/>
              <a:t> </a:t>
            </a:r>
            <a:r>
              <a:rPr lang="en-US" dirty="0" err="1"/>
              <a:t>kurtarır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geliştirici</a:t>
            </a:r>
            <a:r>
              <a:rPr lang="en-US" dirty="0"/>
              <a:t> deployment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başlatır</a:t>
            </a:r>
            <a:r>
              <a:rPr lang="en-US" dirty="0"/>
              <a:t> </a:t>
            </a:r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testleriniz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testleriniz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deployment </a:t>
            </a:r>
            <a:r>
              <a:rPr lang="en-US" dirty="0" err="1"/>
              <a:t>yapılmış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deployment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durdurabileceğiniz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araç</a:t>
            </a:r>
            <a:r>
              <a:rPr lang="en-US" dirty="0"/>
              <a:t> </a:t>
            </a:r>
            <a:r>
              <a:rPr lang="en-US" dirty="0" err="1"/>
              <a:t>olarakta</a:t>
            </a:r>
            <a:r>
              <a:rPr lang="en-US" dirty="0"/>
              <a:t> </a:t>
            </a:r>
            <a:r>
              <a:rPr lang="en-US" dirty="0" err="1"/>
              <a:t>kullanabilirisiniz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3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2" y="154236"/>
            <a:ext cx="11633812" cy="63567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Neden</a:t>
            </a:r>
            <a:r>
              <a:rPr lang="en-US" b="1" dirty="0"/>
              <a:t> Selenium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TestNG</a:t>
            </a:r>
            <a:r>
              <a:rPr lang="en-US" b="1" dirty="0"/>
              <a:t> </a:t>
            </a:r>
            <a:r>
              <a:rPr lang="en-US" b="1" dirty="0" err="1"/>
              <a:t>beraber</a:t>
            </a:r>
            <a:r>
              <a:rPr lang="en-US" b="1" dirty="0"/>
              <a:t> </a:t>
            </a:r>
            <a:r>
              <a:rPr lang="en-US" b="1" dirty="0" err="1"/>
              <a:t>kullanılmalıdır</a:t>
            </a:r>
            <a:r>
              <a:rPr lang="en-US" b="1" dirty="0"/>
              <a:t> ?</a:t>
            </a:r>
          </a:p>
          <a:p>
            <a:pPr marL="0" indent="0">
              <a:buNone/>
            </a:pPr>
            <a:r>
              <a:rPr lang="en-US" dirty="0"/>
              <a:t>Selenium </a:t>
            </a:r>
            <a:r>
              <a:rPr lang="en-US" dirty="0" err="1"/>
              <a:t>testleri</a:t>
            </a:r>
            <a:r>
              <a:rPr lang="en-US" dirty="0"/>
              <a:t>, test </a:t>
            </a:r>
            <a:r>
              <a:rPr lang="en-US" dirty="0" err="1"/>
              <a:t>sonuçları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format </a:t>
            </a:r>
            <a:r>
              <a:rPr lang="en-US" dirty="0" err="1"/>
              <a:t>oluşturmaz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TestNG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test </a:t>
            </a:r>
            <a:r>
              <a:rPr lang="en-US" dirty="0" err="1"/>
              <a:t>sonuçları</a:t>
            </a:r>
            <a:r>
              <a:rPr lang="en-US" dirty="0"/>
              <a:t> </a:t>
            </a:r>
            <a:r>
              <a:rPr lang="en-US" dirty="0" err="1"/>
              <a:t>üretebiliriz</a:t>
            </a:r>
            <a:r>
              <a:rPr lang="en-US" dirty="0"/>
              <a:t>. Selenium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derslerimizin</a:t>
            </a:r>
            <a:r>
              <a:rPr lang="en-US" dirty="0"/>
              <a:t> </a:t>
            </a:r>
            <a:r>
              <a:rPr lang="en-US" dirty="0" err="1"/>
              <a:t>çoğunda</a:t>
            </a:r>
            <a:r>
              <a:rPr lang="en-US" dirty="0"/>
              <a:t> </a:t>
            </a:r>
            <a:r>
              <a:rPr lang="en-US" dirty="0" err="1"/>
              <a:t>JUnit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test </a:t>
            </a:r>
            <a:r>
              <a:rPr lang="en-US" dirty="0" err="1"/>
              <a:t>senaryolarımızı</a:t>
            </a:r>
            <a:r>
              <a:rPr lang="en-US" dirty="0"/>
              <a:t> </a:t>
            </a:r>
            <a:r>
              <a:rPr lang="en-US" dirty="0" err="1"/>
              <a:t>gerçekleştirmiştik</a:t>
            </a:r>
            <a:r>
              <a:rPr lang="en-US" dirty="0"/>
              <a:t> </a:t>
            </a:r>
            <a:r>
              <a:rPr lang="en-US" dirty="0" err="1"/>
              <a:t>fakat</a:t>
            </a:r>
            <a:r>
              <a:rPr lang="en-US" dirty="0"/>
              <a:t> </a:t>
            </a:r>
            <a:r>
              <a:rPr lang="en-US" dirty="0" err="1"/>
              <a:t>çoğu</a:t>
            </a:r>
            <a:r>
              <a:rPr lang="en-US" dirty="0"/>
              <a:t> test </a:t>
            </a:r>
            <a:r>
              <a:rPr lang="en-US" dirty="0" err="1"/>
              <a:t>otomasyon</a:t>
            </a:r>
            <a:r>
              <a:rPr lang="en-US" dirty="0"/>
              <a:t> </a:t>
            </a:r>
            <a:r>
              <a:rPr lang="en-US" dirty="0" err="1"/>
              <a:t>geliştiricileri</a:t>
            </a:r>
            <a:r>
              <a:rPr lang="en-US" dirty="0"/>
              <a:t> </a:t>
            </a:r>
            <a:r>
              <a:rPr lang="en-US" dirty="0" err="1"/>
              <a:t>TestNG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geliştirmelerini</a:t>
            </a:r>
            <a:r>
              <a:rPr lang="en-US" dirty="0"/>
              <a:t> </a:t>
            </a:r>
            <a:r>
              <a:rPr lang="en-US" dirty="0" err="1"/>
              <a:t>yapmaktadır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Selenium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TestNG</a:t>
            </a:r>
            <a:r>
              <a:rPr lang="en-US" dirty="0"/>
              <a:t> </a:t>
            </a:r>
            <a:r>
              <a:rPr lang="en-US" dirty="0" err="1"/>
              <a:t>beraber</a:t>
            </a:r>
            <a:r>
              <a:rPr lang="en-US" dirty="0"/>
              <a:t> </a:t>
            </a:r>
            <a:r>
              <a:rPr lang="en-US" dirty="0" err="1"/>
              <a:t>kullanıldıklarında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 err="1"/>
              <a:t>Koşturulan</a:t>
            </a:r>
            <a:r>
              <a:rPr lang="en-US" dirty="0"/>
              <a:t> test </a:t>
            </a:r>
            <a:r>
              <a:rPr lang="en-US" dirty="0" err="1"/>
              <a:t>senaryolarının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oluşturulmuş</a:t>
            </a:r>
            <a:r>
              <a:rPr lang="en-US" dirty="0"/>
              <a:t> </a:t>
            </a:r>
            <a:r>
              <a:rPr lang="en-US" dirty="0" err="1"/>
              <a:t>rapor</a:t>
            </a:r>
            <a:r>
              <a:rPr lang="en-US" dirty="0"/>
              <a:t> da test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, </a:t>
            </a:r>
            <a:r>
              <a:rPr lang="en-US" dirty="0" err="1"/>
              <a:t>başarısız</a:t>
            </a:r>
            <a:r>
              <a:rPr lang="en-US" dirty="0"/>
              <a:t> test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atlanan</a:t>
            </a:r>
            <a:r>
              <a:rPr lang="en-US" dirty="0"/>
              <a:t> test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raporlanır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test </a:t>
            </a:r>
            <a:r>
              <a:rPr lang="en-US" dirty="0" err="1"/>
              <a:t>durumu</a:t>
            </a:r>
            <a:r>
              <a:rPr lang="en-US" dirty="0"/>
              <a:t>, testng.xml </a:t>
            </a:r>
            <a:r>
              <a:rPr lang="en-US" dirty="0" err="1"/>
              <a:t>dosyasında</a:t>
            </a:r>
            <a:r>
              <a:rPr lang="en-US" dirty="0"/>
              <a:t> </a:t>
            </a:r>
            <a:r>
              <a:rPr lang="en-US" dirty="0" err="1"/>
              <a:t>gruplandırılarak</a:t>
            </a:r>
            <a:r>
              <a:rPr lang="en-US" dirty="0"/>
              <a:t> </a:t>
            </a:r>
            <a:r>
              <a:rPr lang="en-US" dirty="0" err="1"/>
              <a:t>yazılmıştır</a:t>
            </a:r>
            <a:r>
              <a:rPr lang="en-US" dirty="0"/>
              <a:t>. </a:t>
            </a:r>
            <a:r>
              <a:rPr lang="en-US" dirty="0" err="1"/>
              <a:t>Hangi</a:t>
            </a:r>
            <a:r>
              <a:rPr lang="en-US" dirty="0"/>
              <a:t> test </a:t>
            </a:r>
            <a:r>
              <a:rPr lang="en-US" dirty="0" err="1"/>
              <a:t>senaryosuna</a:t>
            </a:r>
            <a:r>
              <a:rPr lang="en-US" dirty="0"/>
              <a:t> </a:t>
            </a:r>
            <a:r>
              <a:rPr lang="en-US" dirty="0" err="1"/>
              <a:t>öncelik</a:t>
            </a:r>
            <a:r>
              <a:rPr lang="en-US" dirty="0"/>
              <a:t> </a:t>
            </a:r>
            <a:r>
              <a:rPr lang="en-US" dirty="0" err="1"/>
              <a:t>vereceğinizi</a:t>
            </a:r>
            <a:r>
              <a:rPr lang="en-US" dirty="0"/>
              <a:t> </a:t>
            </a:r>
            <a:r>
              <a:rPr lang="en-US" dirty="0" err="1"/>
              <a:t>ayarlayabilirsiniz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Aynı</a:t>
            </a:r>
            <a:r>
              <a:rPr lang="en-US" dirty="0"/>
              <a:t> test </a:t>
            </a:r>
            <a:r>
              <a:rPr lang="en-US" dirty="0" err="1"/>
              <a:t>durumu</a:t>
            </a:r>
            <a:r>
              <a:rPr lang="en-US" dirty="0"/>
              <a:t> ‘invocation count’ (</a:t>
            </a:r>
            <a:r>
              <a:rPr lang="en-US" dirty="0" err="1"/>
              <a:t>çağırma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)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sözcüğü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yürütülebilir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TestNG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,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tarayıcıda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çapraz</a:t>
            </a:r>
            <a:r>
              <a:rPr lang="en-US" dirty="0"/>
              <a:t> </a:t>
            </a:r>
            <a:r>
              <a:rPr lang="en-US" dirty="0" err="1"/>
              <a:t>tarayıcı</a:t>
            </a:r>
            <a:r>
              <a:rPr lang="en-US" dirty="0"/>
              <a:t> </a:t>
            </a:r>
            <a:r>
              <a:rPr lang="en-US" dirty="0" err="1"/>
              <a:t>testinde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test </a:t>
            </a:r>
            <a:r>
              <a:rPr lang="en-US" dirty="0" err="1"/>
              <a:t>durumu</a:t>
            </a:r>
            <a:r>
              <a:rPr lang="en-US" dirty="0"/>
              <a:t> </a:t>
            </a:r>
            <a:r>
              <a:rPr lang="en-US" dirty="0" err="1"/>
              <a:t>yürütebilirsiniz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Maven, Jenkins vb. 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kolayca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edebilirsiniz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WebDriver’ın</a:t>
            </a:r>
            <a:r>
              <a:rPr lang="en-US" dirty="0"/>
              <a:t> </a:t>
            </a:r>
            <a:r>
              <a:rPr lang="en-US" dirty="0" err="1"/>
              <a:t>rapor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bulunmamaktadır</a:t>
            </a:r>
            <a:r>
              <a:rPr lang="en-US" dirty="0"/>
              <a:t>. </a:t>
            </a:r>
            <a:r>
              <a:rPr lang="en-US" dirty="0" err="1"/>
              <a:t>TestNG</a:t>
            </a:r>
            <a:r>
              <a:rPr lang="en-US" dirty="0"/>
              <a:t>, </a:t>
            </a:r>
            <a:r>
              <a:rPr lang="en-US" dirty="0" err="1"/>
              <a:t>raporu</a:t>
            </a:r>
            <a:r>
              <a:rPr lang="en-US" dirty="0"/>
              <a:t> </a:t>
            </a:r>
            <a:r>
              <a:rPr lang="en-US" dirty="0" err="1"/>
              <a:t>aşağıda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görselde</a:t>
            </a:r>
            <a:r>
              <a:rPr lang="en-US" dirty="0"/>
              <a:t> </a:t>
            </a:r>
            <a:r>
              <a:rPr lang="en-US" dirty="0" err="1"/>
              <a:t>gösterildiği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oluşturabilmektedir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3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17480</TotalTime>
  <Words>1901</Words>
  <Application>Microsoft Office PowerPoint</Application>
  <PresentationFormat>Widescreen</PresentationFormat>
  <Paragraphs>208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BİRİM TESTİ ( UNIT TEST)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BİRİM TESTİ ( UNIT TEST)</dc:title>
  <dc:creator>Windows User</dc:creator>
  <cp:lastModifiedBy>Windows User</cp:lastModifiedBy>
  <cp:revision>38</cp:revision>
  <dcterms:created xsi:type="dcterms:W3CDTF">2021-09-23T03:43:02Z</dcterms:created>
  <dcterms:modified xsi:type="dcterms:W3CDTF">2026-04-30T18:39:16Z</dcterms:modified>
</cp:coreProperties>
</file>