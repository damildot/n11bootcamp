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9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0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9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7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1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6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6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6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0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340A9-4207-45CF-B497-C14BF1E60A1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744B1-39BC-49C3-99B2-CF8D6893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6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od5.org/wp-content/uploads/118.png" TargetMode="External"/><Relationship Id="rId2" Type="http://schemas.openxmlformats.org/officeDocument/2006/relationships/hyperlink" Target="https://maven.apache.org/download.cg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Maven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90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319488"/>
            <a:ext cx="11391441" cy="6202497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Apache Maven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Maven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proje</a:t>
            </a:r>
            <a:r>
              <a:rPr lang="en-US" dirty="0"/>
              <a:t> </a:t>
            </a:r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aracıdır</a:t>
            </a:r>
            <a:r>
              <a:rPr lang="en-US" dirty="0"/>
              <a:t>. </a:t>
            </a:r>
            <a:r>
              <a:rPr lang="en-US" dirty="0" err="1"/>
              <a:t>Gelişiricilere</a:t>
            </a:r>
            <a:r>
              <a:rPr lang="en-US" dirty="0"/>
              <a:t> </a:t>
            </a:r>
            <a:r>
              <a:rPr lang="en-US" dirty="0" err="1"/>
              <a:t>projenin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döngüsüne</a:t>
            </a:r>
            <a:r>
              <a:rPr lang="en-US" dirty="0"/>
              <a:t> </a:t>
            </a:r>
            <a:r>
              <a:rPr lang="en-US" dirty="0" err="1"/>
              <a:t>müdahale</a:t>
            </a:r>
            <a:r>
              <a:rPr lang="en-US" dirty="0"/>
              <a:t> </a:t>
            </a:r>
            <a:r>
              <a:rPr lang="en-US" dirty="0" err="1"/>
              <a:t>edebileceği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 </a:t>
            </a:r>
            <a:r>
              <a:rPr lang="en-US" dirty="0" err="1"/>
              <a:t>Proje</a:t>
            </a:r>
            <a:r>
              <a:rPr lang="en-US" dirty="0"/>
              <a:t> </a:t>
            </a:r>
            <a:r>
              <a:rPr lang="en-US" dirty="0" err="1"/>
              <a:t>kurulumu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kullanılabilirliği</a:t>
            </a:r>
            <a:r>
              <a:rPr lang="en-US" dirty="0"/>
              <a:t> </a:t>
            </a:r>
            <a:r>
              <a:rPr lang="en-US" dirty="0" err="1"/>
              <a:t>kolaylaştırır</a:t>
            </a:r>
            <a:r>
              <a:rPr lang="en-US" dirty="0"/>
              <a:t>. </a:t>
            </a:r>
            <a:r>
              <a:rPr lang="en-US" dirty="0" err="1"/>
              <a:t>Geliştirme</a:t>
            </a:r>
            <a:r>
              <a:rPr lang="en-US" dirty="0"/>
              <a:t> </a:t>
            </a:r>
            <a:r>
              <a:rPr lang="en-US" dirty="0" err="1"/>
              <a:t>sürecini</a:t>
            </a:r>
            <a:r>
              <a:rPr lang="en-US" dirty="0"/>
              <a:t> </a:t>
            </a:r>
            <a:r>
              <a:rPr lang="en-US" dirty="0" err="1"/>
              <a:t>basitleştirir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süreci</a:t>
            </a:r>
            <a:r>
              <a:rPr lang="en-US" dirty="0"/>
              <a:t> </a:t>
            </a:r>
            <a:r>
              <a:rPr lang="en-US" dirty="0" err="1"/>
              <a:t>standart</a:t>
            </a:r>
            <a:r>
              <a:rPr lang="en-US" dirty="0"/>
              <a:t> hale </a:t>
            </a:r>
            <a:r>
              <a:rPr lang="en-US" dirty="0" err="1"/>
              <a:t>getirir</a:t>
            </a:r>
            <a:r>
              <a:rPr lang="en-US" dirty="0"/>
              <a:t>. </a:t>
            </a:r>
            <a:r>
              <a:rPr lang="en-US" dirty="0" err="1"/>
              <a:t>Bunlara</a:t>
            </a:r>
            <a:r>
              <a:rPr lang="en-US" dirty="0"/>
              <a:t> </a:t>
            </a:r>
            <a:r>
              <a:rPr lang="en-US" dirty="0" err="1"/>
              <a:t>ek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proje</a:t>
            </a:r>
            <a:r>
              <a:rPr lang="en-US" dirty="0"/>
              <a:t> </a:t>
            </a:r>
            <a:r>
              <a:rPr lang="en-US" dirty="0" err="1"/>
              <a:t>bağımlılıklarını</a:t>
            </a:r>
            <a:r>
              <a:rPr lang="en-US" dirty="0"/>
              <a:t> </a:t>
            </a:r>
            <a:r>
              <a:rPr lang="en-US" dirty="0" err="1"/>
              <a:t>yönetmesi</a:t>
            </a:r>
            <a:r>
              <a:rPr lang="en-US" dirty="0"/>
              <a:t> de </a:t>
            </a:r>
            <a:r>
              <a:rPr lang="en-US" b="1" dirty="0" err="1"/>
              <a:t>Maven</a:t>
            </a:r>
            <a:r>
              <a:rPr lang="en-US" dirty="0" err="1"/>
              <a:t>’ın</a:t>
            </a:r>
            <a:r>
              <a:rPr lang="en-US" dirty="0"/>
              <a:t> en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özelliklerinden</a:t>
            </a:r>
            <a:r>
              <a:rPr lang="en-US" dirty="0"/>
              <a:t> </a:t>
            </a:r>
            <a:r>
              <a:rPr lang="en-US" dirty="0" err="1"/>
              <a:t>birisidir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 err="1"/>
              <a:t>Proje</a:t>
            </a:r>
            <a:r>
              <a:rPr lang="en-US" b="1" dirty="0"/>
              <a:t> </a:t>
            </a:r>
            <a:r>
              <a:rPr lang="en-US" b="1" dirty="0" err="1"/>
              <a:t>Yapısı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Kodlar</a:t>
            </a:r>
            <a:r>
              <a:rPr lang="en-US" dirty="0"/>
              <a:t>                :  </a:t>
            </a:r>
            <a:r>
              <a:rPr lang="en-US" b="1" dirty="0" err="1"/>
              <a:t>src</a:t>
            </a:r>
            <a:r>
              <a:rPr lang="en-US" b="1" dirty="0"/>
              <a:t>/main/java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Ayar</a:t>
            </a:r>
            <a:r>
              <a:rPr lang="en-US" dirty="0"/>
              <a:t> </a:t>
            </a:r>
            <a:r>
              <a:rPr lang="en-US" dirty="0" err="1"/>
              <a:t>Dosyaları</a:t>
            </a:r>
            <a:r>
              <a:rPr lang="en-US" dirty="0"/>
              <a:t>  :  </a:t>
            </a:r>
            <a:r>
              <a:rPr lang="en-US" b="1" dirty="0" err="1"/>
              <a:t>src</a:t>
            </a:r>
            <a:r>
              <a:rPr lang="en-US" b="1" dirty="0"/>
              <a:t>/main/resources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Test </a:t>
            </a:r>
            <a:r>
              <a:rPr lang="en-US" dirty="0" err="1"/>
              <a:t>Dosyaları</a:t>
            </a:r>
            <a:r>
              <a:rPr lang="en-US" dirty="0"/>
              <a:t>   :  </a:t>
            </a:r>
            <a:r>
              <a:rPr lang="en-US" b="1" dirty="0" err="1"/>
              <a:t>src</a:t>
            </a:r>
            <a:r>
              <a:rPr lang="en-US" b="1" dirty="0"/>
              <a:t>/test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Derlenmiş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 :  </a:t>
            </a:r>
            <a:r>
              <a:rPr lang="en-US" b="1" dirty="0"/>
              <a:t>target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Dağıtılabilir</a:t>
            </a:r>
            <a:r>
              <a:rPr lang="en-US" dirty="0"/>
              <a:t> Jar :  </a:t>
            </a:r>
            <a:r>
              <a:rPr lang="en-US" b="1" dirty="0"/>
              <a:t>target/classes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03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319488"/>
            <a:ext cx="11391441" cy="6202497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Pom.xml</a:t>
            </a:r>
            <a:endParaRPr lang="en-US" dirty="0"/>
          </a:p>
          <a:p>
            <a:pPr marL="0" indent="0" fontAlgn="base">
              <a:buNone/>
            </a:pPr>
            <a:r>
              <a:rPr lang="en-US" dirty="0" err="1"/>
              <a:t>Açılımı</a:t>
            </a:r>
            <a:r>
              <a:rPr lang="en-US" dirty="0"/>
              <a:t> </a:t>
            </a:r>
            <a:r>
              <a:rPr lang="en-US" b="1" dirty="0"/>
              <a:t>Project Object Manager</a:t>
            </a:r>
            <a:r>
              <a:rPr lang="en-US" dirty="0"/>
              <a:t> 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 </a:t>
            </a:r>
            <a:r>
              <a:rPr lang="en-US" b="1" dirty="0"/>
              <a:t>xml</a:t>
            </a:r>
            <a:r>
              <a:rPr lang="en-US" dirty="0"/>
              <a:t> </a:t>
            </a:r>
            <a:r>
              <a:rPr lang="en-US" dirty="0" err="1"/>
              <a:t>dosyası</a:t>
            </a:r>
            <a:r>
              <a:rPr lang="en-US" dirty="0"/>
              <a:t> </a:t>
            </a:r>
            <a:r>
              <a:rPr lang="en-US" b="1" dirty="0"/>
              <a:t>Maven </a:t>
            </a:r>
            <a:r>
              <a:rPr lang="en-US" b="1" dirty="0" err="1"/>
              <a:t>Projesi</a:t>
            </a:r>
            <a:r>
              <a:rPr lang="en-US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ayarları</a:t>
            </a:r>
            <a:r>
              <a:rPr lang="en-US" dirty="0"/>
              <a:t>, </a:t>
            </a:r>
            <a:r>
              <a:rPr lang="en-US" dirty="0" err="1"/>
              <a:t>gereklilikleri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barındırır</a:t>
            </a:r>
            <a:r>
              <a:rPr lang="en-US" dirty="0"/>
              <a:t>. Pom.xml </a:t>
            </a:r>
            <a:r>
              <a:rPr lang="en-US" dirty="0" err="1"/>
              <a:t>proje</a:t>
            </a:r>
            <a:r>
              <a:rPr lang="en-US" dirty="0"/>
              <a:t> </a:t>
            </a:r>
            <a:r>
              <a:rPr lang="en-US" dirty="0" err="1"/>
              <a:t>içerisinde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tane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r>
              <a:rPr lang="en-US" dirty="0" err="1"/>
              <a:t>Projemizi</a:t>
            </a:r>
            <a:r>
              <a:rPr lang="en-US" dirty="0"/>
              <a:t> </a:t>
            </a:r>
            <a:r>
              <a:rPr lang="en-US" dirty="0" err="1"/>
              <a:t>modüller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oluşturup</a:t>
            </a:r>
            <a:r>
              <a:rPr lang="en-US" dirty="0"/>
              <a:t> pom.xml </a:t>
            </a:r>
            <a:r>
              <a:rPr lang="en-US" dirty="0" err="1"/>
              <a:t>dosyaları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birbirlerine</a:t>
            </a:r>
            <a:r>
              <a:rPr lang="en-US" dirty="0"/>
              <a:t> </a:t>
            </a:r>
            <a:r>
              <a:rPr lang="en-US" dirty="0" err="1"/>
              <a:t>bağlayabiliriz</a:t>
            </a:r>
            <a:r>
              <a:rPr lang="en-US" dirty="0"/>
              <a:t>. </a:t>
            </a:r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modüllerimizi</a:t>
            </a:r>
            <a:r>
              <a:rPr lang="en-US" dirty="0"/>
              <a:t> jar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çıkartıp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projelerde</a:t>
            </a:r>
            <a:r>
              <a:rPr lang="en-US" dirty="0"/>
              <a:t> </a:t>
            </a:r>
            <a:r>
              <a:rPr lang="en-US" dirty="0" err="1"/>
              <a:t>kullanabiliriz</a:t>
            </a:r>
            <a:r>
              <a:rPr lang="en-US" dirty="0"/>
              <a:t>. Bu da </a:t>
            </a:r>
            <a:r>
              <a:rPr lang="en-US" dirty="0" err="1"/>
              <a:t>Maven’ın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kullanılabilirliği</a:t>
            </a:r>
            <a:r>
              <a:rPr lang="en-US" dirty="0"/>
              <a:t> </a:t>
            </a:r>
            <a:r>
              <a:rPr lang="en-US" dirty="0" err="1"/>
              <a:t>kolaylaştırdığının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örneğidir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Repository </a:t>
            </a:r>
            <a:r>
              <a:rPr lang="en-US" b="1" dirty="0" err="1"/>
              <a:t>Kavramı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Repository, </a:t>
            </a:r>
            <a:r>
              <a:rPr lang="en-US" dirty="0" err="1"/>
              <a:t>depo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 </a:t>
            </a:r>
            <a:r>
              <a:rPr lang="en-US" b="1" dirty="0"/>
              <a:t>Jar 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benzeri</a:t>
            </a:r>
            <a:r>
              <a:rPr lang="en-US" dirty="0"/>
              <a:t> </a:t>
            </a:r>
            <a:r>
              <a:rPr lang="en-US" dirty="0" err="1"/>
              <a:t>gerekli</a:t>
            </a:r>
            <a:r>
              <a:rPr lang="en-US" dirty="0"/>
              <a:t> </a:t>
            </a:r>
            <a:r>
              <a:rPr lang="en-US" dirty="0" err="1"/>
              <a:t>dosyaların</a:t>
            </a:r>
            <a:r>
              <a:rPr lang="en-US" dirty="0"/>
              <a:t> </a:t>
            </a:r>
            <a:r>
              <a:rPr lang="en-US" dirty="0" err="1"/>
              <a:t>tutulduğu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düşünülebilir</a:t>
            </a:r>
            <a:r>
              <a:rPr lang="en-US" dirty="0"/>
              <a:t>. </a:t>
            </a:r>
            <a:r>
              <a:rPr lang="en-US" b="1" dirty="0" err="1"/>
              <a:t>Maven</a:t>
            </a:r>
            <a:r>
              <a:rPr lang="en-US" dirty="0" err="1"/>
              <a:t>’da</a:t>
            </a:r>
            <a:r>
              <a:rPr lang="en-US" dirty="0"/>
              <a:t> 3 </a:t>
            </a:r>
            <a:r>
              <a:rPr lang="en-US" dirty="0" err="1"/>
              <a:t>farklı</a:t>
            </a:r>
            <a:r>
              <a:rPr lang="en-US" dirty="0"/>
              <a:t> </a:t>
            </a:r>
            <a:r>
              <a:rPr lang="en-US" b="1" dirty="0"/>
              <a:t>repository</a:t>
            </a:r>
            <a:r>
              <a:rPr lang="en-US" dirty="0"/>
              <a:t> </a:t>
            </a:r>
            <a:r>
              <a:rPr lang="en-US" dirty="0" err="1"/>
              <a:t>kavramı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Bunlar</a:t>
            </a:r>
            <a:r>
              <a:rPr lang="en-US" dirty="0"/>
              <a:t>: </a:t>
            </a:r>
            <a:r>
              <a:rPr lang="en-US" b="1" dirty="0"/>
              <a:t>Local Repository</a:t>
            </a:r>
            <a:r>
              <a:rPr lang="en-US" dirty="0"/>
              <a:t>, </a:t>
            </a:r>
            <a:r>
              <a:rPr lang="en-US" b="1" dirty="0"/>
              <a:t>Central</a:t>
            </a:r>
            <a:r>
              <a:rPr lang="en-US" dirty="0"/>
              <a:t> </a:t>
            </a:r>
            <a:r>
              <a:rPr lang="en-US" b="1" dirty="0"/>
              <a:t>Repository</a:t>
            </a:r>
            <a:r>
              <a:rPr lang="en-US" dirty="0"/>
              <a:t> </a:t>
            </a:r>
            <a:r>
              <a:rPr lang="en-US" dirty="0" err="1"/>
              <a:t>ve</a:t>
            </a:r>
            <a:r>
              <a:rPr lang="en-US" dirty="0"/>
              <a:t> </a:t>
            </a:r>
            <a:r>
              <a:rPr lang="en-US" b="1" dirty="0"/>
              <a:t>Remote</a:t>
            </a:r>
            <a:r>
              <a:rPr lang="en-US" dirty="0"/>
              <a:t> </a:t>
            </a:r>
            <a:r>
              <a:rPr lang="en-US" b="1" dirty="0"/>
              <a:t>Repository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1. Local Repository :</a:t>
            </a:r>
            <a:r>
              <a:rPr lang="en-US" dirty="0"/>
              <a:t> </a:t>
            </a:r>
            <a:r>
              <a:rPr lang="en-US" dirty="0" err="1"/>
              <a:t>Yerel</a:t>
            </a:r>
            <a:r>
              <a:rPr lang="en-US" dirty="0"/>
              <a:t> </a:t>
            </a:r>
            <a:r>
              <a:rPr lang="en-US" dirty="0" err="1"/>
              <a:t>depo</a:t>
            </a:r>
            <a:r>
              <a:rPr lang="en-US" dirty="0"/>
              <a:t> </a:t>
            </a:r>
            <a:r>
              <a:rPr lang="en-US" dirty="0" err="1"/>
              <a:t>demektir</a:t>
            </a:r>
            <a:r>
              <a:rPr lang="en-US" dirty="0"/>
              <a:t>. </a:t>
            </a:r>
            <a:r>
              <a:rPr lang="en-US" b="1" dirty="0" err="1"/>
              <a:t>Maven</a:t>
            </a:r>
            <a:r>
              <a:rPr lang="en-US" dirty="0" err="1"/>
              <a:t>’ı</a:t>
            </a:r>
            <a:r>
              <a:rPr lang="en-US" dirty="0"/>
              <a:t> </a:t>
            </a:r>
            <a:r>
              <a:rPr lang="en-US" dirty="0" err="1"/>
              <a:t>bilgisayarımıza</a:t>
            </a:r>
            <a:r>
              <a:rPr lang="en-US" dirty="0"/>
              <a:t> </a:t>
            </a:r>
            <a:r>
              <a:rPr lang="en-US" dirty="0" err="1"/>
              <a:t>kurduğumuzda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38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319488"/>
            <a:ext cx="11391441" cy="6202497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“C:\Users\{username}\.m2”</a:t>
            </a:r>
            <a:r>
              <a:rPr lang="en-US" dirty="0"/>
              <a:t> </a:t>
            </a:r>
            <a:r>
              <a:rPr lang="en-US" dirty="0" err="1"/>
              <a:t>dizininde</a:t>
            </a:r>
            <a:r>
              <a:rPr lang="en-US" dirty="0"/>
              <a:t>  </a:t>
            </a:r>
            <a:r>
              <a:rPr lang="en-US" dirty="0" err="1"/>
              <a:t>oluşturulur</a:t>
            </a:r>
            <a:r>
              <a:rPr lang="en-US" dirty="0"/>
              <a:t>.  </a:t>
            </a:r>
            <a:r>
              <a:rPr lang="en-US" dirty="0" err="1"/>
              <a:t>İndirilen</a:t>
            </a:r>
            <a:r>
              <a:rPr lang="en-US" dirty="0"/>
              <a:t> </a:t>
            </a:r>
            <a:r>
              <a:rPr lang="en-US" b="1" dirty="0"/>
              <a:t>jar</a:t>
            </a:r>
            <a:r>
              <a:rPr lang="en-US" dirty="0"/>
              <a:t> </a:t>
            </a:r>
            <a:r>
              <a:rPr lang="en-US" dirty="0" err="1"/>
              <a:t>dosyaları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tutulur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2. Central Repository : </a:t>
            </a:r>
            <a:r>
              <a:rPr lang="en-US" dirty="0"/>
              <a:t> </a:t>
            </a:r>
            <a:r>
              <a:rPr lang="en-US" dirty="0" err="1"/>
              <a:t>Maven’ın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deposudur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 </a:t>
            </a:r>
            <a:r>
              <a:rPr lang="en-US" b="1" dirty="0"/>
              <a:t>jar</a:t>
            </a:r>
            <a:r>
              <a:rPr lang="en-US" dirty="0"/>
              <a:t> </a:t>
            </a:r>
            <a:r>
              <a:rPr lang="en-US" dirty="0" err="1"/>
              <a:t>dosyaları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indirilmeye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bulunur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3. Remote Repository :</a:t>
            </a:r>
            <a:r>
              <a:rPr lang="en-US" dirty="0"/>
              <a:t> </a:t>
            </a:r>
            <a:r>
              <a:rPr lang="en-US" dirty="0" err="1"/>
              <a:t>Uzak</a:t>
            </a:r>
            <a:r>
              <a:rPr lang="en-US" dirty="0"/>
              <a:t> </a:t>
            </a:r>
            <a:r>
              <a:rPr lang="en-US" dirty="0" err="1"/>
              <a:t>depo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 </a:t>
            </a:r>
            <a:r>
              <a:rPr lang="en-US" b="1" dirty="0"/>
              <a:t>jar</a:t>
            </a:r>
            <a:r>
              <a:rPr lang="en-US" dirty="0"/>
              <a:t> </a:t>
            </a:r>
            <a:r>
              <a:rPr lang="en-US" dirty="0" err="1"/>
              <a:t>dosyalarının</a:t>
            </a:r>
            <a:r>
              <a:rPr lang="en-US" dirty="0"/>
              <a:t> </a:t>
            </a:r>
            <a:r>
              <a:rPr lang="en-US" b="1" dirty="0"/>
              <a:t>Central </a:t>
            </a:r>
            <a:r>
              <a:rPr lang="en-US" b="1" dirty="0" err="1"/>
              <a:t>Repository</a:t>
            </a:r>
            <a:r>
              <a:rPr lang="en-US" dirty="0" err="1"/>
              <a:t>’den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de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yerden</a:t>
            </a:r>
            <a:r>
              <a:rPr lang="en-US" dirty="0"/>
              <a:t> </a:t>
            </a:r>
            <a:r>
              <a:rPr lang="en-US" dirty="0" err="1"/>
              <a:t>indirilmesini</a:t>
            </a:r>
            <a:r>
              <a:rPr lang="en-US" dirty="0"/>
              <a:t> </a:t>
            </a:r>
            <a:r>
              <a:rPr lang="en-US" dirty="0" err="1"/>
              <a:t>istiyorsanız</a:t>
            </a:r>
            <a:r>
              <a:rPr lang="en-US" dirty="0"/>
              <a:t> </a:t>
            </a:r>
            <a:r>
              <a:rPr lang="en-US" b="1" dirty="0"/>
              <a:t>pom.xml</a:t>
            </a:r>
            <a:r>
              <a:rPr lang="en-US" dirty="0"/>
              <a:t> de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belirtip</a:t>
            </a:r>
            <a:r>
              <a:rPr lang="en-US" dirty="0"/>
              <a:t> </a:t>
            </a:r>
            <a:r>
              <a:rPr lang="en-US" b="1" dirty="0"/>
              <a:t>Remote </a:t>
            </a:r>
            <a:r>
              <a:rPr lang="en-US" b="1" dirty="0" err="1"/>
              <a:t>Repository</a:t>
            </a:r>
            <a:r>
              <a:rPr lang="en-US" dirty="0" err="1"/>
              <a:t>’den</a:t>
            </a:r>
            <a:r>
              <a:rPr lang="en-US" dirty="0"/>
              <a:t> </a:t>
            </a:r>
            <a:r>
              <a:rPr lang="en-US" dirty="0" err="1"/>
              <a:t>indirilmesini</a:t>
            </a:r>
            <a:r>
              <a:rPr lang="en-US" dirty="0"/>
              <a:t> </a:t>
            </a:r>
            <a:r>
              <a:rPr lang="en-US" dirty="0" err="1"/>
              <a:t>sağlayabilirsiniz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 err="1"/>
              <a:t>Pom.xml</a:t>
            </a:r>
            <a:r>
              <a:rPr lang="en-US" dirty="0" err="1"/>
              <a:t>’e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bağımlılık</a:t>
            </a:r>
            <a:r>
              <a:rPr lang="en-US" dirty="0"/>
              <a:t>(dependency) </a:t>
            </a:r>
            <a:r>
              <a:rPr lang="en-US" dirty="0" err="1"/>
              <a:t>eklenip</a:t>
            </a:r>
            <a:r>
              <a:rPr lang="en-US" dirty="0"/>
              <a:t> </a:t>
            </a:r>
            <a:r>
              <a:rPr lang="en-US" dirty="0" err="1"/>
              <a:t>proje</a:t>
            </a:r>
            <a:r>
              <a:rPr lang="en-US" dirty="0"/>
              <a:t> build </a:t>
            </a:r>
            <a:r>
              <a:rPr lang="en-US" dirty="0" err="1"/>
              <a:t>edildiğinde</a:t>
            </a:r>
            <a:r>
              <a:rPr lang="en-US" dirty="0"/>
              <a:t> </a:t>
            </a:r>
            <a:r>
              <a:rPr lang="en-US" b="1" dirty="0"/>
              <a:t>Maven</a:t>
            </a:r>
            <a:r>
              <a:rPr lang="en-US" dirty="0"/>
              <a:t> </a:t>
            </a:r>
            <a:r>
              <a:rPr lang="en-US" dirty="0" err="1"/>
              <a:t>şunları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:</a:t>
            </a:r>
          </a:p>
          <a:p>
            <a:pPr marL="0" indent="0" fontAlgn="base">
              <a:buNone/>
            </a:pP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istenilen</a:t>
            </a:r>
            <a:r>
              <a:rPr lang="en-US" dirty="0"/>
              <a:t> </a:t>
            </a:r>
            <a:r>
              <a:rPr lang="en-US" dirty="0" err="1"/>
              <a:t>dosya</a:t>
            </a:r>
            <a:r>
              <a:rPr lang="en-US" dirty="0"/>
              <a:t> </a:t>
            </a:r>
            <a:r>
              <a:rPr lang="en-US" b="1" dirty="0"/>
              <a:t>Local </a:t>
            </a:r>
            <a:r>
              <a:rPr lang="en-US" b="1" dirty="0" err="1"/>
              <a:t>Repository</a:t>
            </a:r>
            <a:r>
              <a:rPr lang="en-US" dirty="0" err="1"/>
              <a:t>’de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bakılır</a:t>
            </a:r>
            <a:r>
              <a:rPr lang="en-US" dirty="0"/>
              <a:t>. </a:t>
            </a:r>
            <a:r>
              <a:rPr lang="en-US" dirty="0" err="1"/>
              <a:t>Yoksa</a:t>
            </a:r>
            <a:r>
              <a:rPr lang="en-US" dirty="0"/>
              <a:t> 2. </a:t>
            </a:r>
            <a:r>
              <a:rPr lang="en-US" dirty="0" err="1"/>
              <a:t>adıma</a:t>
            </a:r>
            <a:r>
              <a:rPr lang="en-US" dirty="0"/>
              <a:t> </a:t>
            </a:r>
            <a:r>
              <a:rPr lang="en-US" dirty="0" err="1"/>
              <a:t>geçilir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b="1" dirty="0"/>
              <a:t>Central </a:t>
            </a:r>
            <a:r>
              <a:rPr lang="en-US" b="1" dirty="0" err="1"/>
              <a:t>Repository</a:t>
            </a:r>
            <a:r>
              <a:rPr lang="en-US" dirty="0" err="1"/>
              <a:t>’e</a:t>
            </a:r>
            <a:r>
              <a:rPr lang="en-US" dirty="0"/>
              <a:t> </a:t>
            </a:r>
            <a:r>
              <a:rPr lang="en-US" dirty="0" err="1"/>
              <a:t>bakılır</a:t>
            </a:r>
            <a:r>
              <a:rPr lang="en-US" dirty="0"/>
              <a:t>. </a:t>
            </a:r>
            <a:r>
              <a:rPr lang="en-US" dirty="0" err="1"/>
              <a:t>Burada</a:t>
            </a:r>
            <a:r>
              <a:rPr lang="en-US" dirty="0"/>
              <a:t> da </a:t>
            </a:r>
            <a:r>
              <a:rPr lang="en-US" dirty="0" err="1"/>
              <a:t>yoksa</a:t>
            </a:r>
            <a:r>
              <a:rPr lang="en-US" dirty="0"/>
              <a:t> 3.adıma </a:t>
            </a:r>
            <a:r>
              <a:rPr lang="en-US" dirty="0" err="1"/>
              <a:t>geçilir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 err="1"/>
              <a:t>Tanımlanmış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 </a:t>
            </a:r>
            <a:r>
              <a:rPr lang="en-US" b="1" dirty="0"/>
              <a:t>Remote </a:t>
            </a:r>
            <a:r>
              <a:rPr lang="en-US" b="1" dirty="0" err="1"/>
              <a:t>Repository</a:t>
            </a:r>
            <a:r>
              <a:rPr lang="en-US" dirty="0" err="1"/>
              <a:t>’e</a:t>
            </a:r>
            <a:r>
              <a:rPr lang="en-US" dirty="0"/>
              <a:t> </a:t>
            </a:r>
            <a:r>
              <a:rPr lang="en-US" dirty="0" err="1"/>
              <a:t>bakılır</a:t>
            </a:r>
            <a:r>
              <a:rPr lang="en-US" dirty="0"/>
              <a:t>. </a:t>
            </a:r>
            <a:r>
              <a:rPr lang="en-US" dirty="0" err="1"/>
              <a:t>Yine</a:t>
            </a:r>
            <a:r>
              <a:rPr lang="en-US" dirty="0"/>
              <a:t> </a:t>
            </a:r>
            <a:r>
              <a:rPr lang="en-US" dirty="0" err="1"/>
              <a:t>bulunamadıysa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mesajı</a:t>
            </a:r>
            <a:r>
              <a:rPr lang="en-US" dirty="0"/>
              <a:t> </a:t>
            </a:r>
            <a:r>
              <a:rPr lang="en-US" dirty="0" err="1"/>
              <a:t>gösterilir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süreç</a:t>
            </a:r>
            <a:r>
              <a:rPr lang="en-US" dirty="0"/>
              <a:t> </a:t>
            </a:r>
            <a:r>
              <a:rPr lang="en-US" dirty="0" err="1"/>
              <a:t>sona</a:t>
            </a:r>
            <a:r>
              <a:rPr lang="en-US" dirty="0"/>
              <a:t> </a:t>
            </a:r>
            <a:r>
              <a:rPr lang="en-US" dirty="0" err="1"/>
              <a:t>erer</a:t>
            </a:r>
            <a:r>
              <a:rPr lang="en-US" dirty="0"/>
              <a:t>.</a:t>
            </a:r>
          </a:p>
          <a:p>
            <a:pPr fontAlgn="base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39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319488"/>
            <a:ext cx="11391441" cy="6538512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2400" b="1" dirty="0"/>
              <a:t>Maven </a:t>
            </a:r>
            <a:r>
              <a:rPr lang="en-US" sz="2400" b="1" dirty="0" err="1"/>
              <a:t>Kurulumu</a:t>
            </a:r>
            <a:endParaRPr lang="en-US" sz="2400" dirty="0"/>
          </a:p>
          <a:p>
            <a:pPr marL="0" indent="0" fontAlgn="base">
              <a:buNone/>
            </a:pPr>
            <a:r>
              <a:rPr lang="en-US" sz="2400" b="1" dirty="0" err="1"/>
              <a:t>Önkoşullar</a:t>
            </a:r>
            <a:r>
              <a:rPr lang="en-US" sz="2400" dirty="0"/>
              <a:t>: JDK 1.6 </a:t>
            </a:r>
            <a:r>
              <a:rPr lang="en-US" sz="2400" dirty="0" err="1"/>
              <a:t>ya</a:t>
            </a:r>
            <a:r>
              <a:rPr lang="en-US" sz="2400" dirty="0"/>
              <a:t> da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üst</a:t>
            </a:r>
            <a:r>
              <a:rPr lang="en-US" sz="2400" dirty="0"/>
              <a:t> </a:t>
            </a:r>
            <a:r>
              <a:rPr lang="en-US" sz="2400" dirty="0" err="1"/>
              <a:t>sürümünün</a:t>
            </a:r>
            <a:r>
              <a:rPr lang="en-US" sz="2400" dirty="0"/>
              <a:t> </a:t>
            </a:r>
            <a:r>
              <a:rPr lang="en-US" sz="2400" dirty="0" err="1"/>
              <a:t>sisteminizde</a:t>
            </a:r>
            <a:r>
              <a:rPr lang="en-US" sz="2400" dirty="0"/>
              <a:t> </a:t>
            </a:r>
            <a:r>
              <a:rPr lang="en-US" sz="2400" dirty="0" err="1"/>
              <a:t>kurulu</a:t>
            </a:r>
            <a:r>
              <a:rPr lang="en-US" sz="2400" dirty="0"/>
              <a:t> </a:t>
            </a:r>
            <a:r>
              <a:rPr lang="en-US" sz="2400" dirty="0" err="1"/>
              <a:t>olması</a:t>
            </a:r>
            <a:r>
              <a:rPr lang="en-US" sz="2400" dirty="0"/>
              <a:t>.</a:t>
            </a:r>
          </a:p>
          <a:p>
            <a:pPr marL="0" indent="0" fontAlgn="base">
              <a:buNone/>
            </a:pPr>
            <a:r>
              <a:rPr lang="en-US" sz="2400" dirty="0">
                <a:hlinkClick r:id="rId2"/>
              </a:rPr>
              <a:t>https://maven.apache.org/download.cgi</a:t>
            </a:r>
            <a:r>
              <a:rPr lang="en-US" sz="2400" dirty="0"/>
              <a:t> </a:t>
            </a:r>
            <a:r>
              <a:rPr lang="en-US" sz="2400" dirty="0" err="1"/>
              <a:t>linkine</a:t>
            </a:r>
            <a:r>
              <a:rPr lang="en-US" sz="2400" dirty="0"/>
              <a:t> </a:t>
            </a:r>
            <a:r>
              <a:rPr lang="en-US" sz="2400" dirty="0" err="1"/>
              <a:t>tıklayarak</a:t>
            </a:r>
            <a:r>
              <a:rPr lang="en-US" sz="2400" dirty="0"/>
              <a:t> </a:t>
            </a:r>
            <a:r>
              <a:rPr lang="en-US" sz="2400" dirty="0" err="1"/>
              <a:t>Maven’ın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sitesinden</a:t>
            </a:r>
            <a:r>
              <a:rPr lang="en-US" sz="2400" dirty="0"/>
              <a:t> </a:t>
            </a:r>
            <a:r>
              <a:rPr lang="en-US" sz="2400" dirty="0" err="1"/>
              <a:t>işletim</a:t>
            </a:r>
            <a:r>
              <a:rPr lang="en-US" sz="2400" dirty="0"/>
              <a:t> </a:t>
            </a:r>
            <a:r>
              <a:rPr lang="en-US" sz="2400" dirty="0" err="1"/>
              <a:t>sistemimize</a:t>
            </a:r>
            <a:r>
              <a:rPr lang="en-US" sz="2400" dirty="0"/>
              <a:t> </a:t>
            </a:r>
            <a:r>
              <a:rPr lang="en-US" sz="2400" dirty="0" err="1"/>
              <a:t>uygun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sürümünü</a:t>
            </a:r>
            <a:r>
              <a:rPr lang="en-US" sz="2400" dirty="0"/>
              <a:t> </a:t>
            </a:r>
            <a:r>
              <a:rPr lang="en-US" sz="2400" dirty="0" err="1"/>
              <a:t>indiriyoruz</a:t>
            </a:r>
            <a:r>
              <a:rPr lang="en-US" sz="2400" dirty="0"/>
              <a:t>. </a:t>
            </a:r>
            <a:r>
              <a:rPr lang="en-US" sz="2400" dirty="0">
                <a:hlinkClick r:id="rId3"/>
              </a:rPr>
              <a:t/>
            </a:r>
            <a:br>
              <a:rPr lang="en-US" sz="2400" dirty="0">
                <a:hlinkClick r:id="rId3"/>
              </a:rPr>
            </a:br>
            <a:endParaRPr lang="en-US" sz="2400" dirty="0"/>
          </a:p>
          <a:p>
            <a:pPr marL="0" indent="0" fontAlgn="base">
              <a:buNone/>
            </a:pPr>
            <a:r>
              <a:rPr lang="en-US" sz="2400" dirty="0" err="1"/>
              <a:t>Kuruluma</a:t>
            </a:r>
            <a:r>
              <a:rPr lang="en-US" sz="2400" dirty="0"/>
              <a:t> </a:t>
            </a:r>
            <a:r>
              <a:rPr lang="en-US" sz="2400" dirty="0" err="1"/>
              <a:t>devam</a:t>
            </a:r>
            <a:r>
              <a:rPr lang="en-US" sz="2400" dirty="0"/>
              <a:t> </a:t>
            </a:r>
            <a:r>
              <a:rPr lang="en-US" sz="2400" dirty="0" err="1"/>
              <a:t>etmeden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Ortam</a:t>
            </a:r>
            <a:r>
              <a:rPr lang="en-US" sz="2400" dirty="0"/>
              <a:t> </a:t>
            </a:r>
            <a:r>
              <a:rPr lang="en-US" sz="2400" dirty="0" err="1"/>
              <a:t>Değişkenlerinde</a:t>
            </a:r>
            <a:r>
              <a:rPr lang="en-US" sz="2400" dirty="0"/>
              <a:t> JAVA_HOME </a:t>
            </a:r>
            <a:r>
              <a:rPr lang="en-US" sz="2400" dirty="0" err="1"/>
              <a:t>değişkeninin</a:t>
            </a:r>
            <a:r>
              <a:rPr lang="en-US" sz="2400" dirty="0"/>
              <a:t> </a:t>
            </a:r>
            <a:r>
              <a:rPr lang="en-US" sz="2400" dirty="0" err="1"/>
              <a:t>tanımlandığını</a:t>
            </a:r>
            <a:r>
              <a:rPr lang="en-US" sz="2400" dirty="0"/>
              <a:t> </a:t>
            </a:r>
            <a:r>
              <a:rPr lang="en-US" sz="2400" dirty="0" err="1"/>
              <a:t>kontrol</a:t>
            </a:r>
            <a:r>
              <a:rPr lang="en-US" sz="2400" dirty="0"/>
              <a:t> </a:t>
            </a:r>
            <a:r>
              <a:rPr lang="en-US" sz="2400" dirty="0" err="1"/>
              <a:t>ediyoruz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451" y="2742626"/>
            <a:ext cx="3705742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3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319488"/>
            <a:ext cx="11391441" cy="620249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İndirdiğiniz</a:t>
            </a:r>
            <a:r>
              <a:rPr lang="en-US" dirty="0"/>
              <a:t> .zip </a:t>
            </a:r>
            <a:r>
              <a:rPr lang="en-US" dirty="0" err="1"/>
              <a:t>uzantılı</a:t>
            </a:r>
            <a:r>
              <a:rPr lang="en-US" dirty="0"/>
              <a:t> </a:t>
            </a:r>
            <a:r>
              <a:rPr lang="en-US" dirty="0" err="1"/>
              <a:t>dosyayı</a:t>
            </a:r>
            <a:r>
              <a:rPr lang="en-US" dirty="0"/>
              <a:t> </a:t>
            </a:r>
            <a:r>
              <a:rPr lang="en-US" dirty="0" err="1"/>
              <a:t>istediğiniz</a:t>
            </a:r>
            <a:r>
              <a:rPr lang="en-US" dirty="0"/>
              <a:t> </a:t>
            </a:r>
            <a:r>
              <a:rPr lang="en-US" dirty="0" err="1"/>
              <a:t>yere</a:t>
            </a:r>
            <a:r>
              <a:rPr lang="en-US" dirty="0"/>
              <a:t> </a:t>
            </a:r>
            <a:r>
              <a:rPr lang="en-US" dirty="0" err="1"/>
              <a:t>çıkartabilirsiniz</a:t>
            </a:r>
            <a:r>
              <a:rPr lang="en-US" dirty="0"/>
              <a:t>. </a:t>
            </a:r>
            <a:r>
              <a:rPr lang="en-US" dirty="0" err="1"/>
              <a:t>Kuruluma</a:t>
            </a:r>
            <a:r>
              <a:rPr lang="en-US" dirty="0"/>
              <a:t>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 </a:t>
            </a:r>
            <a:r>
              <a:rPr lang="en-US" dirty="0" err="1"/>
              <a:t>Genelde</a:t>
            </a:r>
            <a:r>
              <a:rPr lang="en-US" dirty="0"/>
              <a:t> C </a:t>
            </a:r>
            <a:r>
              <a:rPr lang="en-US" dirty="0" err="1"/>
              <a:t>dizinine</a:t>
            </a:r>
            <a:r>
              <a:rPr lang="en-US" dirty="0"/>
              <a:t> </a:t>
            </a:r>
            <a:r>
              <a:rPr lang="en-US" dirty="0" err="1"/>
              <a:t>çıkartılır</a:t>
            </a:r>
            <a:r>
              <a:rPr lang="en-US" dirty="0"/>
              <a:t>. </a:t>
            </a:r>
            <a:r>
              <a:rPr lang="en-US" dirty="0" err="1"/>
              <a:t>Burada</a:t>
            </a:r>
            <a:r>
              <a:rPr lang="en-US" dirty="0"/>
              <a:t> C </a:t>
            </a:r>
            <a:r>
              <a:rPr lang="en-US" dirty="0" err="1"/>
              <a:t>içerisinde</a:t>
            </a:r>
            <a:r>
              <a:rPr lang="en-US" dirty="0"/>
              <a:t> apps </a:t>
            </a:r>
            <a:r>
              <a:rPr lang="en-US" dirty="0" err="1"/>
              <a:t>isimli</a:t>
            </a:r>
            <a:r>
              <a:rPr lang="en-US" dirty="0"/>
              <a:t> </a:t>
            </a:r>
            <a:r>
              <a:rPr lang="en-US" dirty="0" err="1"/>
              <a:t>klasöre</a:t>
            </a:r>
            <a:r>
              <a:rPr lang="en-US" dirty="0"/>
              <a:t> </a:t>
            </a:r>
            <a:r>
              <a:rPr lang="en-US" dirty="0" err="1"/>
              <a:t>çıkartılmış</a:t>
            </a:r>
            <a:r>
              <a:rPr lang="en-US" dirty="0"/>
              <a:t>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gideceğiz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956" y="2333438"/>
            <a:ext cx="7440063" cy="31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8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319488"/>
            <a:ext cx="11391441" cy="620249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Şimdi</a:t>
            </a:r>
            <a:r>
              <a:rPr lang="en-US" dirty="0"/>
              <a:t> </a:t>
            </a:r>
            <a:r>
              <a:rPr lang="en-US" b="1" dirty="0"/>
              <a:t>Maven</a:t>
            </a:r>
            <a:r>
              <a:rPr lang="en-US" dirty="0"/>
              <a:t> 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b="1" dirty="0"/>
              <a:t>M2_HOME</a:t>
            </a:r>
            <a:r>
              <a:rPr lang="en-US" dirty="0"/>
              <a:t> </a:t>
            </a:r>
            <a:r>
              <a:rPr lang="en-US" dirty="0" err="1"/>
              <a:t>ve</a:t>
            </a:r>
            <a:r>
              <a:rPr lang="en-US" dirty="0"/>
              <a:t> </a:t>
            </a:r>
            <a:r>
              <a:rPr lang="en-US" b="1" dirty="0"/>
              <a:t>MAVEN_HOME</a:t>
            </a:r>
            <a:r>
              <a:rPr lang="en-US" dirty="0"/>
              <a:t> </a:t>
            </a:r>
            <a:r>
              <a:rPr lang="en-US" dirty="0" err="1"/>
              <a:t>ortam</a:t>
            </a:r>
            <a:r>
              <a:rPr lang="en-US" dirty="0"/>
              <a:t> </a:t>
            </a:r>
            <a:r>
              <a:rPr lang="en-US" dirty="0" err="1"/>
              <a:t>değişkenlerini</a:t>
            </a:r>
            <a:r>
              <a:rPr lang="en-US" dirty="0"/>
              <a:t> </a:t>
            </a:r>
            <a:r>
              <a:rPr lang="en-US" dirty="0" err="1"/>
              <a:t>tanımlayacağız</a:t>
            </a:r>
            <a:r>
              <a:rPr lang="en-US" dirty="0"/>
              <a:t>. </a:t>
            </a:r>
            <a:r>
              <a:rPr lang="en-US" b="1" dirty="0" err="1"/>
              <a:t>Maven’ı</a:t>
            </a:r>
            <a:r>
              <a:rPr lang="en-US" dirty="0"/>
              <a:t> </a:t>
            </a:r>
            <a:r>
              <a:rPr lang="en-US" dirty="0" err="1"/>
              <a:t>nereye</a:t>
            </a:r>
            <a:r>
              <a:rPr lang="en-US" dirty="0"/>
              <a:t> </a:t>
            </a:r>
            <a:r>
              <a:rPr lang="en-US" dirty="0" err="1"/>
              <a:t>çıkarttıysak</a:t>
            </a:r>
            <a:r>
              <a:rPr lang="en-US" dirty="0"/>
              <a:t> o </a:t>
            </a:r>
            <a:r>
              <a:rPr lang="en-US" dirty="0" err="1"/>
              <a:t>dizini</a:t>
            </a:r>
            <a:r>
              <a:rPr lang="en-US" dirty="0"/>
              <a:t> </a:t>
            </a:r>
            <a:r>
              <a:rPr lang="en-US" dirty="0" err="1"/>
              <a:t>belirteceğiz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64" y="1380839"/>
            <a:ext cx="7788925" cy="483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0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319488"/>
            <a:ext cx="11391441" cy="62024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Son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yine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sayfadaki</a:t>
            </a:r>
            <a:r>
              <a:rPr lang="en-US" dirty="0"/>
              <a:t> </a:t>
            </a:r>
            <a:r>
              <a:rPr lang="en-US" b="1" dirty="0"/>
              <a:t>path</a:t>
            </a:r>
            <a:r>
              <a:rPr lang="en-US" dirty="0"/>
              <a:t> </a:t>
            </a:r>
            <a:r>
              <a:rPr lang="en-US" dirty="0" err="1"/>
              <a:t>değişkenine</a:t>
            </a:r>
            <a:r>
              <a:rPr lang="en-US" dirty="0"/>
              <a:t> </a:t>
            </a:r>
            <a:r>
              <a:rPr lang="en-US" dirty="0" err="1"/>
              <a:t>tıklayıp</a:t>
            </a:r>
            <a:r>
              <a:rPr lang="en-US" dirty="0"/>
              <a:t> </a:t>
            </a:r>
            <a:r>
              <a:rPr lang="en-US" b="1" dirty="0"/>
              <a:t>edit</a:t>
            </a:r>
            <a:r>
              <a:rPr lang="en-US" dirty="0"/>
              <a:t> </a:t>
            </a:r>
            <a:r>
              <a:rPr lang="en-US" dirty="0" err="1"/>
              <a:t>dedikten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en </a:t>
            </a:r>
            <a:r>
              <a:rPr lang="en-US" dirty="0" err="1"/>
              <a:t>sona</a:t>
            </a:r>
            <a:r>
              <a:rPr lang="en-US" dirty="0"/>
              <a:t> </a:t>
            </a:r>
            <a:r>
              <a:rPr lang="en-US" dirty="0" err="1"/>
              <a:t>gidip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noktalı</a:t>
            </a:r>
            <a:r>
              <a:rPr lang="en-US" dirty="0"/>
              <a:t> </a:t>
            </a:r>
            <a:r>
              <a:rPr lang="en-US" dirty="0" err="1"/>
              <a:t>virgül</a:t>
            </a:r>
            <a:r>
              <a:rPr lang="en-US" dirty="0"/>
              <a:t> </a:t>
            </a:r>
            <a:r>
              <a:rPr lang="en-US" dirty="0" err="1"/>
              <a:t>koyuyoruz</a:t>
            </a:r>
            <a:r>
              <a:rPr lang="en-US" dirty="0"/>
              <a:t>. </a:t>
            </a:r>
            <a:r>
              <a:rPr lang="en-US" dirty="0" err="1"/>
              <a:t>Ardından</a:t>
            </a:r>
            <a:r>
              <a:rPr lang="en-US" dirty="0"/>
              <a:t> </a:t>
            </a:r>
            <a:r>
              <a:rPr lang="en-US" b="1" dirty="0"/>
              <a:t>%M2_HOME%\bin</a:t>
            </a:r>
            <a:r>
              <a:rPr lang="en-US" dirty="0"/>
              <a:t> </a:t>
            </a:r>
            <a:r>
              <a:rPr lang="en-US" dirty="0" err="1"/>
              <a:t>tanımını</a:t>
            </a:r>
            <a:r>
              <a:rPr lang="en-US" dirty="0"/>
              <a:t> </a:t>
            </a:r>
            <a:r>
              <a:rPr lang="en-US" dirty="0" err="1"/>
              <a:t>ekliyoruz</a:t>
            </a:r>
            <a:r>
              <a:rPr lang="en-US" dirty="0"/>
              <a:t>. Bu </a:t>
            </a:r>
            <a:r>
              <a:rPr lang="en-US" dirty="0" err="1"/>
              <a:t>işlemi</a:t>
            </a:r>
            <a:r>
              <a:rPr lang="en-US" dirty="0"/>
              <a:t> </a:t>
            </a:r>
            <a:r>
              <a:rPr lang="en-US" b="1" dirty="0"/>
              <a:t>Maven</a:t>
            </a:r>
            <a:r>
              <a:rPr lang="en-US" dirty="0"/>
              <a:t> </a:t>
            </a:r>
            <a:r>
              <a:rPr lang="en-US" dirty="0" err="1"/>
              <a:t>komutlarını</a:t>
            </a:r>
            <a:r>
              <a:rPr lang="en-US" dirty="0"/>
              <a:t> her </a:t>
            </a:r>
            <a:r>
              <a:rPr lang="en-US" dirty="0" err="1"/>
              <a:t>yerden</a:t>
            </a:r>
            <a:r>
              <a:rPr lang="en-US" dirty="0"/>
              <a:t> </a:t>
            </a:r>
            <a:r>
              <a:rPr lang="en-US" dirty="0" err="1"/>
              <a:t>çalıştırabilmek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yapıyoruz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11" y="2725314"/>
            <a:ext cx="6196131" cy="309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8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675" y="319488"/>
            <a:ext cx="11391441" cy="620249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Maven</a:t>
            </a:r>
            <a:r>
              <a:rPr lang="en-US" dirty="0"/>
              <a:t> </a:t>
            </a:r>
            <a:r>
              <a:rPr lang="en-US" dirty="0" err="1"/>
              <a:t>kurulum</a:t>
            </a:r>
            <a:r>
              <a:rPr lang="en-US" dirty="0"/>
              <a:t> </a:t>
            </a:r>
            <a:r>
              <a:rPr lang="en-US" dirty="0" err="1"/>
              <a:t>işlemleri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. </a:t>
            </a:r>
            <a:r>
              <a:rPr lang="en-US" dirty="0" err="1"/>
              <a:t>Şimdi</a:t>
            </a:r>
            <a:r>
              <a:rPr lang="en-US" dirty="0"/>
              <a:t> </a:t>
            </a:r>
            <a:r>
              <a:rPr lang="en-US" b="1" dirty="0"/>
              <a:t>windows </a:t>
            </a:r>
            <a:r>
              <a:rPr lang="en-US" b="1" dirty="0" err="1"/>
              <a:t>komut</a:t>
            </a:r>
            <a:r>
              <a:rPr lang="en-US" b="1" dirty="0"/>
              <a:t> </a:t>
            </a:r>
            <a:r>
              <a:rPr lang="en-US" b="1" dirty="0" err="1"/>
              <a:t>istemini</a:t>
            </a:r>
            <a:r>
              <a:rPr lang="en-US" dirty="0"/>
              <a:t> </a:t>
            </a:r>
            <a:r>
              <a:rPr lang="en-US" dirty="0" err="1"/>
              <a:t>açarak</a:t>
            </a:r>
            <a:r>
              <a:rPr lang="en-US" dirty="0"/>
              <a:t> </a:t>
            </a:r>
            <a:r>
              <a:rPr lang="en-US" b="1" dirty="0" err="1"/>
              <a:t>mvn</a:t>
            </a:r>
            <a:r>
              <a:rPr lang="en-US" b="1" dirty="0"/>
              <a:t> –version</a:t>
            </a:r>
            <a:r>
              <a:rPr lang="en-US" dirty="0"/>
              <a:t> </a:t>
            </a:r>
            <a:r>
              <a:rPr lang="en-US" dirty="0" err="1"/>
              <a:t>yazalım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buna</a:t>
            </a:r>
            <a:r>
              <a:rPr lang="en-US" dirty="0"/>
              <a:t> </a:t>
            </a:r>
            <a:r>
              <a:rPr lang="en-US" dirty="0" err="1"/>
              <a:t>benzer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yazı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karşılaşırsanız</a:t>
            </a:r>
            <a:r>
              <a:rPr lang="en-US" dirty="0"/>
              <a:t> </a:t>
            </a:r>
            <a:r>
              <a:rPr lang="en-US" b="1" dirty="0"/>
              <a:t>Maven</a:t>
            </a:r>
            <a:r>
              <a:rPr lang="en-US" dirty="0"/>
              <a:t> </a:t>
            </a:r>
            <a:r>
              <a:rPr lang="en-US" dirty="0" err="1"/>
              <a:t>düzgün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yüklenmiş</a:t>
            </a:r>
            <a:r>
              <a:rPr lang="en-US" dirty="0"/>
              <a:t> </a:t>
            </a:r>
            <a:r>
              <a:rPr lang="en-US" dirty="0" err="1"/>
              <a:t>demektir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84" y="2944130"/>
            <a:ext cx="7975222" cy="23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5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5818</TotalTime>
  <Words>109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Maven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Maven</dc:title>
  <dc:creator>Windows User</dc:creator>
  <cp:lastModifiedBy>Windows User</cp:lastModifiedBy>
  <cp:revision>9</cp:revision>
  <dcterms:created xsi:type="dcterms:W3CDTF">2021-09-23T09:51:12Z</dcterms:created>
  <dcterms:modified xsi:type="dcterms:W3CDTF">2026-04-19T11:03:45Z</dcterms:modified>
</cp:coreProperties>
</file>