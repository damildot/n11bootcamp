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22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6341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6297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09084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3192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2342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7056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716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83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1507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9365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6724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69D2BE-316B-4D46-A0B9-88042D8677BA}" type="datetimeFigureOut">
              <a:rPr lang="en-US" smtClean="0"/>
              <a:t>4/15/2026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5B9AE0-6248-4F55-9CC0-7D99B44ED7F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77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tr-TR" dirty="0" smtClean="0"/>
              <a:t>Rest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84060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439" y="363557"/>
            <a:ext cx="11633811" cy="63567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REST VE RESTFUL WEB SERVİS NEDİR?</a:t>
            </a:r>
          </a:p>
          <a:p>
            <a:pPr marL="0" indent="0">
              <a:buNone/>
            </a:pPr>
            <a:r>
              <a:rPr lang="en-US" dirty="0" smtClean="0"/>
              <a:t>REST(Representational </a:t>
            </a:r>
            <a:r>
              <a:rPr lang="en-US" dirty="0"/>
              <a:t>State Transfer), 2000 </a:t>
            </a:r>
            <a:r>
              <a:rPr lang="en-US" dirty="0" err="1"/>
              <a:t>yılında</a:t>
            </a:r>
            <a:r>
              <a:rPr lang="en-US" dirty="0"/>
              <a:t> Roy Fielding </a:t>
            </a:r>
            <a:r>
              <a:rPr lang="en-US" dirty="0" err="1"/>
              <a:t>tarafından</a:t>
            </a:r>
            <a:r>
              <a:rPr lang="en-US" dirty="0"/>
              <a:t> </a:t>
            </a:r>
            <a:r>
              <a:rPr lang="en-US" dirty="0" err="1"/>
              <a:t>doktora</a:t>
            </a:r>
            <a:r>
              <a:rPr lang="en-US" dirty="0"/>
              <a:t> </a:t>
            </a:r>
            <a:r>
              <a:rPr lang="en-US" dirty="0" err="1"/>
              <a:t>tezinde</a:t>
            </a:r>
            <a:r>
              <a:rPr lang="en-US" dirty="0"/>
              <a:t> </a:t>
            </a:r>
            <a:r>
              <a:rPr lang="en-US" dirty="0" err="1"/>
              <a:t>tanıtılmış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tanımlanmıştır</a:t>
            </a:r>
            <a:r>
              <a:rPr lang="en-US" dirty="0" smtClean="0"/>
              <a:t>.</a:t>
            </a:r>
            <a:r>
              <a:rPr lang="tr-TR" dirty="0" smtClean="0"/>
              <a:t> </a:t>
            </a:r>
            <a:r>
              <a:rPr lang="en-US" dirty="0" smtClean="0"/>
              <a:t>REST</a:t>
            </a:r>
            <a:r>
              <a:rPr lang="en-US" dirty="0"/>
              <a:t>, </a:t>
            </a:r>
            <a:r>
              <a:rPr lang="en-US" dirty="0" err="1"/>
              <a:t>dağıtık</a:t>
            </a:r>
            <a:r>
              <a:rPr lang="en-US" dirty="0"/>
              <a:t> </a:t>
            </a:r>
            <a:r>
              <a:rPr lang="en-US" dirty="0" err="1"/>
              <a:t>sistemler</a:t>
            </a:r>
            <a:r>
              <a:rPr lang="en-US" dirty="0"/>
              <a:t> </a:t>
            </a:r>
            <a:r>
              <a:rPr lang="en-US" dirty="0" err="1"/>
              <a:t>tasarlamak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bir </a:t>
            </a:r>
            <a:r>
              <a:rPr lang="en-US" dirty="0" err="1"/>
              <a:t>mimari</a:t>
            </a:r>
            <a:r>
              <a:rPr lang="en-US" dirty="0"/>
              <a:t> </a:t>
            </a:r>
            <a:r>
              <a:rPr lang="en-US" dirty="0" err="1"/>
              <a:t>tarzdır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REST, client-server </a:t>
            </a:r>
            <a:r>
              <a:rPr lang="en-US" dirty="0" err="1"/>
              <a:t>arasındaki</a:t>
            </a:r>
            <a:r>
              <a:rPr lang="en-US" dirty="0"/>
              <a:t> </a:t>
            </a:r>
            <a:r>
              <a:rPr lang="en-US" dirty="0" err="1"/>
              <a:t>haberleşmeyi</a:t>
            </a:r>
            <a:r>
              <a:rPr lang="en-US" dirty="0"/>
              <a:t> </a:t>
            </a:r>
            <a:r>
              <a:rPr lang="en-US" dirty="0" err="1"/>
              <a:t>sağlayan</a:t>
            </a:r>
            <a:r>
              <a:rPr lang="en-US" dirty="0"/>
              <a:t> HTTP </a:t>
            </a:r>
            <a:r>
              <a:rPr lang="en-US" dirty="0" err="1"/>
              <a:t>protokolü</a:t>
            </a:r>
            <a:r>
              <a:rPr lang="en-US" dirty="0"/>
              <a:t> </a:t>
            </a:r>
            <a:r>
              <a:rPr lang="en-US" dirty="0" err="1"/>
              <a:t>üzerinden</a:t>
            </a:r>
            <a:r>
              <a:rPr lang="en-US" dirty="0"/>
              <a:t> </a:t>
            </a:r>
            <a:r>
              <a:rPr lang="en-US" dirty="0" err="1"/>
              <a:t>çalışan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mimaridir</a:t>
            </a:r>
            <a:r>
              <a:rPr lang="en-US" dirty="0"/>
              <a:t>. REST ,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yönelimli</a:t>
            </a:r>
            <a:r>
              <a:rPr lang="en-US" dirty="0"/>
              <a:t> </a:t>
            </a:r>
            <a:r>
              <a:rPr lang="en-US" dirty="0" err="1"/>
              <a:t>mimari</a:t>
            </a:r>
            <a:r>
              <a:rPr lang="en-US" dirty="0"/>
              <a:t> </a:t>
            </a:r>
            <a:r>
              <a:rPr lang="en-US" dirty="0" err="1"/>
              <a:t>üzerine</a:t>
            </a:r>
            <a:r>
              <a:rPr lang="en-US" dirty="0"/>
              <a:t> </a:t>
            </a:r>
            <a:r>
              <a:rPr lang="en-US" dirty="0" err="1"/>
              <a:t>oluşturulan</a:t>
            </a:r>
            <a:r>
              <a:rPr lang="en-US" dirty="0"/>
              <a:t> </a:t>
            </a:r>
            <a:r>
              <a:rPr lang="en-US" dirty="0" err="1"/>
              <a:t>yazılımlarda</a:t>
            </a:r>
            <a:r>
              <a:rPr lang="en-US" dirty="0"/>
              <a:t> </a:t>
            </a:r>
            <a:r>
              <a:rPr lang="en-US" dirty="0" err="1"/>
              <a:t>kullanılan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transfer </a:t>
            </a:r>
            <a:r>
              <a:rPr lang="en-US" dirty="0" err="1"/>
              <a:t>yöntemidir.İstemci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sunucu</a:t>
            </a:r>
            <a:r>
              <a:rPr lang="en-US" dirty="0"/>
              <a:t> </a:t>
            </a:r>
            <a:r>
              <a:rPr lang="en-US" dirty="0" err="1"/>
              <a:t>arasında</a:t>
            </a:r>
            <a:r>
              <a:rPr lang="en-US" dirty="0"/>
              <a:t> XML </a:t>
            </a:r>
            <a:r>
              <a:rPr lang="en-US" dirty="0" err="1"/>
              <a:t>ve</a:t>
            </a:r>
            <a:r>
              <a:rPr lang="en-US" dirty="0"/>
              <a:t> JSON </a:t>
            </a:r>
            <a:r>
              <a:rPr lang="en-US" dirty="0" err="1"/>
              <a:t>verilerini</a:t>
            </a:r>
            <a:r>
              <a:rPr lang="en-US" dirty="0"/>
              <a:t> </a:t>
            </a:r>
            <a:r>
              <a:rPr lang="en-US" dirty="0" err="1"/>
              <a:t>taşıyarak</a:t>
            </a:r>
            <a:r>
              <a:rPr lang="en-US" dirty="0"/>
              <a:t> </a:t>
            </a:r>
            <a:r>
              <a:rPr lang="en-US" dirty="0" err="1"/>
              <a:t>uygulamanın</a:t>
            </a:r>
            <a:r>
              <a:rPr lang="en-US" dirty="0"/>
              <a:t> </a:t>
            </a:r>
            <a:r>
              <a:rPr lang="en-US" dirty="0" err="1"/>
              <a:t>haberleşmesini</a:t>
            </a:r>
            <a:r>
              <a:rPr lang="en-US" dirty="0"/>
              <a:t> </a:t>
            </a:r>
            <a:r>
              <a:rPr lang="en-US" dirty="0" err="1"/>
              <a:t>sağlar.REST</a:t>
            </a:r>
            <a:r>
              <a:rPr lang="en-US" dirty="0"/>
              <a:t> </a:t>
            </a:r>
            <a:r>
              <a:rPr lang="en-US" dirty="0" err="1"/>
              <a:t>mimarisini</a:t>
            </a:r>
            <a:r>
              <a:rPr lang="en-US" dirty="0"/>
              <a:t> </a:t>
            </a:r>
            <a:r>
              <a:rPr lang="en-US" dirty="0" err="1"/>
              <a:t>kullanan</a:t>
            </a:r>
            <a:r>
              <a:rPr lang="en-US" dirty="0"/>
              <a:t> </a:t>
            </a:r>
            <a:r>
              <a:rPr lang="en-US" dirty="0" err="1"/>
              <a:t>servislere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RESTful </a:t>
            </a:r>
            <a:r>
              <a:rPr lang="en-US" dirty="0" err="1"/>
              <a:t>servis</a:t>
            </a:r>
            <a:r>
              <a:rPr lang="en-US" dirty="0"/>
              <a:t> </a:t>
            </a:r>
            <a:r>
              <a:rPr lang="en-US" dirty="0" err="1"/>
              <a:t>denir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7764" y="4006409"/>
            <a:ext cx="3048000" cy="223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9593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439" y="363557"/>
            <a:ext cx="11633811" cy="635673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HTTP </a:t>
            </a:r>
            <a:r>
              <a:rPr lang="en-US" b="1" dirty="0" err="1"/>
              <a:t>Metotları</a:t>
            </a:r>
            <a:endParaRPr lang="en-US" b="1" dirty="0"/>
          </a:p>
          <a:p>
            <a:pPr marL="0" indent="0">
              <a:buNone/>
            </a:pPr>
            <a:r>
              <a:rPr lang="en-US" b="1" dirty="0"/>
              <a:t>GET</a:t>
            </a:r>
          </a:p>
          <a:p>
            <a:pPr marL="0" indent="0">
              <a:buNone/>
            </a:pP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listeleme</a:t>
            </a:r>
            <a:r>
              <a:rPr lang="en-US" dirty="0"/>
              <a:t> ,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görüntülemek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kullanılır.GET</a:t>
            </a:r>
            <a:r>
              <a:rPr lang="en-US" dirty="0"/>
              <a:t> </a:t>
            </a:r>
            <a:r>
              <a:rPr lang="en-US" dirty="0" err="1"/>
              <a:t>request’ler</a:t>
            </a:r>
            <a:r>
              <a:rPr lang="en-US" dirty="0"/>
              <a:t> </a:t>
            </a:r>
            <a:r>
              <a:rPr lang="en-US" dirty="0" err="1"/>
              <a:t>güvenli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idempotent </a:t>
            </a:r>
            <a:r>
              <a:rPr lang="en-US" dirty="0" err="1"/>
              <a:t>olmalıdır</a:t>
            </a:r>
            <a:r>
              <a:rPr lang="en-US" dirty="0"/>
              <a:t>, </a:t>
            </a:r>
            <a:r>
              <a:rPr lang="en-US" dirty="0" err="1"/>
              <a:t>yani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parametrelerle</a:t>
            </a:r>
            <a:r>
              <a:rPr lang="en-US" dirty="0"/>
              <a:t> </a:t>
            </a:r>
            <a:r>
              <a:rPr lang="en-US" dirty="0" err="1"/>
              <a:t>kaç</a:t>
            </a:r>
            <a:r>
              <a:rPr lang="en-US" dirty="0"/>
              <a:t>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tekrar</a:t>
            </a:r>
            <a:r>
              <a:rPr lang="en-US" dirty="0"/>
              <a:t> </a:t>
            </a:r>
            <a:r>
              <a:rPr lang="en-US" dirty="0" err="1"/>
              <a:t>ettiğine</a:t>
            </a:r>
            <a:r>
              <a:rPr lang="en-US" dirty="0"/>
              <a:t> </a:t>
            </a:r>
            <a:r>
              <a:rPr lang="en-US" dirty="0" err="1"/>
              <a:t>bakılmaksızın</a:t>
            </a:r>
            <a:r>
              <a:rPr lang="en-US" dirty="0"/>
              <a:t> </a:t>
            </a:r>
            <a:r>
              <a:rPr lang="en-US" dirty="0" err="1"/>
              <a:t>sonuçlar</a:t>
            </a:r>
            <a:r>
              <a:rPr lang="en-US" dirty="0"/>
              <a:t> </a:t>
            </a:r>
            <a:r>
              <a:rPr lang="en-US" dirty="0" err="1"/>
              <a:t>aynıdır.GET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gönderilirken</a:t>
            </a:r>
            <a:r>
              <a:rPr lang="en-US" dirty="0"/>
              <a:t> ,</a:t>
            </a:r>
            <a:r>
              <a:rPr lang="en-US" dirty="0" err="1"/>
              <a:t>adres</a:t>
            </a:r>
            <a:r>
              <a:rPr lang="en-US" dirty="0"/>
              <a:t> </a:t>
            </a:r>
            <a:r>
              <a:rPr lang="en-US" dirty="0" err="1"/>
              <a:t>çubuğunda</a:t>
            </a:r>
            <a:r>
              <a:rPr lang="en-US" dirty="0"/>
              <a:t> </a:t>
            </a:r>
            <a:r>
              <a:rPr lang="en-US" dirty="0" err="1"/>
              <a:t>gönderilir.Gönderilen</a:t>
            </a:r>
            <a:r>
              <a:rPr lang="en-US" dirty="0"/>
              <a:t> </a:t>
            </a:r>
            <a:r>
              <a:rPr lang="en-US" dirty="0" err="1"/>
              <a:t>değişkenler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adres</a:t>
            </a:r>
            <a:r>
              <a:rPr lang="en-US" dirty="0"/>
              <a:t> </a:t>
            </a:r>
            <a:r>
              <a:rPr lang="en-US" dirty="0" err="1"/>
              <a:t>çubuğunda</a:t>
            </a:r>
            <a:r>
              <a:rPr lang="en-US" dirty="0"/>
              <a:t> </a:t>
            </a:r>
            <a:r>
              <a:rPr lang="en-US" dirty="0" err="1"/>
              <a:t>görüntülendiği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güvenilir</a:t>
            </a:r>
            <a:r>
              <a:rPr lang="en-US" dirty="0"/>
              <a:t> </a:t>
            </a:r>
            <a:r>
              <a:rPr lang="en-US" dirty="0" err="1"/>
              <a:t>değildir.Ancak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MD5 </a:t>
            </a:r>
            <a:r>
              <a:rPr lang="en-US" dirty="0" err="1"/>
              <a:t>şifreleme</a:t>
            </a:r>
            <a:r>
              <a:rPr lang="en-US" dirty="0"/>
              <a:t>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güvenilir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de </a:t>
            </a:r>
            <a:r>
              <a:rPr lang="en-US" dirty="0" err="1"/>
              <a:t>gönderilebilir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Örneğin</a:t>
            </a:r>
            <a:r>
              <a:rPr lang="en-US" dirty="0"/>
              <a:t>: Get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sipariş</a:t>
            </a:r>
            <a:r>
              <a:rPr lang="en-US" dirty="0"/>
              <a:t> </a:t>
            </a:r>
            <a:r>
              <a:rPr lang="en-US" dirty="0" err="1"/>
              <a:t>detaylarını</a:t>
            </a:r>
            <a:r>
              <a:rPr lang="en-US" dirty="0"/>
              <a:t> </a:t>
            </a:r>
            <a:r>
              <a:rPr lang="en-US" dirty="0" err="1"/>
              <a:t>getirebiliriz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tr-TR" dirty="0" smtClean="0"/>
              <a:t>EndPoint http://localhost:8080/orders/1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GET : </a:t>
            </a:r>
            <a:r>
              <a:rPr lang="tr-TR" dirty="0" smtClean="0"/>
              <a:t>baseUrl</a:t>
            </a:r>
            <a:r>
              <a:rPr lang="en-US" dirty="0" smtClean="0"/>
              <a:t>/orders</a:t>
            </a:r>
            <a:r>
              <a:rPr lang="en-US" dirty="0"/>
              <a:t>/{id</a:t>
            </a:r>
            <a:r>
              <a:rPr lang="en-US" dirty="0" smtClean="0"/>
              <a:t>}</a:t>
            </a:r>
            <a:endParaRPr lang="tr-TR" dirty="0" smtClean="0"/>
          </a:p>
          <a:p>
            <a:pPr marL="0" indent="0">
              <a:buNone/>
            </a:pPr>
            <a:r>
              <a:rPr lang="en-US" b="1" dirty="0"/>
              <a:t>POST</a:t>
            </a:r>
          </a:p>
          <a:p>
            <a:pPr marL="0" indent="0">
              <a:buNone/>
            </a:pP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eklemek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 </a:t>
            </a:r>
            <a:r>
              <a:rPr lang="en-US" dirty="0" err="1"/>
              <a:t>ancak</a:t>
            </a:r>
            <a:r>
              <a:rPr lang="en-US" dirty="0"/>
              <a:t> </a:t>
            </a:r>
            <a:r>
              <a:rPr lang="en-US" dirty="0" err="1"/>
              <a:t>mevcut</a:t>
            </a:r>
            <a:r>
              <a:rPr lang="en-US" dirty="0"/>
              <a:t> </a:t>
            </a:r>
            <a:r>
              <a:rPr lang="en-US" dirty="0" err="1"/>
              <a:t>olan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veriyi</a:t>
            </a:r>
            <a:r>
              <a:rPr lang="en-US" dirty="0"/>
              <a:t> </a:t>
            </a:r>
            <a:r>
              <a:rPr lang="en-US" dirty="0" err="1"/>
              <a:t>güncellemek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de </a:t>
            </a:r>
            <a:r>
              <a:rPr lang="en-US" dirty="0" err="1"/>
              <a:t>kullanılır.Doğrudan</a:t>
            </a:r>
            <a:r>
              <a:rPr lang="en-US" dirty="0"/>
              <a:t> </a:t>
            </a:r>
            <a:r>
              <a:rPr lang="en-US" dirty="0" err="1"/>
              <a:t>sayfaya</a:t>
            </a:r>
            <a:r>
              <a:rPr lang="en-US" dirty="0"/>
              <a:t> </a:t>
            </a: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gönderilir</a:t>
            </a:r>
            <a:r>
              <a:rPr lang="en-US" dirty="0"/>
              <a:t> </a:t>
            </a:r>
            <a:r>
              <a:rPr lang="en-US" dirty="0" err="1"/>
              <a:t>ve</a:t>
            </a:r>
            <a:r>
              <a:rPr lang="en-US" dirty="0"/>
              <a:t> </a:t>
            </a:r>
            <a:r>
              <a:rPr lang="en-US" dirty="0" err="1"/>
              <a:t>veriler</a:t>
            </a:r>
            <a:r>
              <a:rPr lang="en-US" dirty="0"/>
              <a:t> </a:t>
            </a:r>
            <a:r>
              <a:rPr lang="en-US" dirty="0" err="1"/>
              <a:t>adres</a:t>
            </a:r>
            <a:r>
              <a:rPr lang="en-US" dirty="0"/>
              <a:t> </a:t>
            </a:r>
            <a:r>
              <a:rPr lang="en-US" dirty="0" err="1"/>
              <a:t>çubuğunda</a:t>
            </a:r>
            <a:r>
              <a:rPr lang="en-US" dirty="0"/>
              <a:t> </a:t>
            </a:r>
            <a:r>
              <a:rPr lang="en-US" dirty="0" err="1"/>
              <a:t>görünmez</a:t>
            </a:r>
            <a:r>
              <a:rPr lang="en-US" dirty="0"/>
              <a:t> .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güvenilir</a:t>
            </a:r>
            <a:r>
              <a:rPr lang="en-US" dirty="0"/>
              <a:t> </a:t>
            </a:r>
            <a:r>
              <a:rPr lang="en-US" dirty="0" err="1"/>
              <a:t>yöntemdir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694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9153" y="363557"/>
            <a:ext cx="11821098" cy="6356732"/>
          </a:xfrm>
        </p:spPr>
        <p:txBody>
          <a:bodyPr/>
          <a:lstStyle/>
          <a:p>
            <a:pPr marL="0" indent="0">
              <a:buNone/>
            </a:pPr>
            <a:r>
              <a:rPr lang="en-US" dirty="0" err="1"/>
              <a:t>Örneğin</a:t>
            </a:r>
            <a:r>
              <a:rPr lang="en-US" dirty="0"/>
              <a:t>: POST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yeni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sipariş</a:t>
            </a:r>
            <a:r>
              <a:rPr lang="en-US" dirty="0"/>
              <a:t> </a:t>
            </a:r>
            <a:r>
              <a:rPr lang="en-US" dirty="0" err="1"/>
              <a:t>oluştururuz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POST: </a:t>
            </a:r>
            <a:r>
              <a:rPr lang="tr-TR" dirty="0" smtClean="0"/>
              <a:t>baseUrl</a:t>
            </a:r>
            <a:r>
              <a:rPr lang="en-US" dirty="0" smtClean="0"/>
              <a:t>/orders</a:t>
            </a:r>
            <a:r>
              <a:rPr lang="en-US" dirty="0"/>
              <a:t>/</a:t>
            </a:r>
          </a:p>
          <a:p>
            <a:pPr marL="0" indent="0">
              <a:buNone/>
            </a:pPr>
            <a:r>
              <a:rPr lang="en-US" dirty="0" err="1"/>
              <a:t>Aşağıdaki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GET </a:t>
            </a:r>
            <a:r>
              <a:rPr lang="en-US" dirty="0" err="1"/>
              <a:t>ve</a:t>
            </a:r>
            <a:r>
              <a:rPr lang="en-US" dirty="0"/>
              <a:t> POST </a:t>
            </a:r>
            <a:r>
              <a:rPr lang="en-US" dirty="0" err="1"/>
              <a:t>farklılıkları</a:t>
            </a:r>
            <a:r>
              <a:rPr lang="en-US" dirty="0"/>
              <a:t> </a:t>
            </a:r>
            <a:r>
              <a:rPr lang="en-US" dirty="0" err="1"/>
              <a:t>daha</a:t>
            </a:r>
            <a:r>
              <a:rPr lang="en-US" dirty="0"/>
              <a:t> </a:t>
            </a:r>
            <a:r>
              <a:rPr lang="en-US" dirty="0" err="1"/>
              <a:t>rahat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şekilde</a:t>
            </a:r>
            <a:r>
              <a:rPr lang="en-US" dirty="0"/>
              <a:t> </a:t>
            </a:r>
            <a:r>
              <a:rPr lang="en-US" dirty="0" err="1"/>
              <a:t>görülmektedir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endParaRPr lang="tr-TR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844" y="1806766"/>
            <a:ext cx="11811000" cy="1410160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360144"/>
            <a:ext cx="11721947" cy="174066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6" y="5100810"/>
            <a:ext cx="12002647" cy="1838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222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439" y="363557"/>
            <a:ext cx="11633811" cy="6356732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PUT</a:t>
            </a:r>
          </a:p>
          <a:p>
            <a:pPr marL="0" indent="0">
              <a:buNone/>
            </a:pPr>
            <a:r>
              <a:rPr lang="en-US" dirty="0" err="1"/>
              <a:t>Veri</a:t>
            </a:r>
            <a:r>
              <a:rPr lang="en-US" dirty="0"/>
              <a:t> </a:t>
            </a:r>
            <a:r>
              <a:rPr lang="en-US" dirty="0" err="1"/>
              <a:t>güncellemek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kullanılır.PUT</a:t>
            </a:r>
            <a:r>
              <a:rPr lang="en-US" dirty="0"/>
              <a:t> ‘un </a:t>
            </a:r>
            <a:r>
              <a:rPr lang="en-US" dirty="0" err="1"/>
              <a:t>POST’dan</a:t>
            </a:r>
            <a:r>
              <a:rPr lang="en-US" dirty="0"/>
              <a:t> </a:t>
            </a:r>
            <a:r>
              <a:rPr lang="en-US" dirty="0" err="1"/>
              <a:t>farkı</a:t>
            </a:r>
            <a:r>
              <a:rPr lang="en-US" dirty="0"/>
              <a:t> idempotent </a:t>
            </a:r>
            <a:r>
              <a:rPr lang="en-US" dirty="0" err="1"/>
              <a:t>olmasıdır.Yani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request </a:t>
            </a:r>
            <a:r>
              <a:rPr lang="en-US" dirty="0" err="1"/>
              <a:t>birden</a:t>
            </a:r>
            <a:r>
              <a:rPr lang="en-US" dirty="0"/>
              <a:t> </a:t>
            </a:r>
            <a:r>
              <a:rPr lang="en-US" dirty="0" err="1"/>
              <a:t>fazla</a:t>
            </a:r>
            <a:r>
              <a:rPr lang="en-US" dirty="0"/>
              <a:t> </a:t>
            </a:r>
            <a:r>
              <a:rPr lang="en-US" dirty="0" err="1"/>
              <a:t>kez</a:t>
            </a:r>
            <a:r>
              <a:rPr lang="en-US" dirty="0"/>
              <a:t> </a:t>
            </a:r>
            <a:r>
              <a:rPr lang="en-US" dirty="0" err="1"/>
              <a:t>tekrarlansa</a:t>
            </a:r>
            <a:r>
              <a:rPr lang="en-US" dirty="0"/>
              <a:t> da </a:t>
            </a:r>
            <a:r>
              <a:rPr lang="en-US" dirty="0" err="1"/>
              <a:t>sonucunun</a:t>
            </a:r>
            <a:r>
              <a:rPr lang="en-US" dirty="0"/>
              <a:t> </a:t>
            </a:r>
            <a:r>
              <a:rPr lang="en-US" dirty="0" err="1"/>
              <a:t>aynı</a:t>
            </a:r>
            <a:r>
              <a:rPr lang="en-US" dirty="0"/>
              <a:t> </a:t>
            </a:r>
            <a:r>
              <a:rPr lang="en-US" dirty="0" err="1"/>
              <a:t>olmasıdır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 err="1"/>
              <a:t>Örneğin</a:t>
            </a:r>
            <a:r>
              <a:rPr lang="en-US" dirty="0"/>
              <a:t>: PUT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belirli</a:t>
            </a:r>
            <a:r>
              <a:rPr lang="en-US" dirty="0"/>
              <a:t> </a:t>
            </a:r>
            <a:r>
              <a:rPr lang="en-US" dirty="0" err="1"/>
              <a:t>sipariş</a:t>
            </a:r>
            <a:r>
              <a:rPr lang="en-US" dirty="0"/>
              <a:t> </a:t>
            </a:r>
            <a:r>
              <a:rPr lang="en-US" dirty="0" err="1"/>
              <a:t>güncelleriz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PUT : /orders/{id}</a:t>
            </a:r>
          </a:p>
          <a:p>
            <a:pPr marL="0" indent="0">
              <a:buNone/>
            </a:pPr>
            <a:r>
              <a:rPr lang="en-US" dirty="0" err="1"/>
              <a:t>Örneğin</a:t>
            </a:r>
            <a:r>
              <a:rPr lang="en-US" dirty="0"/>
              <a:t> :</a:t>
            </a:r>
            <a:br>
              <a:rPr lang="en-US" dirty="0"/>
            </a:br>
            <a:r>
              <a:rPr lang="en-US" dirty="0"/>
              <a:t>PUT /orders de update </a:t>
            </a:r>
            <a:r>
              <a:rPr lang="en-US" dirty="0" err="1"/>
              <a:t>edilecek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sipariş</a:t>
            </a:r>
            <a:r>
              <a:rPr lang="en-US" dirty="0"/>
              <a:t> </a:t>
            </a:r>
            <a:r>
              <a:rPr lang="en-US" dirty="0" err="1"/>
              <a:t>yok.Tüm</a:t>
            </a:r>
            <a:r>
              <a:rPr lang="en-US" dirty="0"/>
              <a:t> </a:t>
            </a:r>
            <a:r>
              <a:rPr lang="en-US" dirty="0" err="1"/>
              <a:t>siparişleri</a:t>
            </a:r>
            <a:r>
              <a:rPr lang="en-US" dirty="0"/>
              <a:t> de </a:t>
            </a:r>
            <a:r>
              <a:rPr lang="en-US" dirty="0" err="1"/>
              <a:t>güncelleyemeyeceğimize</a:t>
            </a:r>
            <a:r>
              <a:rPr lang="en-US" dirty="0"/>
              <a:t> </a:t>
            </a:r>
            <a:r>
              <a:rPr lang="en-US" dirty="0" err="1"/>
              <a:t>göre</a:t>
            </a:r>
            <a:r>
              <a:rPr lang="en-US" dirty="0"/>
              <a:t> PUT </a:t>
            </a:r>
            <a:r>
              <a:rPr lang="en-US" dirty="0" err="1"/>
              <a:t>metodunu</a:t>
            </a:r>
            <a:r>
              <a:rPr lang="en-US" dirty="0"/>
              <a:t> </a:t>
            </a:r>
            <a:r>
              <a:rPr lang="en-US" dirty="0" err="1"/>
              <a:t>kullanamayız</a:t>
            </a:r>
            <a:r>
              <a:rPr lang="en-US" dirty="0" smtClean="0"/>
              <a:t>.</a:t>
            </a:r>
            <a:endParaRPr lang="tr-TR" dirty="0" smtClean="0"/>
          </a:p>
          <a:p>
            <a:pPr marL="0" indent="0">
              <a:buNone/>
            </a:pPr>
            <a:r>
              <a:rPr lang="en-US" b="1" dirty="0"/>
              <a:t>PATCH</a:t>
            </a:r>
          </a:p>
          <a:p>
            <a:pPr marL="0" indent="0">
              <a:buNone/>
            </a:pPr>
            <a:r>
              <a:rPr lang="en-US" dirty="0" err="1"/>
              <a:t>Verinin</a:t>
            </a:r>
            <a:r>
              <a:rPr lang="en-US" dirty="0"/>
              <a:t> </a:t>
            </a:r>
            <a:r>
              <a:rPr lang="en-US" dirty="0" err="1"/>
              <a:t>sadece</a:t>
            </a:r>
            <a:r>
              <a:rPr lang="en-US" dirty="0"/>
              <a:t> </a:t>
            </a:r>
            <a:r>
              <a:rPr lang="en-US" dirty="0" err="1"/>
              <a:t>bir</a:t>
            </a:r>
            <a:r>
              <a:rPr lang="en-US" dirty="0"/>
              <a:t> </a:t>
            </a:r>
            <a:r>
              <a:rPr lang="en-US" dirty="0" err="1"/>
              <a:t>parçasını</a:t>
            </a:r>
            <a:r>
              <a:rPr lang="en-US" dirty="0"/>
              <a:t> </a:t>
            </a:r>
            <a:r>
              <a:rPr lang="en-US" dirty="0" err="1"/>
              <a:t>güncellemek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PATCH /addresses/1</a:t>
            </a:r>
          </a:p>
          <a:p>
            <a:pPr marL="0" indent="0">
              <a:buNone/>
            </a:pPr>
            <a:r>
              <a:rPr lang="en-US" b="1" dirty="0"/>
              <a:t>DELETE</a:t>
            </a:r>
          </a:p>
          <a:p>
            <a:r>
              <a:rPr lang="en-US" dirty="0" err="1"/>
              <a:t>Kaynaktan</a:t>
            </a:r>
            <a:r>
              <a:rPr lang="en-US" dirty="0"/>
              <a:t> </a:t>
            </a:r>
            <a:r>
              <a:rPr lang="en-US" dirty="0" err="1"/>
              <a:t>veriyi</a:t>
            </a:r>
            <a:r>
              <a:rPr lang="en-US" dirty="0"/>
              <a:t> </a:t>
            </a:r>
            <a:r>
              <a:rPr lang="en-US" dirty="0" err="1"/>
              <a:t>silmek</a:t>
            </a:r>
            <a:r>
              <a:rPr lang="en-US" dirty="0"/>
              <a:t> </a:t>
            </a:r>
            <a:r>
              <a:rPr lang="en-US" dirty="0" err="1"/>
              <a:t>için</a:t>
            </a:r>
            <a:r>
              <a:rPr lang="en-US" dirty="0"/>
              <a:t> </a:t>
            </a:r>
            <a:r>
              <a:rPr lang="en-US" dirty="0" err="1"/>
              <a:t>kullanılır</a:t>
            </a:r>
            <a:r>
              <a:rPr lang="en-US" dirty="0"/>
              <a:t>.</a:t>
            </a:r>
          </a:p>
          <a:p>
            <a:r>
              <a:rPr lang="en-US" dirty="0" err="1"/>
              <a:t>Örneğin</a:t>
            </a:r>
            <a:r>
              <a:rPr lang="en-US" dirty="0"/>
              <a:t>: </a:t>
            </a:r>
            <a:r>
              <a:rPr lang="en-US" dirty="0" err="1"/>
              <a:t>Id’si</a:t>
            </a:r>
            <a:r>
              <a:rPr lang="en-US" dirty="0"/>
              <a:t> </a:t>
            </a:r>
            <a:r>
              <a:rPr lang="en-US" dirty="0" err="1"/>
              <a:t>verilen</a:t>
            </a:r>
            <a:r>
              <a:rPr lang="en-US" dirty="0"/>
              <a:t> </a:t>
            </a:r>
            <a:r>
              <a:rPr lang="en-US" dirty="0" err="1"/>
              <a:t>adresi</a:t>
            </a:r>
            <a:r>
              <a:rPr lang="en-US" dirty="0"/>
              <a:t> </a:t>
            </a:r>
            <a:r>
              <a:rPr lang="en-US" dirty="0" err="1"/>
              <a:t>sileriz</a:t>
            </a:r>
            <a:r>
              <a:rPr lang="en-US" dirty="0"/>
              <a:t>.</a:t>
            </a:r>
          </a:p>
          <a:p>
            <a:r>
              <a:rPr lang="en-US" dirty="0"/>
              <a:t>DELETE /addresses/id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28669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86439" y="363557"/>
            <a:ext cx="11633811" cy="6356732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HTTP status codes</a:t>
            </a:r>
          </a:p>
          <a:p>
            <a:r>
              <a:rPr lang="en-US" dirty="0"/>
              <a:t>1XX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başlayan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bilgi</a:t>
            </a:r>
            <a:r>
              <a:rPr lang="en-US" dirty="0"/>
              <a:t> </a:t>
            </a:r>
            <a:r>
              <a:rPr lang="en-US" dirty="0" err="1"/>
              <a:t>amaçlı</a:t>
            </a:r>
            <a:r>
              <a:rPr lang="en-US" dirty="0"/>
              <a:t> </a:t>
            </a:r>
            <a:r>
              <a:rPr lang="en-US" dirty="0" err="1"/>
              <a:t>kodlardır</a:t>
            </a:r>
            <a:r>
              <a:rPr lang="en-US" dirty="0"/>
              <a:t>.</a:t>
            </a:r>
          </a:p>
          <a:p>
            <a:r>
              <a:rPr lang="en-US" dirty="0"/>
              <a:t>2XX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başlayan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başarı</a:t>
            </a:r>
            <a:r>
              <a:rPr lang="en-US" dirty="0"/>
              <a:t> </a:t>
            </a:r>
            <a:r>
              <a:rPr lang="en-US" dirty="0" err="1"/>
              <a:t>kodlarıdır</a:t>
            </a:r>
            <a:r>
              <a:rPr lang="en-US" dirty="0"/>
              <a:t>.</a:t>
            </a:r>
          </a:p>
          <a:p>
            <a:r>
              <a:rPr lang="en-US" dirty="0"/>
              <a:t>3XX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başlayan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yönlendirme</a:t>
            </a:r>
            <a:r>
              <a:rPr lang="en-US" dirty="0"/>
              <a:t> </a:t>
            </a:r>
            <a:r>
              <a:rPr lang="en-US" dirty="0" err="1"/>
              <a:t>kodlarıdır</a:t>
            </a:r>
            <a:r>
              <a:rPr lang="en-US" dirty="0"/>
              <a:t>.</a:t>
            </a:r>
          </a:p>
          <a:p>
            <a:r>
              <a:rPr lang="en-US" dirty="0"/>
              <a:t>4XX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başlayan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client(</a:t>
            </a:r>
            <a:r>
              <a:rPr lang="en-US" dirty="0" err="1"/>
              <a:t>istemci</a:t>
            </a:r>
            <a:r>
              <a:rPr lang="en-US" dirty="0"/>
              <a:t>) </a:t>
            </a:r>
            <a:r>
              <a:rPr lang="en-US" dirty="0" err="1"/>
              <a:t>hatası</a:t>
            </a:r>
            <a:r>
              <a:rPr lang="en-US" dirty="0"/>
              <a:t> </a:t>
            </a:r>
            <a:r>
              <a:rPr lang="en-US" dirty="0" err="1"/>
              <a:t>kodlarıdır</a:t>
            </a:r>
            <a:r>
              <a:rPr lang="en-US" dirty="0"/>
              <a:t>.</a:t>
            </a:r>
          </a:p>
          <a:p>
            <a:r>
              <a:rPr lang="en-US" dirty="0"/>
              <a:t>5XX </a:t>
            </a:r>
            <a:r>
              <a:rPr lang="en-US" dirty="0" err="1"/>
              <a:t>ile</a:t>
            </a:r>
            <a:r>
              <a:rPr lang="en-US" dirty="0"/>
              <a:t> </a:t>
            </a:r>
            <a:r>
              <a:rPr lang="en-US" dirty="0" err="1"/>
              <a:t>başlayan</a:t>
            </a:r>
            <a:r>
              <a:rPr lang="en-US" dirty="0"/>
              <a:t> </a:t>
            </a:r>
            <a:r>
              <a:rPr lang="en-US" dirty="0" err="1"/>
              <a:t>kodlar</a:t>
            </a:r>
            <a:r>
              <a:rPr lang="en-US" dirty="0"/>
              <a:t> </a:t>
            </a:r>
            <a:r>
              <a:rPr lang="en-US" dirty="0" err="1"/>
              <a:t>ise</a:t>
            </a:r>
            <a:r>
              <a:rPr lang="en-US" dirty="0"/>
              <a:t> server(</a:t>
            </a:r>
            <a:r>
              <a:rPr lang="en-US" dirty="0" err="1"/>
              <a:t>sunucu</a:t>
            </a:r>
            <a:r>
              <a:rPr lang="en-US" dirty="0"/>
              <a:t>) </a:t>
            </a:r>
            <a:r>
              <a:rPr lang="en-US" dirty="0" err="1"/>
              <a:t>hatası</a:t>
            </a:r>
            <a:r>
              <a:rPr lang="en-US" dirty="0"/>
              <a:t> </a:t>
            </a:r>
            <a:r>
              <a:rPr lang="en-US" dirty="0" err="1"/>
              <a:t>kodlarıdır</a:t>
            </a:r>
            <a:r>
              <a:rPr lang="en-US" dirty="0"/>
              <a:t>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0069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36787</TotalTime>
  <Words>260</Words>
  <Application>Microsoft Office PowerPoint</Application>
  <PresentationFormat>Widescreen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Rest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Rest</dc:title>
  <dc:creator>Windows User</dc:creator>
  <cp:lastModifiedBy>Windows User</cp:lastModifiedBy>
  <cp:revision>13</cp:revision>
  <dcterms:created xsi:type="dcterms:W3CDTF">2022-06-18T05:54:59Z</dcterms:created>
  <dcterms:modified xsi:type="dcterms:W3CDTF">2026-04-19T11:04:02Z</dcterms:modified>
</cp:coreProperties>
</file>